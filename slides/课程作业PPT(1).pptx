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44" r:id="rId3"/>
    <p:sldId id="565" r:id="rId5"/>
    <p:sldId id="545" r:id="rId6"/>
    <p:sldId id="551" r:id="rId7"/>
    <p:sldId id="546" r:id="rId8"/>
    <p:sldId id="561" r:id="rId9"/>
    <p:sldId id="437" r:id="rId10"/>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 id="2" name="19943" initials="1"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3E7FF"/>
    <a:srgbClr val="0070C0"/>
    <a:srgbClr val="134263"/>
    <a:srgbClr val="9CC5FD"/>
    <a:srgbClr val="F9D361"/>
    <a:srgbClr val="D7DFEB"/>
    <a:srgbClr val="3A6695"/>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218" autoAdjust="0"/>
  </p:normalViewPr>
  <p:slideViewPr>
    <p:cSldViewPr snapToGrid="0" showGuides="1">
      <p:cViewPr>
        <p:scale>
          <a:sx n="75" d="100"/>
          <a:sy n="75" d="100"/>
        </p:scale>
        <p:origin x="43" y="4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gs" Target="tags/tag343.xml"/><Relationship Id="rId14" Type="http://schemas.openxmlformats.org/officeDocument/2006/relationships/commentAuthors" Target="commentAuthors.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nSpc>
                <a:spcPct val="150000"/>
              </a:lnSpc>
            </a:pPr>
            <a:endParaRPr lang="en-US" altLang="zh-CN">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7" Type="http://schemas.openxmlformats.org/officeDocument/2006/relationships/tags" Target="../tags/tag66.xml"/><Relationship Id="rId66" Type="http://schemas.openxmlformats.org/officeDocument/2006/relationships/tags" Target="../tags/tag65.xml"/><Relationship Id="rId65" Type="http://schemas.openxmlformats.org/officeDocument/2006/relationships/tags" Target="../tags/tag64.xml"/><Relationship Id="rId64" Type="http://schemas.openxmlformats.org/officeDocument/2006/relationships/tags" Target="../tags/tag63.xml"/><Relationship Id="rId63" Type="http://schemas.openxmlformats.org/officeDocument/2006/relationships/tags" Target="../tags/tag62.xml"/><Relationship Id="rId62" Type="http://schemas.openxmlformats.org/officeDocument/2006/relationships/tags" Target="../tags/tag61.xml"/><Relationship Id="rId61" Type="http://schemas.openxmlformats.org/officeDocument/2006/relationships/tags" Target="../tags/tag60.xml"/><Relationship Id="rId60" Type="http://schemas.openxmlformats.org/officeDocument/2006/relationships/tags" Target="../tags/tag59.xml"/><Relationship Id="rId6" Type="http://schemas.openxmlformats.org/officeDocument/2006/relationships/tags" Target="../tags/tag5.xml"/><Relationship Id="rId59" Type="http://schemas.openxmlformats.org/officeDocument/2006/relationships/tags" Target="../tags/tag58.xml"/><Relationship Id="rId58" Type="http://schemas.openxmlformats.org/officeDocument/2006/relationships/tags" Target="../tags/tag57.xml"/><Relationship Id="rId57" Type="http://schemas.openxmlformats.org/officeDocument/2006/relationships/tags" Target="../tags/tag56.xml"/><Relationship Id="rId56" Type="http://schemas.openxmlformats.org/officeDocument/2006/relationships/tags" Target="../tags/tag55.xml"/><Relationship Id="rId55" Type="http://schemas.openxmlformats.org/officeDocument/2006/relationships/tags" Target="../tags/tag54.xml"/><Relationship Id="rId54" Type="http://schemas.openxmlformats.org/officeDocument/2006/relationships/tags" Target="../tags/tag53.xml"/><Relationship Id="rId53" Type="http://schemas.openxmlformats.org/officeDocument/2006/relationships/tags" Target="../tags/tag52.xml"/><Relationship Id="rId52" Type="http://schemas.openxmlformats.org/officeDocument/2006/relationships/tags" Target="../tags/tag51.xml"/><Relationship Id="rId51" Type="http://schemas.openxmlformats.org/officeDocument/2006/relationships/tags" Target="../tags/tag50.xml"/><Relationship Id="rId50" Type="http://schemas.openxmlformats.org/officeDocument/2006/relationships/tags" Target="../tags/tag49.xml"/><Relationship Id="rId5" Type="http://schemas.openxmlformats.org/officeDocument/2006/relationships/tags" Target="../tags/tag4.xml"/><Relationship Id="rId49" Type="http://schemas.openxmlformats.org/officeDocument/2006/relationships/tags" Target="../tags/tag48.xml"/><Relationship Id="rId48" Type="http://schemas.openxmlformats.org/officeDocument/2006/relationships/tags" Target="../tags/tag47.xml"/><Relationship Id="rId47" Type="http://schemas.openxmlformats.org/officeDocument/2006/relationships/tags" Target="../tags/tag46.xml"/><Relationship Id="rId46" Type="http://schemas.openxmlformats.org/officeDocument/2006/relationships/tags" Target="../tags/tag45.xml"/><Relationship Id="rId45" Type="http://schemas.openxmlformats.org/officeDocument/2006/relationships/tags" Target="../tags/tag44.xml"/><Relationship Id="rId44" Type="http://schemas.openxmlformats.org/officeDocument/2006/relationships/tags" Target="../tags/tag43.xml"/><Relationship Id="rId43" Type="http://schemas.openxmlformats.org/officeDocument/2006/relationships/tags" Target="../tags/tag42.xml"/><Relationship Id="rId42" Type="http://schemas.openxmlformats.org/officeDocument/2006/relationships/tags" Target="../tags/tag41.xml"/><Relationship Id="rId41" Type="http://schemas.openxmlformats.org/officeDocument/2006/relationships/tags" Target="../tags/tag40.xml"/><Relationship Id="rId40" Type="http://schemas.openxmlformats.org/officeDocument/2006/relationships/tags" Target="../tags/tag39.xml"/><Relationship Id="rId4" Type="http://schemas.openxmlformats.org/officeDocument/2006/relationships/tags" Target="../tags/tag3.xml"/><Relationship Id="rId39" Type="http://schemas.openxmlformats.org/officeDocument/2006/relationships/tags" Target="../tags/tag38.xml"/><Relationship Id="rId38" Type="http://schemas.openxmlformats.org/officeDocument/2006/relationships/tags" Target="../tags/tag37.xml"/><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8" Type="http://schemas.openxmlformats.org/officeDocument/2006/relationships/tags" Target="../tags/tag133.xml"/><Relationship Id="rId67" Type="http://schemas.openxmlformats.org/officeDocument/2006/relationships/tags" Target="../tags/tag132.xml"/><Relationship Id="rId66" Type="http://schemas.openxmlformats.org/officeDocument/2006/relationships/tags" Target="../tags/tag131.xml"/><Relationship Id="rId65" Type="http://schemas.openxmlformats.org/officeDocument/2006/relationships/tags" Target="../tags/tag130.xml"/><Relationship Id="rId64" Type="http://schemas.openxmlformats.org/officeDocument/2006/relationships/tags" Target="../tags/tag129.xml"/><Relationship Id="rId63" Type="http://schemas.openxmlformats.org/officeDocument/2006/relationships/tags" Target="../tags/tag128.xml"/><Relationship Id="rId62" Type="http://schemas.openxmlformats.org/officeDocument/2006/relationships/tags" Target="../tags/tag127.xml"/><Relationship Id="rId61" Type="http://schemas.openxmlformats.org/officeDocument/2006/relationships/tags" Target="../tags/tag126.xml"/><Relationship Id="rId60" Type="http://schemas.openxmlformats.org/officeDocument/2006/relationships/tags" Target="../tags/tag125.xml"/><Relationship Id="rId6" Type="http://schemas.openxmlformats.org/officeDocument/2006/relationships/tags" Target="../tags/tag71.xml"/><Relationship Id="rId59" Type="http://schemas.openxmlformats.org/officeDocument/2006/relationships/tags" Target="../tags/tag124.xml"/><Relationship Id="rId58" Type="http://schemas.openxmlformats.org/officeDocument/2006/relationships/tags" Target="../tags/tag123.xml"/><Relationship Id="rId57" Type="http://schemas.openxmlformats.org/officeDocument/2006/relationships/tags" Target="../tags/tag122.xml"/><Relationship Id="rId56" Type="http://schemas.openxmlformats.org/officeDocument/2006/relationships/tags" Target="../tags/tag121.xml"/><Relationship Id="rId55" Type="http://schemas.openxmlformats.org/officeDocument/2006/relationships/tags" Target="../tags/tag120.xml"/><Relationship Id="rId54" Type="http://schemas.openxmlformats.org/officeDocument/2006/relationships/tags" Target="../tags/tag119.xml"/><Relationship Id="rId53" Type="http://schemas.openxmlformats.org/officeDocument/2006/relationships/tags" Target="../tags/tag118.xml"/><Relationship Id="rId52" Type="http://schemas.openxmlformats.org/officeDocument/2006/relationships/tags" Target="../tags/tag117.xml"/><Relationship Id="rId51" Type="http://schemas.openxmlformats.org/officeDocument/2006/relationships/tags" Target="../tags/tag116.xml"/><Relationship Id="rId50" Type="http://schemas.openxmlformats.org/officeDocument/2006/relationships/tags" Target="../tags/tag115.xml"/><Relationship Id="rId5" Type="http://schemas.openxmlformats.org/officeDocument/2006/relationships/tags" Target="../tags/tag70.xml"/><Relationship Id="rId49" Type="http://schemas.openxmlformats.org/officeDocument/2006/relationships/tags" Target="../tags/tag114.xml"/><Relationship Id="rId48" Type="http://schemas.openxmlformats.org/officeDocument/2006/relationships/tags" Target="../tags/tag113.xml"/><Relationship Id="rId47" Type="http://schemas.openxmlformats.org/officeDocument/2006/relationships/tags" Target="../tags/tag112.xml"/><Relationship Id="rId46" Type="http://schemas.openxmlformats.org/officeDocument/2006/relationships/tags" Target="../tags/tag111.xml"/><Relationship Id="rId45" Type="http://schemas.openxmlformats.org/officeDocument/2006/relationships/tags" Target="../tags/tag110.xml"/><Relationship Id="rId44" Type="http://schemas.openxmlformats.org/officeDocument/2006/relationships/tags" Target="../tags/tag109.xml"/><Relationship Id="rId43" Type="http://schemas.openxmlformats.org/officeDocument/2006/relationships/tags" Target="../tags/tag108.xml"/><Relationship Id="rId42" Type="http://schemas.openxmlformats.org/officeDocument/2006/relationships/tags" Target="../tags/tag107.xml"/><Relationship Id="rId41" Type="http://schemas.openxmlformats.org/officeDocument/2006/relationships/tags" Target="../tags/tag106.xml"/><Relationship Id="rId40" Type="http://schemas.openxmlformats.org/officeDocument/2006/relationships/tags" Target="../tags/tag105.xml"/><Relationship Id="rId4" Type="http://schemas.openxmlformats.org/officeDocument/2006/relationships/tags" Target="../tags/tag69.xml"/><Relationship Id="rId39" Type="http://schemas.openxmlformats.org/officeDocument/2006/relationships/tags" Target="../tags/tag104.xml"/><Relationship Id="rId38" Type="http://schemas.openxmlformats.org/officeDocument/2006/relationships/tags" Target="../tags/tag103.xml"/><Relationship Id="rId37" Type="http://schemas.openxmlformats.org/officeDocument/2006/relationships/tags" Target="../tags/tag102.xml"/><Relationship Id="rId36" Type="http://schemas.openxmlformats.org/officeDocument/2006/relationships/tags" Target="../tags/tag101.xml"/><Relationship Id="rId35" Type="http://schemas.openxmlformats.org/officeDocument/2006/relationships/tags" Target="../tags/tag100.xml"/><Relationship Id="rId34" Type="http://schemas.openxmlformats.org/officeDocument/2006/relationships/tags" Target="../tags/tag99.xml"/><Relationship Id="rId33" Type="http://schemas.openxmlformats.org/officeDocument/2006/relationships/tags" Target="../tags/tag98.xml"/><Relationship Id="rId32" Type="http://schemas.openxmlformats.org/officeDocument/2006/relationships/tags" Target="../tags/tag97.xml"/><Relationship Id="rId31" Type="http://schemas.openxmlformats.org/officeDocument/2006/relationships/tags" Target="../tags/tag96.xml"/><Relationship Id="rId30" Type="http://schemas.openxmlformats.org/officeDocument/2006/relationships/tags" Target="../tags/tag95.xml"/><Relationship Id="rId3" Type="http://schemas.openxmlformats.org/officeDocument/2006/relationships/tags" Target="../tags/tag68.xml"/><Relationship Id="rId29" Type="http://schemas.openxmlformats.org/officeDocument/2006/relationships/tags" Target="../tags/tag94.xml"/><Relationship Id="rId28" Type="http://schemas.openxmlformats.org/officeDocument/2006/relationships/tags" Target="../tags/tag93.xml"/><Relationship Id="rId27" Type="http://schemas.openxmlformats.org/officeDocument/2006/relationships/tags" Target="../tags/tag92.xml"/><Relationship Id="rId26" Type="http://schemas.openxmlformats.org/officeDocument/2006/relationships/tags" Target="../tags/tag91.xml"/><Relationship Id="rId25" Type="http://schemas.openxmlformats.org/officeDocument/2006/relationships/tags" Target="../tags/tag90.xml"/><Relationship Id="rId24" Type="http://schemas.openxmlformats.org/officeDocument/2006/relationships/tags" Target="../tags/tag89.xml"/><Relationship Id="rId23" Type="http://schemas.openxmlformats.org/officeDocument/2006/relationships/tags" Target="../tags/tag88.xml"/><Relationship Id="rId22" Type="http://schemas.openxmlformats.org/officeDocument/2006/relationships/tags" Target="../tags/tag87.xml"/><Relationship Id="rId21" Type="http://schemas.openxmlformats.org/officeDocument/2006/relationships/tags" Target="../tags/tag86.xml"/><Relationship Id="rId20" Type="http://schemas.openxmlformats.org/officeDocument/2006/relationships/tags" Target="../tags/tag85.xml"/><Relationship Id="rId2" Type="http://schemas.openxmlformats.org/officeDocument/2006/relationships/tags" Target="../tags/tag67.xml"/><Relationship Id="rId19" Type="http://schemas.openxmlformats.org/officeDocument/2006/relationships/tags" Target="../tags/tag84.xml"/><Relationship Id="rId18" Type="http://schemas.openxmlformats.org/officeDocument/2006/relationships/tags" Target="../tags/tag83.xml"/><Relationship Id="rId17" Type="http://schemas.openxmlformats.org/officeDocument/2006/relationships/tags" Target="../tags/tag82.xml"/><Relationship Id="rId16" Type="http://schemas.openxmlformats.org/officeDocument/2006/relationships/tags" Target="../tags/tag81.xml"/><Relationship Id="rId15" Type="http://schemas.openxmlformats.org/officeDocument/2006/relationships/tags" Target="../tags/tag80.xml"/><Relationship Id="rId14" Type="http://schemas.openxmlformats.org/officeDocument/2006/relationships/tags" Target="../tags/tag79.xml"/><Relationship Id="rId13" Type="http://schemas.openxmlformats.org/officeDocument/2006/relationships/tags" Target="../tags/tag78.xml"/><Relationship Id="rId12" Type="http://schemas.openxmlformats.org/officeDocument/2006/relationships/tags" Target="../tags/tag77.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8" Type="http://schemas.openxmlformats.org/officeDocument/2006/relationships/tags" Target="../tags/tag200.xml"/><Relationship Id="rId67" Type="http://schemas.openxmlformats.org/officeDocument/2006/relationships/tags" Target="../tags/tag199.xml"/><Relationship Id="rId66" Type="http://schemas.openxmlformats.org/officeDocument/2006/relationships/tags" Target="../tags/tag198.xml"/><Relationship Id="rId65" Type="http://schemas.openxmlformats.org/officeDocument/2006/relationships/tags" Target="../tags/tag197.xml"/><Relationship Id="rId64" Type="http://schemas.openxmlformats.org/officeDocument/2006/relationships/tags" Target="../tags/tag196.xml"/><Relationship Id="rId63" Type="http://schemas.openxmlformats.org/officeDocument/2006/relationships/tags" Target="../tags/tag195.xml"/><Relationship Id="rId62" Type="http://schemas.openxmlformats.org/officeDocument/2006/relationships/tags" Target="../tags/tag194.xml"/><Relationship Id="rId61" Type="http://schemas.openxmlformats.org/officeDocument/2006/relationships/tags" Target="../tags/tag193.xml"/><Relationship Id="rId60" Type="http://schemas.openxmlformats.org/officeDocument/2006/relationships/tags" Target="../tags/tag192.xml"/><Relationship Id="rId6" Type="http://schemas.openxmlformats.org/officeDocument/2006/relationships/tags" Target="../tags/tag138.xml"/><Relationship Id="rId59" Type="http://schemas.openxmlformats.org/officeDocument/2006/relationships/tags" Target="../tags/tag191.xml"/><Relationship Id="rId58" Type="http://schemas.openxmlformats.org/officeDocument/2006/relationships/tags" Target="../tags/tag190.xml"/><Relationship Id="rId57" Type="http://schemas.openxmlformats.org/officeDocument/2006/relationships/tags" Target="../tags/tag189.xml"/><Relationship Id="rId56" Type="http://schemas.openxmlformats.org/officeDocument/2006/relationships/tags" Target="../tags/tag188.xml"/><Relationship Id="rId55" Type="http://schemas.openxmlformats.org/officeDocument/2006/relationships/tags" Target="../tags/tag187.xml"/><Relationship Id="rId54" Type="http://schemas.openxmlformats.org/officeDocument/2006/relationships/tags" Target="../tags/tag186.xml"/><Relationship Id="rId53" Type="http://schemas.openxmlformats.org/officeDocument/2006/relationships/tags" Target="../tags/tag185.xml"/><Relationship Id="rId52" Type="http://schemas.openxmlformats.org/officeDocument/2006/relationships/tags" Target="../tags/tag184.xml"/><Relationship Id="rId51" Type="http://schemas.openxmlformats.org/officeDocument/2006/relationships/tags" Target="../tags/tag183.xml"/><Relationship Id="rId50" Type="http://schemas.openxmlformats.org/officeDocument/2006/relationships/tags" Target="../tags/tag182.xml"/><Relationship Id="rId5" Type="http://schemas.openxmlformats.org/officeDocument/2006/relationships/tags" Target="../tags/tag137.xml"/><Relationship Id="rId49" Type="http://schemas.openxmlformats.org/officeDocument/2006/relationships/tags" Target="../tags/tag181.xml"/><Relationship Id="rId48" Type="http://schemas.openxmlformats.org/officeDocument/2006/relationships/tags" Target="../tags/tag180.xml"/><Relationship Id="rId47" Type="http://schemas.openxmlformats.org/officeDocument/2006/relationships/tags" Target="../tags/tag179.xml"/><Relationship Id="rId46" Type="http://schemas.openxmlformats.org/officeDocument/2006/relationships/tags" Target="../tags/tag178.xml"/><Relationship Id="rId45" Type="http://schemas.openxmlformats.org/officeDocument/2006/relationships/tags" Target="../tags/tag177.xml"/><Relationship Id="rId44" Type="http://schemas.openxmlformats.org/officeDocument/2006/relationships/tags" Target="../tags/tag176.xml"/><Relationship Id="rId43" Type="http://schemas.openxmlformats.org/officeDocument/2006/relationships/tags" Target="../tags/tag175.xml"/><Relationship Id="rId42" Type="http://schemas.openxmlformats.org/officeDocument/2006/relationships/tags" Target="../tags/tag174.xml"/><Relationship Id="rId41" Type="http://schemas.openxmlformats.org/officeDocument/2006/relationships/tags" Target="../tags/tag173.xml"/><Relationship Id="rId40" Type="http://schemas.openxmlformats.org/officeDocument/2006/relationships/tags" Target="../tags/tag172.xml"/><Relationship Id="rId4" Type="http://schemas.openxmlformats.org/officeDocument/2006/relationships/tags" Target="../tags/tag136.xml"/><Relationship Id="rId39" Type="http://schemas.openxmlformats.org/officeDocument/2006/relationships/tags" Target="../tags/tag171.xml"/><Relationship Id="rId38" Type="http://schemas.openxmlformats.org/officeDocument/2006/relationships/tags" Target="../tags/tag170.xml"/><Relationship Id="rId37" Type="http://schemas.openxmlformats.org/officeDocument/2006/relationships/tags" Target="../tags/tag169.xml"/><Relationship Id="rId36" Type="http://schemas.openxmlformats.org/officeDocument/2006/relationships/tags" Target="../tags/tag168.xml"/><Relationship Id="rId35" Type="http://schemas.openxmlformats.org/officeDocument/2006/relationships/tags" Target="../tags/tag167.xml"/><Relationship Id="rId34" Type="http://schemas.openxmlformats.org/officeDocument/2006/relationships/tags" Target="../tags/tag166.xml"/><Relationship Id="rId33" Type="http://schemas.openxmlformats.org/officeDocument/2006/relationships/tags" Target="../tags/tag165.xml"/><Relationship Id="rId32" Type="http://schemas.openxmlformats.org/officeDocument/2006/relationships/tags" Target="../tags/tag164.xml"/><Relationship Id="rId31" Type="http://schemas.openxmlformats.org/officeDocument/2006/relationships/tags" Target="../tags/tag163.xml"/><Relationship Id="rId30" Type="http://schemas.openxmlformats.org/officeDocument/2006/relationships/tags" Target="../tags/tag162.xml"/><Relationship Id="rId3" Type="http://schemas.openxmlformats.org/officeDocument/2006/relationships/tags" Target="../tags/tag135.xml"/><Relationship Id="rId29" Type="http://schemas.openxmlformats.org/officeDocument/2006/relationships/tags" Target="../tags/tag161.xml"/><Relationship Id="rId28" Type="http://schemas.openxmlformats.org/officeDocument/2006/relationships/tags" Target="../tags/tag160.xml"/><Relationship Id="rId27" Type="http://schemas.openxmlformats.org/officeDocument/2006/relationships/tags" Target="../tags/tag159.xml"/><Relationship Id="rId26" Type="http://schemas.openxmlformats.org/officeDocument/2006/relationships/tags" Target="../tags/tag158.xml"/><Relationship Id="rId25" Type="http://schemas.openxmlformats.org/officeDocument/2006/relationships/tags" Target="../tags/tag157.xml"/><Relationship Id="rId24" Type="http://schemas.openxmlformats.org/officeDocument/2006/relationships/tags" Target="../tags/tag156.xml"/><Relationship Id="rId23" Type="http://schemas.openxmlformats.org/officeDocument/2006/relationships/tags" Target="../tags/tag155.xml"/><Relationship Id="rId22" Type="http://schemas.openxmlformats.org/officeDocument/2006/relationships/tags" Target="../tags/tag154.xml"/><Relationship Id="rId21" Type="http://schemas.openxmlformats.org/officeDocument/2006/relationships/tags" Target="../tags/tag153.xml"/><Relationship Id="rId20" Type="http://schemas.openxmlformats.org/officeDocument/2006/relationships/tags" Target="../tags/tag152.xml"/><Relationship Id="rId2" Type="http://schemas.openxmlformats.org/officeDocument/2006/relationships/tags" Target="../tags/tag134.xml"/><Relationship Id="rId19" Type="http://schemas.openxmlformats.org/officeDocument/2006/relationships/tags" Target="../tags/tag151.xml"/><Relationship Id="rId18" Type="http://schemas.openxmlformats.org/officeDocument/2006/relationships/tags" Target="../tags/tag150.xml"/><Relationship Id="rId17" Type="http://schemas.openxmlformats.org/officeDocument/2006/relationships/tags" Target="../tags/tag149.xml"/><Relationship Id="rId16" Type="http://schemas.openxmlformats.org/officeDocument/2006/relationships/tags" Target="../tags/tag148.xml"/><Relationship Id="rId15" Type="http://schemas.openxmlformats.org/officeDocument/2006/relationships/tags" Target="../tags/tag147.xml"/><Relationship Id="rId14" Type="http://schemas.openxmlformats.org/officeDocument/2006/relationships/tags" Target="../tags/tag146.xml"/><Relationship Id="rId13" Type="http://schemas.openxmlformats.org/officeDocument/2006/relationships/tags" Target="../tags/tag145.xml"/><Relationship Id="rId12" Type="http://schemas.openxmlformats.org/officeDocument/2006/relationships/tags" Target="../tags/tag144.xml"/><Relationship Id="rId11" Type="http://schemas.openxmlformats.org/officeDocument/2006/relationships/tags" Target="../tags/tag143.xml"/><Relationship Id="rId10" Type="http://schemas.openxmlformats.org/officeDocument/2006/relationships/tags" Target="../tags/tag14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9" Type="http://schemas.openxmlformats.org/officeDocument/2006/relationships/tags" Target="../tags/tag268.xml"/><Relationship Id="rId68" Type="http://schemas.openxmlformats.org/officeDocument/2006/relationships/tags" Target="../tags/tag267.xml"/><Relationship Id="rId67" Type="http://schemas.openxmlformats.org/officeDocument/2006/relationships/tags" Target="../tags/tag266.xml"/><Relationship Id="rId66" Type="http://schemas.openxmlformats.org/officeDocument/2006/relationships/tags" Target="../tags/tag265.xml"/><Relationship Id="rId65" Type="http://schemas.openxmlformats.org/officeDocument/2006/relationships/tags" Target="../tags/tag264.xml"/><Relationship Id="rId64" Type="http://schemas.openxmlformats.org/officeDocument/2006/relationships/tags" Target="../tags/tag263.xml"/><Relationship Id="rId63" Type="http://schemas.openxmlformats.org/officeDocument/2006/relationships/tags" Target="../tags/tag262.xml"/><Relationship Id="rId62" Type="http://schemas.openxmlformats.org/officeDocument/2006/relationships/tags" Target="../tags/tag261.xml"/><Relationship Id="rId61" Type="http://schemas.openxmlformats.org/officeDocument/2006/relationships/tags" Target="../tags/tag260.xml"/><Relationship Id="rId60" Type="http://schemas.openxmlformats.org/officeDocument/2006/relationships/tags" Target="../tags/tag259.xml"/><Relationship Id="rId6" Type="http://schemas.openxmlformats.org/officeDocument/2006/relationships/tags" Target="../tags/tag205.xml"/><Relationship Id="rId59" Type="http://schemas.openxmlformats.org/officeDocument/2006/relationships/tags" Target="../tags/tag258.xml"/><Relationship Id="rId58" Type="http://schemas.openxmlformats.org/officeDocument/2006/relationships/tags" Target="../tags/tag257.xml"/><Relationship Id="rId57" Type="http://schemas.openxmlformats.org/officeDocument/2006/relationships/tags" Target="../tags/tag256.xml"/><Relationship Id="rId56" Type="http://schemas.openxmlformats.org/officeDocument/2006/relationships/tags" Target="../tags/tag255.xml"/><Relationship Id="rId55" Type="http://schemas.openxmlformats.org/officeDocument/2006/relationships/tags" Target="../tags/tag254.xml"/><Relationship Id="rId54" Type="http://schemas.openxmlformats.org/officeDocument/2006/relationships/tags" Target="../tags/tag253.xml"/><Relationship Id="rId53" Type="http://schemas.openxmlformats.org/officeDocument/2006/relationships/tags" Target="../tags/tag252.xml"/><Relationship Id="rId52" Type="http://schemas.openxmlformats.org/officeDocument/2006/relationships/tags" Target="../tags/tag251.xml"/><Relationship Id="rId51" Type="http://schemas.openxmlformats.org/officeDocument/2006/relationships/tags" Target="../tags/tag250.xml"/><Relationship Id="rId50" Type="http://schemas.openxmlformats.org/officeDocument/2006/relationships/tags" Target="../tags/tag249.xml"/><Relationship Id="rId5" Type="http://schemas.openxmlformats.org/officeDocument/2006/relationships/tags" Target="../tags/tag204.xml"/><Relationship Id="rId49" Type="http://schemas.openxmlformats.org/officeDocument/2006/relationships/tags" Target="../tags/tag248.xml"/><Relationship Id="rId48" Type="http://schemas.openxmlformats.org/officeDocument/2006/relationships/tags" Target="../tags/tag247.xml"/><Relationship Id="rId47" Type="http://schemas.openxmlformats.org/officeDocument/2006/relationships/tags" Target="../tags/tag246.xml"/><Relationship Id="rId46" Type="http://schemas.openxmlformats.org/officeDocument/2006/relationships/tags" Target="../tags/tag245.xml"/><Relationship Id="rId45" Type="http://schemas.openxmlformats.org/officeDocument/2006/relationships/tags" Target="../tags/tag244.xml"/><Relationship Id="rId44" Type="http://schemas.openxmlformats.org/officeDocument/2006/relationships/tags" Target="../tags/tag243.xml"/><Relationship Id="rId43" Type="http://schemas.openxmlformats.org/officeDocument/2006/relationships/tags" Target="../tags/tag242.xml"/><Relationship Id="rId42" Type="http://schemas.openxmlformats.org/officeDocument/2006/relationships/tags" Target="../tags/tag241.xml"/><Relationship Id="rId41" Type="http://schemas.openxmlformats.org/officeDocument/2006/relationships/tags" Target="../tags/tag240.xml"/><Relationship Id="rId40" Type="http://schemas.openxmlformats.org/officeDocument/2006/relationships/tags" Target="../tags/tag239.xml"/><Relationship Id="rId4" Type="http://schemas.openxmlformats.org/officeDocument/2006/relationships/tags" Target="../tags/tag203.xml"/><Relationship Id="rId39" Type="http://schemas.openxmlformats.org/officeDocument/2006/relationships/tags" Target="../tags/tag238.xml"/><Relationship Id="rId38" Type="http://schemas.openxmlformats.org/officeDocument/2006/relationships/tags" Target="../tags/tag237.xml"/><Relationship Id="rId37" Type="http://schemas.openxmlformats.org/officeDocument/2006/relationships/tags" Target="../tags/tag236.xml"/><Relationship Id="rId36" Type="http://schemas.openxmlformats.org/officeDocument/2006/relationships/tags" Target="../tags/tag235.xml"/><Relationship Id="rId35" Type="http://schemas.openxmlformats.org/officeDocument/2006/relationships/tags" Target="../tags/tag234.xml"/><Relationship Id="rId34" Type="http://schemas.openxmlformats.org/officeDocument/2006/relationships/tags" Target="../tags/tag233.xml"/><Relationship Id="rId33" Type="http://schemas.openxmlformats.org/officeDocument/2006/relationships/tags" Target="../tags/tag232.xml"/><Relationship Id="rId32" Type="http://schemas.openxmlformats.org/officeDocument/2006/relationships/tags" Target="../tags/tag231.xml"/><Relationship Id="rId31" Type="http://schemas.openxmlformats.org/officeDocument/2006/relationships/tags" Target="../tags/tag230.xml"/><Relationship Id="rId30" Type="http://schemas.openxmlformats.org/officeDocument/2006/relationships/tags" Target="../tags/tag229.xml"/><Relationship Id="rId3" Type="http://schemas.openxmlformats.org/officeDocument/2006/relationships/tags" Target="../tags/tag202.xml"/><Relationship Id="rId29" Type="http://schemas.openxmlformats.org/officeDocument/2006/relationships/tags" Target="../tags/tag228.xml"/><Relationship Id="rId28" Type="http://schemas.openxmlformats.org/officeDocument/2006/relationships/tags" Target="../tags/tag227.xml"/><Relationship Id="rId27" Type="http://schemas.openxmlformats.org/officeDocument/2006/relationships/tags" Target="../tags/tag226.xml"/><Relationship Id="rId26" Type="http://schemas.openxmlformats.org/officeDocument/2006/relationships/tags" Target="../tags/tag225.xml"/><Relationship Id="rId25" Type="http://schemas.openxmlformats.org/officeDocument/2006/relationships/tags" Target="../tags/tag224.xml"/><Relationship Id="rId24" Type="http://schemas.openxmlformats.org/officeDocument/2006/relationships/tags" Target="../tags/tag223.xml"/><Relationship Id="rId23" Type="http://schemas.openxmlformats.org/officeDocument/2006/relationships/tags" Target="../tags/tag222.xml"/><Relationship Id="rId22" Type="http://schemas.openxmlformats.org/officeDocument/2006/relationships/tags" Target="../tags/tag221.xml"/><Relationship Id="rId21" Type="http://schemas.openxmlformats.org/officeDocument/2006/relationships/tags" Target="../tags/tag220.xml"/><Relationship Id="rId20" Type="http://schemas.openxmlformats.org/officeDocument/2006/relationships/tags" Target="../tags/tag219.xml"/><Relationship Id="rId2" Type="http://schemas.openxmlformats.org/officeDocument/2006/relationships/tags" Target="../tags/tag201.xml"/><Relationship Id="rId19" Type="http://schemas.openxmlformats.org/officeDocument/2006/relationships/tags" Target="../tags/tag218.xml"/><Relationship Id="rId18" Type="http://schemas.openxmlformats.org/officeDocument/2006/relationships/tags" Target="../tags/tag217.xml"/><Relationship Id="rId17" Type="http://schemas.openxmlformats.org/officeDocument/2006/relationships/tags" Target="../tags/tag216.xml"/><Relationship Id="rId16" Type="http://schemas.openxmlformats.org/officeDocument/2006/relationships/tags" Target="../tags/tag215.xml"/><Relationship Id="rId15" Type="http://schemas.openxmlformats.org/officeDocument/2006/relationships/tags" Target="../tags/tag214.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76.xml"/><Relationship Id="rId8" Type="http://schemas.openxmlformats.org/officeDocument/2006/relationships/tags" Target="../tags/tag275.xml"/><Relationship Id="rId7" Type="http://schemas.openxmlformats.org/officeDocument/2006/relationships/tags" Target="../tags/tag274.xml"/><Relationship Id="rId68" Type="http://schemas.openxmlformats.org/officeDocument/2006/relationships/tags" Target="../tags/tag335.xml"/><Relationship Id="rId67" Type="http://schemas.openxmlformats.org/officeDocument/2006/relationships/tags" Target="../tags/tag334.xml"/><Relationship Id="rId66" Type="http://schemas.openxmlformats.org/officeDocument/2006/relationships/tags" Target="../tags/tag333.xml"/><Relationship Id="rId65" Type="http://schemas.openxmlformats.org/officeDocument/2006/relationships/tags" Target="../tags/tag332.xml"/><Relationship Id="rId64" Type="http://schemas.openxmlformats.org/officeDocument/2006/relationships/tags" Target="../tags/tag331.xml"/><Relationship Id="rId63" Type="http://schemas.openxmlformats.org/officeDocument/2006/relationships/tags" Target="../tags/tag330.xml"/><Relationship Id="rId62" Type="http://schemas.openxmlformats.org/officeDocument/2006/relationships/tags" Target="../tags/tag329.xml"/><Relationship Id="rId61" Type="http://schemas.openxmlformats.org/officeDocument/2006/relationships/tags" Target="../tags/tag328.xml"/><Relationship Id="rId60" Type="http://schemas.openxmlformats.org/officeDocument/2006/relationships/tags" Target="../tags/tag327.xml"/><Relationship Id="rId6" Type="http://schemas.openxmlformats.org/officeDocument/2006/relationships/tags" Target="../tags/tag273.xml"/><Relationship Id="rId59" Type="http://schemas.openxmlformats.org/officeDocument/2006/relationships/tags" Target="../tags/tag326.xml"/><Relationship Id="rId58" Type="http://schemas.openxmlformats.org/officeDocument/2006/relationships/tags" Target="../tags/tag325.xml"/><Relationship Id="rId57" Type="http://schemas.openxmlformats.org/officeDocument/2006/relationships/tags" Target="../tags/tag324.xml"/><Relationship Id="rId56" Type="http://schemas.openxmlformats.org/officeDocument/2006/relationships/tags" Target="../tags/tag323.xml"/><Relationship Id="rId55" Type="http://schemas.openxmlformats.org/officeDocument/2006/relationships/tags" Target="../tags/tag322.xml"/><Relationship Id="rId54" Type="http://schemas.openxmlformats.org/officeDocument/2006/relationships/tags" Target="../tags/tag321.xml"/><Relationship Id="rId53" Type="http://schemas.openxmlformats.org/officeDocument/2006/relationships/tags" Target="../tags/tag320.xml"/><Relationship Id="rId52" Type="http://schemas.openxmlformats.org/officeDocument/2006/relationships/tags" Target="../tags/tag319.xml"/><Relationship Id="rId51" Type="http://schemas.openxmlformats.org/officeDocument/2006/relationships/tags" Target="../tags/tag318.xml"/><Relationship Id="rId50" Type="http://schemas.openxmlformats.org/officeDocument/2006/relationships/tags" Target="../tags/tag317.xml"/><Relationship Id="rId5" Type="http://schemas.openxmlformats.org/officeDocument/2006/relationships/tags" Target="../tags/tag272.xml"/><Relationship Id="rId49" Type="http://schemas.openxmlformats.org/officeDocument/2006/relationships/tags" Target="../tags/tag316.xml"/><Relationship Id="rId48" Type="http://schemas.openxmlformats.org/officeDocument/2006/relationships/tags" Target="../tags/tag315.xml"/><Relationship Id="rId47" Type="http://schemas.openxmlformats.org/officeDocument/2006/relationships/tags" Target="../tags/tag314.xml"/><Relationship Id="rId46" Type="http://schemas.openxmlformats.org/officeDocument/2006/relationships/tags" Target="../tags/tag313.xml"/><Relationship Id="rId45" Type="http://schemas.openxmlformats.org/officeDocument/2006/relationships/tags" Target="../tags/tag312.xml"/><Relationship Id="rId44" Type="http://schemas.openxmlformats.org/officeDocument/2006/relationships/tags" Target="../tags/tag311.xml"/><Relationship Id="rId43" Type="http://schemas.openxmlformats.org/officeDocument/2006/relationships/tags" Target="../tags/tag310.xml"/><Relationship Id="rId42" Type="http://schemas.openxmlformats.org/officeDocument/2006/relationships/tags" Target="../tags/tag309.xml"/><Relationship Id="rId41" Type="http://schemas.openxmlformats.org/officeDocument/2006/relationships/tags" Target="../tags/tag308.xml"/><Relationship Id="rId40" Type="http://schemas.openxmlformats.org/officeDocument/2006/relationships/tags" Target="../tags/tag307.xml"/><Relationship Id="rId4" Type="http://schemas.openxmlformats.org/officeDocument/2006/relationships/tags" Target="../tags/tag271.xml"/><Relationship Id="rId39" Type="http://schemas.openxmlformats.org/officeDocument/2006/relationships/tags" Target="../tags/tag306.xml"/><Relationship Id="rId38" Type="http://schemas.openxmlformats.org/officeDocument/2006/relationships/tags" Target="../tags/tag305.xml"/><Relationship Id="rId37" Type="http://schemas.openxmlformats.org/officeDocument/2006/relationships/tags" Target="../tags/tag304.xml"/><Relationship Id="rId36" Type="http://schemas.openxmlformats.org/officeDocument/2006/relationships/tags" Target="../tags/tag303.xml"/><Relationship Id="rId35" Type="http://schemas.openxmlformats.org/officeDocument/2006/relationships/tags" Target="../tags/tag302.xml"/><Relationship Id="rId34" Type="http://schemas.openxmlformats.org/officeDocument/2006/relationships/tags" Target="../tags/tag301.xml"/><Relationship Id="rId33" Type="http://schemas.openxmlformats.org/officeDocument/2006/relationships/tags" Target="../tags/tag300.xml"/><Relationship Id="rId32" Type="http://schemas.openxmlformats.org/officeDocument/2006/relationships/tags" Target="../tags/tag299.xml"/><Relationship Id="rId31" Type="http://schemas.openxmlformats.org/officeDocument/2006/relationships/tags" Target="../tags/tag298.xml"/><Relationship Id="rId30" Type="http://schemas.openxmlformats.org/officeDocument/2006/relationships/tags" Target="../tags/tag297.xml"/><Relationship Id="rId3" Type="http://schemas.openxmlformats.org/officeDocument/2006/relationships/tags" Target="../tags/tag270.xml"/><Relationship Id="rId29" Type="http://schemas.openxmlformats.org/officeDocument/2006/relationships/tags" Target="../tags/tag296.xml"/><Relationship Id="rId28" Type="http://schemas.openxmlformats.org/officeDocument/2006/relationships/tags" Target="../tags/tag295.xml"/><Relationship Id="rId27" Type="http://schemas.openxmlformats.org/officeDocument/2006/relationships/tags" Target="../tags/tag294.xml"/><Relationship Id="rId26" Type="http://schemas.openxmlformats.org/officeDocument/2006/relationships/tags" Target="../tags/tag293.xml"/><Relationship Id="rId25" Type="http://schemas.openxmlformats.org/officeDocument/2006/relationships/tags" Target="../tags/tag292.xml"/><Relationship Id="rId24" Type="http://schemas.openxmlformats.org/officeDocument/2006/relationships/tags" Target="../tags/tag291.xml"/><Relationship Id="rId23" Type="http://schemas.openxmlformats.org/officeDocument/2006/relationships/tags" Target="../tags/tag290.xml"/><Relationship Id="rId22" Type="http://schemas.openxmlformats.org/officeDocument/2006/relationships/tags" Target="../tags/tag289.xml"/><Relationship Id="rId21" Type="http://schemas.openxmlformats.org/officeDocument/2006/relationships/tags" Target="../tags/tag288.xml"/><Relationship Id="rId20" Type="http://schemas.openxmlformats.org/officeDocument/2006/relationships/tags" Target="../tags/tag287.xml"/><Relationship Id="rId2" Type="http://schemas.openxmlformats.org/officeDocument/2006/relationships/tags" Target="../tags/tag269.xml"/><Relationship Id="rId19" Type="http://schemas.openxmlformats.org/officeDocument/2006/relationships/tags" Target="../tags/tag286.xml"/><Relationship Id="rId18" Type="http://schemas.openxmlformats.org/officeDocument/2006/relationships/tags" Target="../tags/tag285.xml"/><Relationship Id="rId17" Type="http://schemas.openxmlformats.org/officeDocument/2006/relationships/tags" Target="../tags/tag284.xml"/><Relationship Id="rId16" Type="http://schemas.openxmlformats.org/officeDocument/2006/relationships/tags" Target="../tags/tag283.xml"/><Relationship Id="rId15" Type="http://schemas.openxmlformats.org/officeDocument/2006/relationships/tags" Target="../tags/tag282.xml"/><Relationship Id="rId14" Type="http://schemas.openxmlformats.org/officeDocument/2006/relationships/tags" Target="../tags/tag281.xml"/><Relationship Id="rId13" Type="http://schemas.openxmlformats.org/officeDocument/2006/relationships/tags" Target="../tags/tag280.xml"/><Relationship Id="rId12" Type="http://schemas.openxmlformats.org/officeDocument/2006/relationships/tags" Target="../tags/tag279.xml"/><Relationship Id="rId11" Type="http://schemas.openxmlformats.org/officeDocument/2006/relationships/tags" Target="../tags/tag278.xml"/><Relationship Id="rId10" Type="http://schemas.openxmlformats.org/officeDocument/2006/relationships/tags" Target="../tags/tag27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2" name="矩形 4"/>
          <p:cNvSpPr/>
          <p:nvPr userDrawn="1">
            <p:custDataLst>
              <p:tags r:id="rId2"/>
            </p:custDataLst>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userDrawn="1">
            <p:custDataLst>
              <p:tags r:id="rId3"/>
            </p:custDataLst>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custDataLst>
              <p:tags r:id="rId4"/>
            </p:custDataLst>
          </p:nvPr>
        </p:nvSpPr>
        <p:spPr>
          <a:xfrm>
            <a:off x="323185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userDrawn="1">
            <p:custDataLst>
              <p:tags r:id="rId5"/>
            </p:custDataLst>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userDrawn="1">
            <p:custDataLst>
              <p:tags r:id="rId6"/>
            </p:custDataLst>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项目背景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userDrawn="1">
            <p:custDataLst>
              <p:tags r:id="rId7"/>
            </p:custDataLst>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项目目标</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userDrawn="1">
            <p:custDataLst>
              <p:tags r:id="rId8"/>
            </p:custDataLst>
          </p:nvPr>
        </p:nvSpPr>
        <p:spPr>
          <a:xfrm>
            <a:off x="6778625" y="215900"/>
            <a:ext cx="144399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项目现状与发展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userDrawn="1">
            <p:custDataLst>
              <p:tags r:id="rId9"/>
            </p:custDataLst>
          </p:nvPr>
        </p:nvSpPr>
        <p:spPr>
          <a:xfrm>
            <a:off x="8480425" y="215900"/>
            <a:ext cx="143319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项目创新与特色</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userDrawn="1">
            <p:custDataLst>
              <p:tags r:id="rId10"/>
            </p:custDataLst>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userDrawn="1">
            <p:custDataLst>
              <p:tags r:id="rId11"/>
            </p:custDataLst>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2"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2"/>
            </p:custDataLst>
          </p:nvPr>
        </p:nvGrpSpPr>
        <p:grpSpPr>
          <a:xfrm>
            <a:off x="339247" y="112014"/>
            <a:ext cx="1666002" cy="550935"/>
            <a:chOff x="2629947" y="2501424"/>
            <a:chExt cx="5609900" cy="1855152"/>
          </a:xfrm>
          <a:solidFill>
            <a:srgbClr val="0070C0"/>
          </a:solidFill>
        </p:grpSpPr>
        <p:grpSp>
          <p:nvGrpSpPr>
            <p:cNvPr id="36" name="iSľîďê"/>
            <p:cNvGrpSpPr/>
            <p:nvPr/>
          </p:nvGrpSpPr>
          <p:grpSpPr>
            <a:xfrm>
              <a:off x="2629947" y="2501424"/>
              <a:ext cx="1847550" cy="1855152"/>
              <a:chOff x="3216275" y="2651125"/>
              <a:chExt cx="1543050" cy="1549400"/>
            </a:xfrm>
            <a:grpFill/>
          </p:grpSpPr>
          <p:sp>
            <p:nvSpPr>
              <p:cNvPr id="74" name="îśľíḓè"/>
              <p:cNvSpPr/>
              <p:nvPr>
                <p:custDataLst>
                  <p:tags r:id="rId13"/>
                </p:custDataLst>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şḷïďe"/>
              <p:cNvSpPr/>
              <p:nvPr>
                <p:custDataLst>
                  <p:tags r:id="rId14"/>
                </p:custDataLst>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şľïďê"/>
              <p:cNvSpPr/>
              <p:nvPr>
                <p:custDataLst>
                  <p:tags r:id="rId15"/>
                </p:custDataLst>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ŝľíḍê"/>
              <p:cNvSpPr/>
              <p:nvPr>
                <p:custDataLst>
                  <p:tags r:id="rId16"/>
                </p:custDataLst>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îṥḻiḓe"/>
              <p:cNvSpPr/>
              <p:nvPr>
                <p:custDataLst>
                  <p:tags r:id="rId17"/>
                </p:custDataLst>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ľíḓè"/>
              <p:cNvSpPr/>
              <p:nvPr>
                <p:custDataLst>
                  <p:tags r:id="rId18"/>
                </p:custDataLst>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iS1îdè"/>
              <p:cNvSpPr/>
              <p:nvPr>
                <p:custDataLst>
                  <p:tags r:id="rId19"/>
                </p:custDataLst>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ṣḷîḓe"/>
              <p:cNvSpPr/>
              <p:nvPr>
                <p:custDataLst>
                  <p:tags r:id="rId20"/>
                </p:custDataLst>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ŝḻiḑe"/>
              <p:cNvSpPr/>
              <p:nvPr>
                <p:custDataLst>
                  <p:tags r:id="rId21"/>
                </p:custDataLst>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śḻîďe"/>
              <p:cNvSpPr/>
              <p:nvPr>
                <p:custDataLst>
                  <p:tags r:id="rId22"/>
                </p:custDataLst>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1îḓê"/>
              <p:cNvSpPr/>
              <p:nvPr>
                <p:custDataLst>
                  <p:tags r:id="rId23"/>
                </p:custDataLst>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Slïďê"/>
              <p:cNvSpPr/>
              <p:nvPr>
                <p:custDataLst>
                  <p:tags r:id="rId24"/>
                </p:custDataLst>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ïṡļiḑê"/>
              <p:cNvSpPr/>
              <p:nvPr>
                <p:custDataLst>
                  <p:tags r:id="rId25"/>
                </p:custDataLst>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iSḷïde"/>
              <p:cNvSpPr/>
              <p:nvPr>
                <p:custDataLst>
                  <p:tags r:id="rId26"/>
                </p:custDataLst>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šļiďè"/>
              <p:cNvSpPr/>
              <p:nvPr>
                <p:custDataLst>
                  <p:tags r:id="rId27"/>
                </p:custDataLst>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ṡ1ïdê"/>
              <p:cNvSpPr/>
              <p:nvPr>
                <p:custDataLst>
                  <p:tags r:id="rId28"/>
                </p:custDataLst>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sḻiḓê"/>
              <p:cNvSpPr/>
              <p:nvPr>
                <p:custDataLst>
                  <p:tags r:id="rId29"/>
                </p:custDataLst>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ḷiḍe"/>
              <p:cNvSpPr/>
              <p:nvPr>
                <p:custDataLst>
                  <p:tags r:id="rId30"/>
                </p:custDataLst>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ṩḷiḑê"/>
              <p:cNvSpPr/>
              <p:nvPr>
                <p:custDataLst>
                  <p:tags r:id="rId31"/>
                </p:custDataLst>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ṧliḋê"/>
              <p:cNvSpPr/>
              <p:nvPr>
                <p:custDataLst>
                  <p:tags r:id="rId32"/>
                </p:custDataLst>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iŝ1îḍé"/>
              <p:cNvSpPr/>
              <p:nvPr>
                <p:custDataLst>
                  <p:tags r:id="rId33"/>
                </p:custDataLst>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lîďè"/>
              <p:cNvSpPr/>
              <p:nvPr>
                <p:custDataLst>
                  <p:tags r:id="rId34"/>
                </p:custDataLst>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şliďe"/>
              <p:cNvSpPr/>
              <p:nvPr>
                <p:custDataLst>
                  <p:tags r:id="rId35"/>
                </p:custDataLst>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śļíḑè"/>
              <p:cNvSpPr/>
              <p:nvPr>
                <p:custDataLst>
                  <p:tags r:id="rId36"/>
                </p:custDataLst>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ṥḷíḍè"/>
              <p:cNvSpPr/>
              <p:nvPr>
                <p:custDataLst>
                  <p:tags r:id="rId37"/>
                </p:custDataLst>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ïSḻiḓe"/>
              <p:cNvSpPr/>
              <p:nvPr>
                <p:custDataLst>
                  <p:tags r:id="rId38"/>
                </p:custDataLst>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sļiḋé"/>
              <p:cNvSpPr/>
              <p:nvPr>
                <p:custDataLst>
                  <p:tags r:id="rId39"/>
                </p:custDataLst>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şľídé"/>
              <p:cNvSpPr/>
              <p:nvPr>
                <p:custDataLst>
                  <p:tags r:id="rId40"/>
                </p:custDataLst>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37" name="îṡḻiḓê"/>
            <p:cNvSpPr/>
            <p:nvPr>
              <p:custDataLst>
                <p:tags r:id="rId41"/>
              </p:custDataLst>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š1îďê"/>
            <p:cNvSpPr/>
            <p:nvPr>
              <p:custDataLst>
                <p:tags r:id="rId42"/>
              </p:custDataLst>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39" name="íṩlíḍe"/>
            <p:cNvGrpSpPr/>
            <p:nvPr/>
          </p:nvGrpSpPr>
          <p:grpSpPr>
            <a:xfrm>
              <a:off x="4589708" y="2583543"/>
              <a:ext cx="742163" cy="1193232"/>
              <a:chOff x="4691308" y="2684429"/>
              <a:chExt cx="679414" cy="1092346"/>
            </a:xfrm>
            <a:grpFill/>
          </p:grpSpPr>
          <p:sp>
            <p:nvSpPr>
              <p:cNvPr id="71" name="ïṡľïďê"/>
              <p:cNvSpPr/>
              <p:nvPr>
                <p:custDataLst>
                  <p:tags r:id="rId43"/>
                </p:custDataLst>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šlíḍé"/>
              <p:cNvSpPr/>
              <p:nvPr>
                <p:custDataLst>
                  <p:tags r:id="rId44"/>
                </p:custDataLst>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1ïḍé"/>
              <p:cNvSpPr/>
              <p:nvPr>
                <p:custDataLst>
                  <p:tags r:id="rId45"/>
                </p:custDataLst>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0" name="î$1idè"/>
            <p:cNvGrpSpPr/>
            <p:nvPr/>
          </p:nvGrpSpPr>
          <p:grpSpPr>
            <a:xfrm>
              <a:off x="7561942" y="2580837"/>
              <a:ext cx="677905" cy="1186334"/>
              <a:chOff x="7344147" y="2674826"/>
              <a:chExt cx="624197" cy="1092345"/>
            </a:xfrm>
            <a:grpFill/>
          </p:grpSpPr>
          <p:sp>
            <p:nvSpPr>
              <p:cNvPr id="67" name="ïṩľiḓe"/>
              <p:cNvSpPr/>
              <p:nvPr>
                <p:custDataLst>
                  <p:tags r:id="rId46"/>
                </p:custDataLst>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íṣlïḓê"/>
              <p:cNvSpPr/>
              <p:nvPr>
                <p:custDataLst>
                  <p:tags r:id="rId47"/>
                </p:custDataLst>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šlîḍê"/>
              <p:cNvSpPr/>
              <p:nvPr>
                <p:custDataLst>
                  <p:tags r:id="rId48"/>
                </p:custDataLst>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1îḓe"/>
              <p:cNvSpPr/>
              <p:nvPr>
                <p:custDataLst>
                  <p:tags r:id="rId49"/>
                </p:custDataLst>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1" name="ïŝḻïdè"/>
            <p:cNvGrpSpPr/>
            <p:nvPr/>
          </p:nvGrpSpPr>
          <p:grpSpPr>
            <a:xfrm>
              <a:off x="4649513" y="3946051"/>
              <a:ext cx="3567404" cy="243887"/>
              <a:chOff x="4649503" y="3967974"/>
              <a:chExt cx="3246722" cy="221964"/>
            </a:xfrm>
            <a:grpFill/>
          </p:grpSpPr>
          <p:sp>
            <p:nvSpPr>
              <p:cNvPr id="42" name="í$ḻiḓé"/>
              <p:cNvSpPr/>
              <p:nvPr>
                <p:custDataLst>
                  <p:tags r:id="rId50"/>
                </p:custDataLst>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ïṡľîḓé"/>
              <p:cNvSpPr/>
              <p:nvPr>
                <p:custDataLst>
                  <p:tags r:id="rId51"/>
                </p:custDataLst>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ṥļíḑè"/>
              <p:cNvSpPr/>
              <p:nvPr>
                <p:custDataLst>
                  <p:tags r:id="rId52"/>
                </p:custDataLst>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îŝliḍé"/>
              <p:cNvSpPr/>
              <p:nvPr>
                <p:custDataLst>
                  <p:tags r:id="rId53"/>
                </p:custDataLst>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ŝļiďè"/>
              <p:cNvSpPr/>
              <p:nvPr>
                <p:custDataLst>
                  <p:tags r:id="rId54"/>
                </p:custDataLst>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ṩḷiḓé"/>
              <p:cNvSpPr/>
              <p:nvPr>
                <p:custDataLst>
                  <p:tags r:id="rId55"/>
                </p:custDataLst>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ḷíďè"/>
              <p:cNvSpPr/>
              <p:nvPr>
                <p:custDataLst>
                  <p:tags r:id="rId56"/>
                </p:custDataLst>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íś1îdê"/>
              <p:cNvSpPr/>
              <p:nvPr>
                <p:custDataLst>
                  <p:tags r:id="rId57"/>
                </p:custDataLst>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ṧļîḓe"/>
              <p:cNvSpPr/>
              <p:nvPr>
                <p:custDataLst>
                  <p:tags r:id="rId58"/>
                </p:custDataLst>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ḷíḑe"/>
              <p:cNvSpPr/>
              <p:nvPr>
                <p:custDataLst>
                  <p:tags r:id="rId59"/>
                </p:custDataLst>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šļiďè"/>
              <p:cNvSpPr/>
              <p:nvPr>
                <p:custDataLst>
                  <p:tags r:id="rId60"/>
                </p:custDataLst>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ṡḷïdè"/>
              <p:cNvSpPr/>
              <p:nvPr>
                <p:custDataLst>
                  <p:tags r:id="rId61"/>
                </p:custDataLst>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śḻïḓe"/>
              <p:cNvSpPr/>
              <p:nvPr>
                <p:custDataLst>
                  <p:tags r:id="rId62"/>
                </p:custDataLst>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šļîḓe"/>
              <p:cNvSpPr/>
              <p:nvPr>
                <p:custDataLst>
                  <p:tags r:id="rId63"/>
                </p:custDataLst>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ïšḷîḋé"/>
              <p:cNvSpPr/>
              <p:nvPr>
                <p:custDataLst>
                  <p:tags r:id="rId64"/>
                </p:custDataLst>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ïšļïḋê"/>
              <p:cNvSpPr/>
              <p:nvPr>
                <p:custDataLst>
                  <p:tags r:id="rId65"/>
                </p:custDataLst>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śľïḓê"/>
              <p:cNvSpPr/>
              <p:nvPr>
                <p:custDataLst>
                  <p:tags r:id="rId66"/>
                </p:custDataLst>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iṩḷiḋé"/>
              <p:cNvSpPr/>
              <p:nvPr>
                <p:custDataLst>
                  <p:tags r:id="rId67"/>
                </p:custDataLst>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4_标题幻灯片">
    <p:spTree>
      <p:nvGrpSpPr>
        <p:cNvPr id="1" name=""/>
        <p:cNvGrpSpPr/>
        <p:nvPr/>
      </p:nvGrpSpPr>
      <p:grpSpPr>
        <a:xfrm>
          <a:off x="0" y="0"/>
          <a:ext cx="0" cy="0"/>
          <a:chOff x="0" y="0"/>
          <a:chExt cx="0" cy="0"/>
        </a:xfrm>
      </p:grpSpPr>
      <p:sp>
        <p:nvSpPr>
          <p:cNvPr id="22" name="矩形 4"/>
          <p:cNvSpPr/>
          <p:nvPr userDrawn="1">
            <p:custDataLst>
              <p:tags r:id="rId2"/>
            </p:custDataLst>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userDrawn="1">
            <p:custDataLst>
              <p:tags r:id="rId3"/>
            </p:custDataLst>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custDataLst>
              <p:tags r:id="rId4"/>
            </p:custDataLst>
          </p:nvPr>
        </p:nvSpPr>
        <p:spPr>
          <a:xfrm>
            <a:off x="4897455"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userDrawn="1">
            <p:custDataLst>
              <p:tags r:id="rId5"/>
            </p:custDataLst>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userDrawn="1">
            <p:custDataLst>
              <p:tags r:id="rId6"/>
            </p:custDataLst>
          </p:nvPr>
        </p:nvSpPr>
        <p:spPr>
          <a:xfrm>
            <a:off x="3374314" y="206378"/>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userDrawn="1">
            <p:custDataLst>
              <p:tags r:id="rId7"/>
            </p:custDataLst>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rPr>
              <a:t>项目目标</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userDrawn="1">
            <p:custDataLst>
              <p:tags r:id="rId8"/>
            </p:custDataLst>
          </p:nvPr>
        </p:nvSpPr>
        <p:spPr>
          <a:xfrm>
            <a:off x="6778625" y="215900"/>
            <a:ext cx="144399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项目现状与发展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userDrawn="1">
            <p:custDataLst>
              <p:tags r:id="rId9"/>
            </p:custDataLst>
          </p:nvPr>
        </p:nvSpPr>
        <p:spPr>
          <a:xfrm>
            <a:off x="8480425" y="215900"/>
            <a:ext cx="143319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项目创新与特色</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userDrawn="1">
            <p:custDataLst>
              <p:tags r:id="rId10"/>
            </p:custDataLst>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userDrawn="1">
            <p:custDataLst>
              <p:tags r:id="rId11"/>
            </p:custDataLst>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2"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2"/>
            </p:custDataLst>
          </p:nvPr>
        </p:nvGrpSpPr>
        <p:grpSpPr>
          <a:xfrm>
            <a:off x="339247" y="112014"/>
            <a:ext cx="1666002" cy="550935"/>
            <a:chOff x="2629947" y="2501424"/>
            <a:chExt cx="5609900" cy="1855152"/>
          </a:xfrm>
          <a:solidFill>
            <a:srgbClr val="0070C0"/>
          </a:solidFill>
        </p:grpSpPr>
        <p:grpSp>
          <p:nvGrpSpPr>
            <p:cNvPr id="36" name="iSľîďê"/>
            <p:cNvGrpSpPr/>
            <p:nvPr/>
          </p:nvGrpSpPr>
          <p:grpSpPr>
            <a:xfrm>
              <a:off x="2629947" y="2501424"/>
              <a:ext cx="1847550" cy="1855152"/>
              <a:chOff x="3216275" y="2651125"/>
              <a:chExt cx="1543050" cy="1549400"/>
            </a:xfrm>
            <a:grpFill/>
          </p:grpSpPr>
          <p:sp>
            <p:nvSpPr>
              <p:cNvPr id="74" name="îśľíḓè"/>
              <p:cNvSpPr/>
              <p:nvPr>
                <p:custDataLst>
                  <p:tags r:id="rId13"/>
                </p:custDataLst>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şḷïďe"/>
              <p:cNvSpPr/>
              <p:nvPr>
                <p:custDataLst>
                  <p:tags r:id="rId14"/>
                </p:custDataLst>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şľïďê"/>
              <p:cNvSpPr/>
              <p:nvPr>
                <p:custDataLst>
                  <p:tags r:id="rId15"/>
                </p:custDataLst>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ŝľíḍê"/>
              <p:cNvSpPr/>
              <p:nvPr>
                <p:custDataLst>
                  <p:tags r:id="rId16"/>
                </p:custDataLst>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îṥḻiḓe"/>
              <p:cNvSpPr/>
              <p:nvPr>
                <p:custDataLst>
                  <p:tags r:id="rId17"/>
                </p:custDataLst>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ľíḓè"/>
              <p:cNvSpPr/>
              <p:nvPr>
                <p:custDataLst>
                  <p:tags r:id="rId18"/>
                </p:custDataLst>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iS1îdè"/>
              <p:cNvSpPr/>
              <p:nvPr>
                <p:custDataLst>
                  <p:tags r:id="rId19"/>
                </p:custDataLst>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ṣḷîḓe"/>
              <p:cNvSpPr/>
              <p:nvPr>
                <p:custDataLst>
                  <p:tags r:id="rId20"/>
                </p:custDataLst>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ŝḻiḑe"/>
              <p:cNvSpPr/>
              <p:nvPr>
                <p:custDataLst>
                  <p:tags r:id="rId21"/>
                </p:custDataLst>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śḻîďe"/>
              <p:cNvSpPr/>
              <p:nvPr>
                <p:custDataLst>
                  <p:tags r:id="rId22"/>
                </p:custDataLst>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1îḓê"/>
              <p:cNvSpPr/>
              <p:nvPr>
                <p:custDataLst>
                  <p:tags r:id="rId23"/>
                </p:custDataLst>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Slïďê"/>
              <p:cNvSpPr/>
              <p:nvPr>
                <p:custDataLst>
                  <p:tags r:id="rId24"/>
                </p:custDataLst>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ïṡļiḑê"/>
              <p:cNvSpPr/>
              <p:nvPr>
                <p:custDataLst>
                  <p:tags r:id="rId25"/>
                </p:custDataLst>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iSḷïde"/>
              <p:cNvSpPr/>
              <p:nvPr>
                <p:custDataLst>
                  <p:tags r:id="rId26"/>
                </p:custDataLst>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šļiďè"/>
              <p:cNvSpPr/>
              <p:nvPr>
                <p:custDataLst>
                  <p:tags r:id="rId27"/>
                </p:custDataLst>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ṡ1ïdê"/>
              <p:cNvSpPr/>
              <p:nvPr>
                <p:custDataLst>
                  <p:tags r:id="rId28"/>
                </p:custDataLst>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sḻiḓê"/>
              <p:cNvSpPr/>
              <p:nvPr>
                <p:custDataLst>
                  <p:tags r:id="rId29"/>
                </p:custDataLst>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ḷiḍe"/>
              <p:cNvSpPr/>
              <p:nvPr>
                <p:custDataLst>
                  <p:tags r:id="rId30"/>
                </p:custDataLst>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ṩḷiḑê"/>
              <p:cNvSpPr/>
              <p:nvPr>
                <p:custDataLst>
                  <p:tags r:id="rId31"/>
                </p:custDataLst>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ṧliḋê"/>
              <p:cNvSpPr/>
              <p:nvPr>
                <p:custDataLst>
                  <p:tags r:id="rId32"/>
                </p:custDataLst>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iŝ1îḍé"/>
              <p:cNvSpPr/>
              <p:nvPr>
                <p:custDataLst>
                  <p:tags r:id="rId33"/>
                </p:custDataLst>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lîďè"/>
              <p:cNvSpPr/>
              <p:nvPr>
                <p:custDataLst>
                  <p:tags r:id="rId34"/>
                </p:custDataLst>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şliďe"/>
              <p:cNvSpPr/>
              <p:nvPr>
                <p:custDataLst>
                  <p:tags r:id="rId35"/>
                </p:custDataLst>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śļíḑè"/>
              <p:cNvSpPr/>
              <p:nvPr>
                <p:custDataLst>
                  <p:tags r:id="rId36"/>
                </p:custDataLst>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ṥḷíḍè"/>
              <p:cNvSpPr/>
              <p:nvPr>
                <p:custDataLst>
                  <p:tags r:id="rId37"/>
                </p:custDataLst>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ïSḻiḓe"/>
              <p:cNvSpPr/>
              <p:nvPr>
                <p:custDataLst>
                  <p:tags r:id="rId38"/>
                </p:custDataLst>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sļiḋé"/>
              <p:cNvSpPr/>
              <p:nvPr>
                <p:custDataLst>
                  <p:tags r:id="rId39"/>
                </p:custDataLst>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şľídé"/>
              <p:cNvSpPr/>
              <p:nvPr>
                <p:custDataLst>
                  <p:tags r:id="rId40"/>
                </p:custDataLst>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37" name="îṡḻiḓê"/>
            <p:cNvSpPr/>
            <p:nvPr>
              <p:custDataLst>
                <p:tags r:id="rId41"/>
              </p:custDataLst>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š1îďê"/>
            <p:cNvSpPr/>
            <p:nvPr>
              <p:custDataLst>
                <p:tags r:id="rId42"/>
              </p:custDataLst>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39" name="íṩlíḍe"/>
            <p:cNvGrpSpPr/>
            <p:nvPr/>
          </p:nvGrpSpPr>
          <p:grpSpPr>
            <a:xfrm>
              <a:off x="4589708" y="2583543"/>
              <a:ext cx="742163" cy="1193232"/>
              <a:chOff x="4691308" y="2684429"/>
              <a:chExt cx="679414" cy="1092346"/>
            </a:xfrm>
            <a:grpFill/>
          </p:grpSpPr>
          <p:sp>
            <p:nvSpPr>
              <p:cNvPr id="71" name="ïṡľïďê"/>
              <p:cNvSpPr/>
              <p:nvPr>
                <p:custDataLst>
                  <p:tags r:id="rId43"/>
                </p:custDataLst>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šlíḍé"/>
              <p:cNvSpPr/>
              <p:nvPr>
                <p:custDataLst>
                  <p:tags r:id="rId44"/>
                </p:custDataLst>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1ïḍé"/>
              <p:cNvSpPr/>
              <p:nvPr>
                <p:custDataLst>
                  <p:tags r:id="rId45"/>
                </p:custDataLst>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0" name="î$1idè"/>
            <p:cNvGrpSpPr/>
            <p:nvPr/>
          </p:nvGrpSpPr>
          <p:grpSpPr>
            <a:xfrm>
              <a:off x="7561942" y="2580837"/>
              <a:ext cx="677905" cy="1186334"/>
              <a:chOff x="7344147" y="2674826"/>
              <a:chExt cx="624197" cy="1092345"/>
            </a:xfrm>
            <a:grpFill/>
          </p:grpSpPr>
          <p:sp>
            <p:nvSpPr>
              <p:cNvPr id="67" name="ïṩľiḓe"/>
              <p:cNvSpPr/>
              <p:nvPr>
                <p:custDataLst>
                  <p:tags r:id="rId46"/>
                </p:custDataLst>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íṣlïḓê"/>
              <p:cNvSpPr/>
              <p:nvPr>
                <p:custDataLst>
                  <p:tags r:id="rId47"/>
                </p:custDataLst>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šlîḍê"/>
              <p:cNvSpPr/>
              <p:nvPr>
                <p:custDataLst>
                  <p:tags r:id="rId48"/>
                </p:custDataLst>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1îḓe"/>
              <p:cNvSpPr/>
              <p:nvPr>
                <p:custDataLst>
                  <p:tags r:id="rId49"/>
                </p:custDataLst>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1" name="ïŝḻïdè"/>
            <p:cNvGrpSpPr/>
            <p:nvPr/>
          </p:nvGrpSpPr>
          <p:grpSpPr>
            <a:xfrm>
              <a:off x="4649513" y="3946051"/>
              <a:ext cx="3567404" cy="243887"/>
              <a:chOff x="4649503" y="3967974"/>
              <a:chExt cx="3246722" cy="221964"/>
            </a:xfrm>
            <a:grpFill/>
          </p:grpSpPr>
          <p:sp>
            <p:nvSpPr>
              <p:cNvPr id="42" name="í$ḻiḓé"/>
              <p:cNvSpPr/>
              <p:nvPr>
                <p:custDataLst>
                  <p:tags r:id="rId50"/>
                </p:custDataLst>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ïṡľîḓé"/>
              <p:cNvSpPr/>
              <p:nvPr>
                <p:custDataLst>
                  <p:tags r:id="rId51"/>
                </p:custDataLst>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ṥļíḑè"/>
              <p:cNvSpPr/>
              <p:nvPr>
                <p:custDataLst>
                  <p:tags r:id="rId52"/>
                </p:custDataLst>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îŝliḍé"/>
              <p:cNvSpPr/>
              <p:nvPr>
                <p:custDataLst>
                  <p:tags r:id="rId53"/>
                </p:custDataLst>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ŝļiďè"/>
              <p:cNvSpPr/>
              <p:nvPr>
                <p:custDataLst>
                  <p:tags r:id="rId54"/>
                </p:custDataLst>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ṩḷiḓé"/>
              <p:cNvSpPr/>
              <p:nvPr>
                <p:custDataLst>
                  <p:tags r:id="rId55"/>
                </p:custDataLst>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ḷíďè"/>
              <p:cNvSpPr/>
              <p:nvPr>
                <p:custDataLst>
                  <p:tags r:id="rId56"/>
                </p:custDataLst>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íś1îdê"/>
              <p:cNvSpPr/>
              <p:nvPr>
                <p:custDataLst>
                  <p:tags r:id="rId57"/>
                </p:custDataLst>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ṧļîḓe"/>
              <p:cNvSpPr/>
              <p:nvPr>
                <p:custDataLst>
                  <p:tags r:id="rId58"/>
                </p:custDataLst>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ḷíḑe"/>
              <p:cNvSpPr/>
              <p:nvPr>
                <p:custDataLst>
                  <p:tags r:id="rId59"/>
                </p:custDataLst>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šļiďè"/>
              <p:cNvSpPr/>
              <p:nvPr>
                <p:custDataLst>
                  <p:tags r:id="rId60"/>
                </p:custDataLst>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ṡḷïdè"/>
              <p:cNvSpPr/>
              <p:nvPr>
                <p:custDataLst>
                  <p:tags r:id="rId61"/>
                </p:custDataLst>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śḻïḓe"/>
              <p:cNvSpPr/>
              <p:nvPr>
                <p:custDataLst>
                  <p:tags r:id="rId62"/>
                </p:custDataLst>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šļîḓe"/>
              <p:cNvSpPr/>
              <p:nvPr>
                <p:custDataLst>
                  <p:tags r:id="rId63"/>
                </p:custDataLst>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ïšḷîḋé"/>
              <p:cNvSpPr/>
              <p:nvPr>
                <p:custDataLst>
                  <p:tags r:id="rId64"/>
                </p:custDataLst>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ïšļïḋê"/>
              <p:cNvSpPr/>
              <p:nvPr>
                <p:custDataLst>
                  <p:tags r:id="rId65"/>
                </p:custDataLst>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śľïḓê"/>
              <p:cNvSpPr/>
              <p:nvPr>
                <p:custDataLst>
                  <p:tags r:id="rId66"/>
                </p:custDataLst>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iṩḷiḋé"/>
              <p:cNvSpPr/>
              <p:nvPr>
                <p:custDataLst>
                  <p:tags r:id="rId67"/>
                </p:custDataLst>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cxnSp>
        <p:nvCxnSpPr>
          <p:cNvPr id="2" name="直接连接符 1"/>
          <p:cNvCxnSpPr/>
          <p:nvPr userDrawn="1">
            <p:custDataLst>
              <p:tags r:id="rId68"/>
            </p:custDataLst>
          </p:nvPr>
        </p:nvCxnSpPr>
        <p:spPr>
          <a:xfrm>
            <a:off x="4837524" y="2825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
        <p:nvSpPr>
          <p:cNvPr id="22" name="矩形 4"/>
          <p:cNvSpPr/>
          <p:nvPr userDrawn="1">
            <p:custDataLst>
              <p:tags r:id="rId2"/>
            </p:custDataLst>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userDrawn="1">
            <p:custDataLst>
              <p:tags r:id="rId3"/>
            </p:custDataLst>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custDataLst>
              <p:tags r:id="rId4"/>
            </p:custDataLst>
          </p:nvPr>
        </p:nvSpPr>
        <p:spPr>
          <a:xfrm>
            <a:off x="666720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userDrawn="1">
            <p:custDataLst>
              <p:tags r:id="rId5"/>
            </p:custDataLst>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userDrawn="1">
            <p:custDataLst>
              <p:tags r:id="rId6"/>
            </p:custDataLst>
          </p:nvPr>
        </p:nvSpPr>
        <p:spPr>
          <a:xfrm>
            <a:off x="33749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项目背景</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7" name="TextBox 7"/>
          <p:cNvSpPr txBox="1"/>
          <p:nvPr userDrawn="1">
            <p:custDataLst>
              <p:tags r:id="rId7"/>
            </p:custDataLst>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项目目标</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userDrawn="1">
            <p:custDataLst>
              <p:tags r:id="rId8"/>
            </p:custDataLst>
          </p:nvPr>
        </p:nvSpPr>
        <p:spPr>
          <a:xfrm>
            <a:off x="6778625" y="215900"/>
            <a:ext cx="144399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项目现状与发展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userDrawn="1">
            <p:custDataLst>
              <p:tags r:id="rId9"/>
            </p:custDataLst>
          </p:nvPr>
        </p:nvSpPr>
        <p:spPr>
          <a:xfrm>
            <a:off x="8480425" y="215900"/>
            <a:ext cx="143319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项目创新与特色</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userDrawn="1">
            <p:custDataLst>
              <p:tags r:id="rId10"/>
            </p:custDataLst>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userDrawn="1">
            <p:custDataLst>
              <p:tags r:id="rId11"/>
            </p:custDataLst>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2"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2"/>
            </p:custDataLst>
          </p:nvPr>
        </p:nvGrpSpPr>
        <p:grpSpPr>
          <a:xfrm>
            <a:off x="339247" y="112014"/>
            <a:ext cx="1666002" cy="550935"/>
            <a:chOff x="2629947" y="2501424"/>
            <a:chExt cx="5609900" cy="1855152"/>
          </a:xfrm>
          <a:solidFill>
            <a:srgbClr val="0070C0"/>
          </a:solidFill>
        </p:grpSpPr>
        <p:grpSp>
          <p:nvGrpSpPr>
            <p:cNvPr id="36" name="iSľîďê"/>
            <p:cNvGrpSpPr/>
            <p:nvPr/>
          </p:nvGrpSpPr>
          <p:grpSpPr>
            <a:xfrm>
              <a:off x="2629947" y="2501424"/>
              <a:ext cx="1847550" cy="1855152"/>
              <a:chOff x="3216275" y="2651125"/>
              <a:chExt cx="1543050" cy="1549400"/>
            </a:xfrm>
            <a:grpFill/>
          </p:grpSpPr>
          <p:sp>
            <p:nvSpPr>
              <p:cNvPr id="74" name="îśľíḓè"/>
              <p:cNvSpPr/>
              <p:nvPr>
                <p:custDataLst>
                  <p:tags r:id="rId13"/>
                </p:custDataLst>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şḷïďe"/>
              <p:cNvSpPr/>
              <p:nvPr>
                <p:custDataLst>
                  <p:tags r:id="rId14"/>
                </p:custDataLst>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şľïďê"/>
              <p:cNvSpPr/>
              <p:nvPr>
                <p:custDataLst>
                  <p:tags r:id="rId15"/>
                </p:custDataLst>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ŝľíḍê"/>
              <p:cNvSpPr/>
              <p:nvPr>
                <p:custDataLst>
                  <p:tags r:id="rId16"/>
                </p:custDataLst>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îṥḻiḓe"/>
              <p:cNvSpPr/>
              <p:nvPr>
                <p:custDataLst>
                  <p:tags r:id="rId17"/>
                </p:custDataLst>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ľíḓè"/>
              <p:cNvSpPr/>
              <p:nvPr>
                <p:custDataLst>
                  <p:tags r:id="rId18"/>
                </p:custDataLst>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iS1îdè"/>
              <p:cNvSpPr/>
              <p:nvPr>
                <p:custDataLst>
                  <p:tags r:id="rId19"/>
                </p:custDataLst>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ṣḷîḓe"/>
              <p:cNvSpPr/>
              <p:nvPr>
                <p:custDataLst>
                  <p:tags r:id="rId20"/>
                </p:custDataLst>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ŝḻiḑe"/>
              <p:cNvSpPr/>
              <p:nvPr>
                <p:custDataLst>
                  <p:tags r:id="rId21"/>
                </p:custDataLst>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śḻîďe"/>
              <p:cNvSpPr/>
              <p:nvPr>
                <p:custDataLst>
                  <p:tags r:id="rId22"/>
                </p:custDataLst>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1îḓê"/>
              <p:cNvSpPr/>
              <p:nvPr>
                <p:custDataLst>
                  <p:tags r:id="rId23"/>
                </p:custDataLst>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Slïďê"/>
              <p:cNvSpPr/>
              <p:nvPr>
                <p:custDataLst>
                  <p:tags r:id="rId24"/>
                </p:custDataLst>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ïṡļiḑê"/>
              <p:cNvSpPr/>
              <p:nvPr>
                <p:custDataLst>
                  <p:tags r:id="rId25"/>
                </p:custDataLst>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iSḷïde"/>
              <p:cNvSpPr/>
              <p:nvPr>
                <p:custDataLst>
                  <p:tags r:id="rId26"/>
                </p:custDataLst>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šļiďè"/>
              <p:cNvSpPr/>
              <p:nvPr>
                <p:custDataLst>
                  <p:tags r:id="rId27"/>
                </p:custDataLst>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ṡ1ïdê"/>
              <p:cNvSpPr/>
              <p:nvPr>
                <p:custDataLst>
                  <p:tags r:id="rId28"/>
                </p:custDataLst>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sḻiḓê"/>
              <p:cNvSpPr/>
              <p:nvPr>
                <p:custDataLst>
                  <p:tags r:id="rId29"/>
                </p:custDataLst>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ḷiḍe"/>
              <p:cNvSpPr/>
              <p:nvPr>
                <p:custDataLst>
                  <p:tags r:id="rId30"/>
                </p:custDataLst>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ṩḷiḑê"/>
              <p:cNvSpPr/>
              <p:nvPr>
                <p:custDataLst>
                  <p:tags r:id="rId31"/>
                </p:custDataLst>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ṧliḋê"/>
              <p:cNvSpPr/>
              <p:nvPr>
                <p:custDataLst>
                  <p:tags r:id="rId32"/>
                </p:custDataLst>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iŝ1îḍé"/>
              <p:cNvSpPr/>
              <p:nvPr>
                <p:custDataLst>
                  <p:tags r:id="rId33"/>
                </p:custDataLst>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lîďè"/>
              <p:cNvSpPr/>
              <p:nvPr>
                <p:custDataLst>
                  <p:tags r:id="rId34"/>
                </p:custDataLst>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şliďe"/>
              <p:cNvSpPr/>
              <p:nvPr>
                <p:custDataLst>
                  <p:tags r:id="rId35"/>
                </p:custDataLst>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śļíḑè"/>
              <p:cNvSpPr/>
              <p:nvPr>
                <p:custDataLst>
                  <p:tags r:id="rId36"/>
                </p:custDataLst>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ṥḷíḍè"/>
              <p:cNvSpPr/>
              <p:nvPr>
                <p:custDataLst>
                  <p:tags r:id="rId37"/>
                </p:custDataLst>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ïSḻiḓe"/>
              <p:cNvSpPr/>
              <p:nvPr>
                <p:custDataLst>
                  <p:tags r:id="rId38"/>
                </p:custDataLst>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sļiḋé"/>
              <p:cNvSpPr/>
              <p:nvPr>
                <p:custDataLst>
                  <p:tags r:id="rId39"/>
                </p:custDataLst>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şľídé"/>
              <p:cNvSpPr/>
              <p:nvPr>
                <p:custDataLst>
                  <p:tags r:id="rId40"/>
                </p:custDataLst>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37" name="îṡḻiḓê"/>
            <p:cNvSpPr/>
            <p:nvPr>
              <p:custDataLst>
                <p:tags r:id="rId41"/>
              </p:custDataLst>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š1îďê"/>
            <p:cNvSpPr/>
            <p:nvPr>
              <p:custDataLst>
                <p:tags r:id="rId42"/>
              </p:custDataLst>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39" name="íṩlíḍe"/>
            <p:cNvGrpSpPr/>
            <p:nvPr/>
          </p:nvGrpSpPr>
          <p:grpSpPr>
            <a:xfrm>
              <a:off x="4589708" y="2583543"/>
              <a:ext cx="742163" cy="1193232"/>
              <a:chOff x="4691308" y="2684429"/>
              <a:chExt cx="679414" cy="1092346"/>
            </a:xfrm>
            <a:grpFill/>
          </p:grpSpPr>
          <p:sp>
            <p:nvSpPr>
              <p:cNvPr id="71" name="ïṡľïďê"/>
              <p:cNvSpPr/>
              <p:nvPr>
                <p:custDataLst>
                  <p:tags r:id="rId43"/>
                </p:custDataLst>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šlíḍé"/>
              <p:cNvSpPr/>
              <p:nvPr>
                <p:custDataLst>
                  <p:tags r:id="rId44"/>
                </p:custDataLst>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1ïḍé"/>
              <p:cNvSpPr/>
              <p:nvPr>
                <p:custDataLst>
                  <p:tags r:id="rId45"/>
                </p:custDataLst>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0" name="î$1idè"/>
            <p:cNvGrpSpPr/>
            <p:nvPr/>
          </p:nvGrpSpPr>
          <p:grpSpPr>
            <a:xfrm>
              <a:off x="7561942" y="2580837"/>
              <a:ext cx="677905" cy="1186334"/>
              <a:chOff x="7344147" y="2674826"/>
              <a:chExt cx="624197" cy="1092345"/>
            </a:xfrm>
            <a:grpFill/>
          </p:grpSpPr>
          <p:sp>
            <p:nvSpPr>
              <p:cNvPr id="67" name="ïṩľiḓe"/>
              <p:cNvSpPr/>
              <p:nvPr>
                <p:custDataLst>
                  <p:tags r:id="rId46"/>
                </p:custDataLst>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íṣlïḓê"/>
              <p:cNvSpPr/>
              <p:nvPr>
                <p:custDataLst>
                  <p:tags r:id="rId47"/>
                </p:custDataLst>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šlîḍê"/>
              <p:cNvSpPr/>
              <p:nvPr>
                <p:custDataLst>
                  <p:tags r:id="rId48"/>
                </p:custDataLst>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1îḓe"/>
              <p:cNvSpPr/>
              <p:nvPr>
                <p:custDataLst>
                  <p:tags r:id="rId49"/>
                </p:custDataLst>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1" name="ïŝḻïdè"/>
            <p:cNvGrpSpPr/>
            <p:nvPr/>
          </p:nvGrpSpPr>
          <p:grpSpPr>
            <a:xfrm>
              <a:off x="4649513" y="3946051"/>
              <a:ext cx="3567404" cy="243887"/>
              <a:chOff x="4649503" y="3967974"/>
              <a:chExt cx="3246722" cy="221964"/>
            </a:xfrm>
            <a:grpFill/>
          </p:grpSpPr>
          <p:sp>
            <p:nvSpPr>
              <p:cNvPr id="42" name="í$ḻiḓé"/>
              <p:cNvSpPr/>
              <p:nvPr>
                <p:custDataLst>
                  <p:tags r:id="rId50"/>
                </p:custDataLst>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ïṡľîḓé"/>
              <p:cNvSpPr/>
              <p:nvPr>
                <p:custDataLst>
                  <p:tags r:id="rId51"/>
                </p:custDataLst>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ṥļíḑè"/>
              <p:cNvSpPr/>
              <p:nvPr>
                <p:custDataLst>
                  <p:tags r:id="rId52"/>
                </p:custDataLst>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îŝliḍé"/>
              <p:cNvSpPr/>
              <p:nvPr>
                <p:custDataLst>
                  <p:tags r:id="rId53"/>
                </p:custDataLst>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ŝļiďè"/>
              <p:cNvSpPr/>
              <p:nvPr>
                <p:custDataLst>
                  <p:tags r:id="rId54"/>
                </p:custDataLst>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ṩḷiḓé"/>
              <p:cNvSpPr/>
              <p:nvPr>
                <p:custDataLst>
                  <p:tags r:id="rId55"/>
                </p:custDataLst>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ḷíďè"/>
              <p:cNvSpPr/>
              <p:nvPr>
                <p:custDataLst>
                  <p:tags r:id="rId56"/>
                </p:custDataLst>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íś1îdê"/>
              <p:cNvSpPr/>
              <p:nvPr>
                <p:custDataLst>
                  <p:tags r:id="rId57"/>
                </p:custDataLst>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ṧļîḓe"/>
              <p:cNvSpPr/>
              <p:nvPr>
                <p:custDataLst>
                  <p:tags r:id="rId58"/>
                </p:custDataLst>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ḷíḑe"/>
              <p:cNvSpPr/>
              <p:nvPr>
                <p:custDataLst>
                  <p:tags r:id="rId59"/>
                </p:custDataLst>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šļiďè"/>
              <p:cNvSpPr/>
              <p:nvPr>
                <p:custDataLst>
                  <p:tags r:id="rId60"/>
                </p:custDataLst>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ṡḷïdè"/>
              <p:cNvSpPr/>
              <p:nvPr>
                <p:custDataLst>
                  <p:tags r:id="rId61"/>
                </p:custDataLst>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śḻïḓe"/>
              <p:cNvSpPr/>
              <p:nvPr>
                <p:custDataLst>
                  <p:tags r:id="rId62"/>
                </p:custDataLst>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šļîḓe"/>
              <p:cNvSpPr/>
              <p:nvPr>
                <p:custDataLst>
                  <p:tags r:id="rId63"/>
                </p:custDataLst>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ïšḷîḋé"/>
              <p:cNvSpPr/>
              <p:nvPr>
                <p:custDataLst>
                  <p:tags r:id="rId64"/>
                </p:custDataLst>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ïšļïḋê"/>
              <p:cNvSpPr/>
              <p:nvPr>
                <p:custDataLst>
                  <p:tags r:id="rId65"/>
                </p:custDataLst>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śľïḓê"/>
              <p:cNvSpPr/>
              <p:nvPr>
                <p:custDataLst>
                  <p:tags r:id="rId66"/>
                </p:custDataLst>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iṩḷiḋé"/>
              <p:cNvSpPr/>
              <p:nvPr>
                <p:custDataLst>
                  <p:tags r:id="rId67"/>
                </p:custDataLst>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cxnSp>
        <p:nvCxnSpPr>
          <p:cNvPr id="2" name="直接连接符 1"/>
          <p:cNvCxnSpPr/>
          <p:nvPr userDrawn="1">
            <p:custDataLst>
              <p:tags r:id="rId68"/>
            </p:custDataLst>
          </p:nvPr>
        </p:nvCxnSpPr>
        <p:spPr>
          <a:xfrm>
            <a:off x="4948014" y="27112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5_标题幻灯片">
    <p:spTree>
      <p:nvGrpSpPr>
        <p:cNvPr id="1" name=""/>
        <p:cNvGrpSpPr/>
        <p:nvPr/>
      </p:nvGrpSpPr>
      <p:grpSpPr>
        <a:xfrm>
          <a:off x="0" y="0"/>
          <a:ext cx="0" cy="0"/>
          <a:chOff x="0" y="0"/>
          <a:chExt cx="0" cy="0"/>
        </a:xfrm>
      </p:grpSpPr>
      <p:sp>
        <p:nvSpPr>
          <p:cNvPr id="22" name="矩形 4"/>
          <p:cNvSpPr/>
          <p:nvPr userDrawn="1">
            <p:custDataLst>
              <p:tags r:id="rId2"/>
            </p:custDataLst>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userDrawn="1">
            <p:custDataLst>
              <p:tags r:id="rId3"/>
            </p:custDataLst>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custDataLst>
              <p:tags r:id="rId4"/>
            </p:custDataLst>
          </p:nvPr>
        </p:nvSpPr>
        <p:spPr>
          <a:xfrm>
            <a:off x="8336615"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userDrawn="1">
            <p:custDataLst>
              <p:tags r:id="rId5"/>
            </p:custDataLst>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userDrawn="1">
            <p:custDataLst>
              <p:tags r:id="rId6"/>
            </p:custDataLst>
          </p:nvPr>
        </p:nvSpPr>
        <p:spPr>
          <a:xfrm>
            <a:off x="3374314" y="206378"/>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userDrawn="1">
            <p:custDataLst>
              <p:tags r:id="rId7"/>
            </p:custDataLst>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项目目标</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userDrawn="1">
            <p:custDataLst>
              <p:tags r:id="rId8"/>
            </p:custDataLst>
          </p:nvPr>
        </p:nvSpPr>
        <p:spPr>
          <a:xfrm>
            <a:off x="6778625" y="215900"/>
            <a:ext cx="144399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项目现状与发展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userDrawn="1">
            <p:custDataLst>
              <p:tags r:id="rId9"/>
            </p:custDataLst>
          </p:nvPr>
        </p:nvSpPr>
        <p:spPr>
          <a:xfrm>
            <a:off x="8480425" y="215900"/>
            <a:ext cx="1433195"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rPr>
              <a:t>项目创新与特色</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0" name="TextBox 11"/>
          <p:cNvSpPr txBox="1"/>
          <p:nvPr userDrawn="1">
            <p:custDataLst>
              <p:tags r:id="rId10"/>
            </p:custDataLst>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userDrawn="1">
            <p:custDataLst>
              <p:tags r:id="rId11"/>
            </p:custDataLst>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2"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2"/>
            </p:custDataLst>
          </p:nvPr>
        </p:nvGrpSpPr>
        <p:grpSpPr>
          <a:xfrm>
            <a:off x="339247" y="112014"/>
            <a:ext cx="1666002" cy="550935"/>
            <a:chOff x="2629947" y="2501424"/>
            <a:chExt cx="5609900" cy="1855152"/>
          </a:xfrm>
          <a:solidFill>
            <a:srgbClr val="0070C0"/>
          </a:solidFill>
        </p:grpSpPr>
        <p:grpSp>
          <p:nvGrpSpPr>
            <p:cNvPr id="36" name="iSľîďê"/>
            <p:cNvGrpSpPr/>
            <p:nvPr/>
          </p:nvGrpSpPr>
          <p:grpSpPr>
            <a:xfrm>
              <a:off x="2629947" y="2501424"/>
              <a:ext cx="1847550" cy="1855152"/>
              <a:chOff x="3216275" y="2651125"/>
              <a:chExt cx="1543050" cy="1549400"/>
            </a:xfrm>
            <a:grpFill/>
          </p:grpSpPr>
          <p:sp>
            <p:nvSpPr>
              <p:cNvPr id="74" name="îśľíḓè"/>
              <p:cNvSpPr/>
              <p:nvPr>
                <p:custDataLst>
                  <p:tags r:id="rId13"/>
                </p:custDataLst>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şḷïďe"/>
              <p:cNvSpPr/>
              <p:nvPr>
                <p:custDataLst>
                  <p:tags r:id="rId14"/>
                </p:custDataLst>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şľïďê"/>
              <p:cNvSpPr/>
              <p:nvPr>
                <p:custDataLst>
                  <p:tags r:id="rId15"/>
                </p:custDataLst>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ŝľíḍê"/>
              <p:cNvSpPr/>
              <p:nvPr>
                <p:custDataLst>
                  <p:tags r:id="rId16"/>
                </p:custDataLst>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îṥḻiḓe"/>
              <p:cNvSpPr/>
              <p:nvPr>
                <p:custDataLst>
                  <p:tags r:id="rId17"/>
                </p:custDataLst>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ľíḓè"/>
              <p:cNvSpPr/>
              <p:nvPr>
                <p:custDataLst>
                  <p:tags r:id="rId18"/>
                </p:custDataLst>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iS1îdè"/>
              <p:cNvSpPr/>
              <p:nvPr>
                <p:custDataLst>
                  <p:tags r:id="rId19"/>
                </p:custDataLst>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ṣḷîḓe"/>
              <p:cNvSpPr/>
              <p:nvPr>
                <p:custDataLst>
                  <p:tags r:id="rId20"/>
                </p:custDataLst>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ŝḻiḑe"/>
              <p:cNvSpPr/>
              <p:nvPr>
                <p:custDataLst>
                  <p:tags r:id="rId21"/>
                </p:custDataLst>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śḻîďe"/>
              <p:cNvSpPr/>
              <p:nvPr>
                <p:custDataLst>
                  <p:tags r:id="rId22"/>
                </p:custDataLst>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1îḓê"/>
              <p:cNvSpPr/>
              <p:nvPr>
                <p:custDataLst>
                  <p:tags r:id="rId23"/>
                </p:custDataLst>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Slïďê"/>
              <p:cNvSpPr/>
              <p:nvPr>
                <p:custDataLst>
                  <p:tags r:id="rId24"/>
                </p:custDataLst>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ïṡļiḑê"/>
              <p:cNvSpPr/>
              <p:nvPr>
                <p:custDataLst>
                  <p:tags r:id="rId25"/>
                </p:custDataLst>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iSḷïde"/>
              <p:cNvSpPr/>
              <p:nvPr>
                <p:custDataLst>
                  <p:tags r:id="rId26"/>
                </p:custDataLst>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šļiďè"/>
              <p:cNvSpPr/>
              <p:nvPr>
                <p:custDataLst>
                  <p:tags r:id="rId27"/>
                </p:custDataLst>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ṡ1ïdê"/>
              <p:cNvSpPr/>
              <p:nvPr>
                <p:custDataLst>
                  <p:tags r:id="rId28"/>
                </p:custDataLst>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sḻiḓê"/>
              <p:cNvSpPr/>
              <p:nvPr>
                <p:custDataLst>
                  <p:tags r:id="rId29"/>
                </p:custDataLst>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ḷiḍe"/>
              <p:cNvSpPr/>
              <p:nvPr>
                <p:custDataLst>
                  <p:tags r:id="rId30"/>
                </p:custDataLst>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ṩḷiḑê"/>
              <p:cNvSpPr/>
              <p:nvPr>
                <p:custDataLst>
                  <p:tags r:id="rId31"/>
                </p:custDataLst>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ṧliḋê"/>
              <p:cNvSpPr/>
              <p:nvPr>
                <p:custDataLst>
                  <p:tags r:id="rId32"/>
                </p:custDataLst>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iŝ1îḍé"/>
              <p:cNvSpPr/>
              <p:nvPr>
                <p:custDataLst>
                  <p:tags r:id="rId33"/>
                </p:custDataLst>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lîďè"/>
              <p:cNvSpPr/>
              <p:nvPr>
                <p:custDataLst>
                  <p:tags r:id="rId34"/>
                </p:custDataLst>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şliďe"/>
              <p:cNvSpPr/>
              <p:nvPr>
                <p:custDataLst>
                  <p:tags r:id="rId35"/>
                </p:custDataLst>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śļíḑè"/>
              <p:cNvSpPr/>
              <p:nvPr>
                <p:custDataLst>
                  <p:tags r:id="rId36"/>
                </p:custDataLst>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ṥḷíḍè"/>
              <p:cNvSpPr/>
              <p:nvPr>
                <p:custDataLst>
                  <p:tags r:id="rId37"/>
                </p:custDataLst>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ïSḻiḓe"/>
              <p:cNvSpPr/>
              <p:nvPr>
                <p:custDataLst>
                  <p:tags r:id="rId38"/>
                </p:custDataLst>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sļiḋé"/>
              <p:cNvSpPr/>
              <p:nvPr>
                <p:custDataLst>
                  <p:tags r:id="rId39"/>
                </p:custDataLst>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şľídé"/>
              <p:cNvSpPr/>
              <p:nvPr>
                <p:custDataLst>
                  <p:tags r:id="rId40"/>
                </p:custDataLst>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37" name="îṡḻiḓê"/>
            <p:cNvSpPr/>
            <p:nvPr>
              <p:custDataLst>
                <p:tags r:id="rId41"/>
              </p:custDataLst>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š1îďê"/>
            <p:cNvSpPr/>
            <p:nvPr>
              <p:custDataLst>
                <p:tags r:id="rId42"/>
              </p:custDataLst>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39" name="íṩlíḍe"/>
            <p:cNvGrpSpPr/>
            <p:nvPr/>
          </p:nvGrpSpPr>
          <p:grpSpPr>
            <a:xfrm>
              <a:off x="4589708" y="2583543"/>
              <a:ext cx="742163" cy="1193232"/>
              <a:chOff x="4691308" y="2684429"/>
              <a:chExt cx="679414" cy="1092346"/>
            </a:xfrm>
            <a:grpFill/>
          </p:grpSpPr>
          <p:sp>
            <p:nvSpPr>
              <p:cNvPr id="71" name="ïṡľïďê"/>
              <p:cNvSpPr/>
              <p:nvPr>
                <p:custDataLst>
                  <p:tags r:id="rId43"/>
                </p:custDataLst>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šlíḍé"/>
              <p:cNvSpPr/>
              <p:nvPr>
                <p:custDataLst>
                  <p:tags r:id="rId44"/>
                </p:custDataLst>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1ïḍé"/>
              <p:cNvSpPr/>
              <p:nvPr>
                <p:custDataLst>
                  <p:tags r:id="rId45"/>
                </p:custDataLst>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0" name="î$1idè"/>
            <p:cNvGrpSpPr/>
            <p:nvPr/>
          </p:nvGrpSpPr>
          <p:grpSpPr>
            <a:xfrm>
              <a:off x="7561942" y="2580837"/>
              <a:ext cx="677905" cy="1186334"/>
              <a:chOff x="7344147" y="2674826"/>
              <a:chExt cx="624197" cy="1092345"/>
            </a:xfrm>
            <a:grpFill/>
          </p:grpSpPr>
          <p:sp>
            <p:nvSpPr>
              <p:cNvPr id="67" name="ïṩľiḓe"/>
              <p:cNvSpPr/>
              <p:nvPr>
                <p:custDataLst>
                  <p:tags r:id="rId46"/>
                </p:custDataLst>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íṣlïḓê"/>
              <p:cNvSpPr/>
              <p:nvPr>
                <p:custDataLst>
                  <p:tags r:id="rId47"/>
                </p:custDataLst>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šlîḍê"/>
              <p:cNvSpPr/>
              <p:nvPr>
                <p:custDataLst>
                  <p:tags r:id="rId48"/>
                </p:custDataLst>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1îḓe"/>
              <p:cNvSpPr/>
              <p:nvPr>
                <p:custDataLst>
                  <p:tags r:id="rId49"/>
                </p:custDataLst>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1" name="ïŝḻïdè"/>
            <p:cNvGrpSpPr/>
            <p:nvPr/>
          </p:nvGrpSpPr>
          <p:grpSpPr>
            <a:xfrm>
              <a:off x="4649513" y="3946051"/>
              <a:ext cx="3567404" cy="243887"/>
              <a:chOff x="4649503" y="3967974"/>
              <a:chExt cx="3246722" cy="221964"/>
            </a:xfrm>
            <a:grpFill/>
          </p:grpSpPr>
          <p:sp>
            <p:nvSpPr>
              <p:cNvPr id="42" name="í$ḻiḓé"/>
              <p:cNvSpPr/>
              <p:nvPr>
                <p:custDataLst>
                  <p:tags r:id="rId50"/>
                </p:custDataLst>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ïṡľîḓé"/>
              <p:cNvSpPr/>
              <p:nvPr>
                <p:custDataLst>
                  <p:tags r:id="rId51"/>
                </p:custDataLst>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ṥļíḑè"/>
              <p:cNvSpPr/>
              <p:nvPr>
                <p:custDataLst>
                  <p:tags r:id="rId52"/>
                </p:custDataLst>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îŝliḍé"/>
              <p:cNvSpPr/>
              <p:nvPr>
                <p:custDataLst>
                  <p:tags r:id="rId53"/>
                </p:custDataLst>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ŝļiďè"/>
              <p:cNvSpPr/>
              <p:nvPr>
                <p:custDataLst>
                  <p:tags r:id="rId54"/>
                </p:custDataLst>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ṩḷiḓé"/>
              <p:cNvSpPr/>
              <p:nvPr>
                <p:custDataLst>
                  <p:tags r:id="rId55"/>
                </p:custDataLst>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ḷíďè"/>
              <p:cNvSpPr/>
              <p:nvPr>
                <p:custDataLst>
                  <p:tags r:id="rId56"/>
                </p:custDataLst>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íś1îdê"/>
              <p:cNvSpPr/>
              <p:nvPr>
                <p:custDataLst>
                  <p:tags r:id="rId57"/>
                </p:custDataLst>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ṧļîḓe"/>
              <p:cNvSpPr/>
              <p:nvPr>
                <p:custDataLst>
                  <p:tags r:id="rId58"/>
                </p:custDataLst>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ḷíḑe"/>
              <p:cNvSpPr/>
              <p:nvPr>
                <p:custDataLst>
                  <p:tags r:id="rId59"/>
                </p:custDataLst>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šļiďè"/>
              <p:cNvSpPr/>
              <p:nvPr>
                <p:custDataLst>
                  <p:tags r:id="rId60"/>
                </p:custDataLst>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ṡḷïdè"/>
              <p:cNvSpPr/>
              <p:nvPr>
                <p:custDataLst>
                  <p:tags r:id="rId61"/>
                </p:custDataLst>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śḻïḓe"/>
              <p:cNvSpPr/>
              <p:nvPr>
                <p:custDataLst>
                  <p:tags r:id="rId62"/>
                </p:custDataLst>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šļîḓe"/>
              <p:cNvSpPr/>
              <p:nvPr>
                <p:custDataLst>
                  <p:tags r:id="rId63"/>
                </p:custDataLst>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ïšḷîḋé"/>
              <p:cNvSpPr/>
              <p:nvPr>
                <p:custDataLst>
                  <p:tags r:id="rId64"/>
                </p:custDataLst>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ïšļïḋê"/>
              <p:cNvSpPr/>
              <p:nvPr>
                <p:custDataLst>
                  <p:tags r:id="rId65"/>
                </p:custDataLst>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śľïḓê"/>
              <p:cNvSpPr/>
              <p:nvPr>
                <p:custDataLst>
                  <p:tags r:id="rId66"/>
                </p:custDataLst>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iṩḷiḋé"/>
              <p:cNvSpPr/>
              <p:nvPr>
                <p:custDataLst>
                  <p:tags r:id="rId67"/>
                </p:custDataLst>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cxnSp>
        <p:nvCxnSpPr>
          <p:cNvPr id="2" name="直接连接符 1"/>
          <p:cNvCxnSpPr/>
          <p:nvPr userDrawn="1">
            <p:custDataLst>
              <p:tags r:id="rId68"/>
            </p:custDataLst>
          </p:nvPr>
        </p:nvCxnSpPr>
        <p:spPr>
          <a:xfrm>
            <a:off x="4945474" y="24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custDataLst>
              <p:tags r:id="rId69"/>
            </p:custDataLst>
          </p:nvPr>
        </p:nvCxnSpPr>
        <p:spPr>
          <a:xfrm>
            <a:off x="6726649" y="412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22" name="矩形 4"/>
          <p:cNvSpPr/>
          <p:nvPr userDrawn="1">
            <p:custDataLst>
              <p:tags r:id="rId2"/>
            </p:custDataLst>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userDrawn="1">
            <p:custDataLst>
              <p:tags r:id="rId3"/>
            </p:custDataLst>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custDataLst>
              <p:tags r:id="rId4"/>
            </p:custDataLst>
          </p:nvPr>
        </p:nvSpPr>
        <p:spPr>
          <a:xfrm>
            <a:off x="10002855"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userDrawn="1">
            <p:custDataLst>
              <p:tags r:id="rId5"/>
            </p:custDataLst>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userDrawn="1">
            <p:custDataLst>
              <p:tags r:id="rId6"/>
            </p:custDataLst>
          </p:nvPr>
        </p:nvSpPr>
        <p:spPr>
          <a:xfrm>
            <a:off x="3374314" y="206378"/>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userDrawn="1">
            <p:custDataLst>
              <p:tags r:id="rId7"/>
            </p:custDataLst>
          </p:nvPr>
        </p:nvSpPr>
        <p:spPr>
          <a:xfrm>
            <a:off x="5076749" y="215904"/>
            <a:ext cx="1344000"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项目目标</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userDrawn="1">
            <p:custDataLst>
              <p:tags r:id="rId8"/>
            </p:custDataLst>
          </p:nvPr>
        </p:nvSpPr>
        <p:spPr>
          <a:xfrm>
            <a:off x="6778625" y="215900"/>
            <a:ext cx="144399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项目现状与发展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userDrawn="1">
            <p:custDataLst>
              <p:tags r:id="rId9"/>
            </p:custDataLst>
          </p:nvPr>
        </p:nvSpPr>
        <p:spPr>
          <a:xfrm>
            <a:off x="8480425" y="215900"/>
            <a:ext cx="1433195"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项目创新与特色</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30" name="TextBox 11"/>
          <p:cNvSpPr txBox="1"/>
          <p:nvPr userDrawn="1">
            <p:custDataLst>
              <p:tags r:id="rId10"/>
            </p:custDataLst>
          </p:nvPr>
        </p:nvSpPr>
        <p:spPr>
          <a:xfrm>
            <a:off x="10182151"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项目发展</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userDrawn="1">
            <p:custDataLst>
              <p:tags r:id="rId11"/>
            </p:custDataLst>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2"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custDataLst>
              <p:tags r:id="rId12"/>
            </p:custDataLst>
          </p:nvPr>
        </p:nvGrpSpPr>
        <p:grpSpPr>
          <a:xfrm>
            <a:off x="339247" y="112014"/>
            <a:ext cx="1666002" cy="550935"/>
            <a:chOff x="2629947" y="2501424"/>
            <a:chExt cx="5609900" cy="1855152"/>
          </a:xfrm>
          <a:solidFill>
            <a:srgbClr val="0070C0"/>
          </a:solidFill>
        </p:grpSpPr>
        <p:grpSp>
          <p:nvGrpSpPr>
            <p:cNvPr id="36" name="iSľîďê"/>
            <p:cNvGrpSpPr/>
            <p:nvPr/>
          </p:nvGrpSpPr>
          <p:grpSpPr>
            <a:xfrm>
              <a:off x="2629947" y="2501424"/>
              <a:ext cx="1847550" cy="1855152"/>
              <a:chOff x="3216275" y="2651125"/>
              <a:chExt cx="1543050" cy="1549400"/>
            </a:xfrm>
            <a:grpFill/>
          </p:grpSpPr>
          <p:sp>
            <p:nvSpPr>
              <p:cNvPr id="74" name="îśľíḓè"/>
              <p:cNvSpPr/>
              <p:nvPr>
                <p:custDataLst>
                  <p:tags r:id="rId13"/>
                </p:custDataLst>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5" name="işḷïďe"/>
              <p:cNvSpPr/>
              <p:nvPr>
                <p:custDataLst>
                  <p:tags r:id="rId14"/>
                </p:custDataLst>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íşľïďê"/>
              <p:cNvSpPr/>
              <p:nvPr>
                <p:custDataLst>
                  <p:tags r:id="rId15"/>
                </p:custDataLst>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7" name="iŝľíḍê"/>
              <p:cNvSpPr/>
              <p:nvPr>
                <p:custDataLst>
                  <p:tags r:id="rId16"/>
                </p:custDataLst>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8" name="îṥḻiḓe"/>
              <p:cNvSpPr/>
              <p:nvPr>
                <p:custDataLst>
                  <p:tags r:id="rId17"/>
                </p:custDataLst>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9" name="iSľíḓè"/>
              <p:cNvSpPr/>
              <p:nvPr>
                <p:custDataLst>
                  <p:tags r:id="rId18"/>
                </p:custDataLst>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0" name="iS1îdè"/>
              <p:cNvSpPr/>
              <p:nvPr>
                <p:custDataLst>
                  <p:tags r:id="rId19"/>
                </p:custDataLst>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1" name="ïṣḷîḓe"/>
              <p:cNvSpPr/>
              <p:nvPr>
                <p:custDataLst>
                  <p:tags r:id="rId20"/>
                </p:custDataLst>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ïŝḻiḑe"/>
              <p:cNvSpPr/>
              <p:nvPr>
                <p:custDataLst>
                  <p:tags r:id="rId21"/>
                </p:custDataLst>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3" name="îśḻîďe"/>
              <p:cNvSpPr/>
              <p:nvPr>
                <p:custDataLst>
                  <p:tags r:id="rId22"/>
                </p:custDataLst>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4" name="î$1îḓê"/>
              <p:cNvSpPr/>
              <p:nvPr>
                <p:custDataLst>
                  <p:tags r:id="rId23"/>
                </p:custDataLst>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5" name="ïSlïďê"/>
              <p:cNvSpPr/>
              <p:nvPr>
                <p:custDataLst>
                  <p:tags r:id="rId24"/>
                </p:custDataLst>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6" name="ïṡļiḑê"/>
              <p:cNvSpPr/>
              <p:nvPr>
                <p:custDataLst>
                  <p:tags r:id="rId25"/>
                </p:custDataLst>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7" name="iSḷïde"/>
              <p:cNvSpPr/>
              <p:nvPr>
                <p:custDataLst>
                  <p:tags r:id="rId26"/>
                </p:custDataLst>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8" name="íšļiďè"/>
              <p:cNvSpPr/>
              <p:nvPr>
                <p:custDataLst>
                  <p:tags r:id="rId27"/>
                </p:custDataLst>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îṡ1ïdê"/>
              <p:cNvSpPr/>
              <p:nvPr>
                <p:custDataLst>
                  <p:tags r:id="rId28"/>
                </p:custDataLst>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0" name="isḻiḓê"/>
              <p:cNvSpPr/>
              <p:nvPr>
                <p:custDataLst>
                  <p:tags r:id="rId29"/>
                </p:custDataLst>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1" name="ïSḷiḍe"/>
              <p:cNvSpPr/>
              <p:nvPr>
                <p:custDataLst>
                  <p:tags r:id="rId30"/>
                </p:custDataLst>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2" name="îṩḷiḑê"/>
              <p:cNvSpPr/>
              <p:nvPr>
                <p:custDataLst>
                  <p:tags r:id="rId31"/>
                </p:custDataLst>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3" name="íṧliḋê"/>
              <p:cNvSpPr/>
              <p:nvPr>
                <p:custDataLst>
                  <p:tags r:id="rId32"/>
                </p:custDataLst>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iŝ1îḍé"/>
              <p:cNvSpPr/>
              <p:nvPr>
                <p:custDataLst>
                  <p:tags r:id="rId33"/>
                </p:custDataLst>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5" name="îšlîďè"/>
              <p:cNvSpPr/>
              <p:nvPr>
                <p:custDataLst>
                  <p:tags r:id="rId34"/>
                </p:custDataLst>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6" name="ïşliďe"/>
              <p:cNvSpPr/>
              <p:nvPr>
                <p:custDataLst>
                  <p:tags r:id="rId35"/>
                </p:custDataLst>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7" name="íśļíḑè"/>
              <p:cNvSpPr/>
              <p:nvPr>
                <p:custDataLst>
                  <p:tags r:id="rId36"/>
                </p:custDataLst>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8" name="ïṥḷíḍè"/>
              <p:cNvSpPr/>
              <p:nvPr>
                <p:custDataLst>
                  <p:tags r:id="rId37"/>
                </p:custDataLst>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ïSḻiḓe"/>
              <p:cNvSpPr/>
              <p:nvPr>
                <p:custDataLst>
                  <p:tags r:id="rId38"/>
                </p:custDataLst>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0" name="îsļiḋé"/>
              <p:cNvSpPr/>
              <p:nvPr>
                <p:custDataLst>
                  <p:tags r:id="rId39"/>
                </p:custDataLst>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ïşľídé"/>
              <p:cNvSpPr/>
              <p:nvPr>
                <p:custDataLst>
                  <p:tags r:id="rId40"/>
                </p:custDataLst>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37" name="îṡḻiḓê"/>
            <p:cNvSpPr/>
            <p:nvPr>
              <p:custDataLst>
                <p:tags r:id="rId41"/>
              </p:custDataLst>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íš1îďê"/>
            <p:cNvSpPr/>
            <p:nvPr>
              <p:custDataLst>
                <p:tags r:id="rId42"/>
              </p:custDataLst>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39" name="íṩlíḍe"/>
            <p:cNvGrpSpPr/>
            <p:nvPr/>
          </p:nvGrpSpPr>
          <p:grpSpPr>
            <a:xfrm>
              <a:off x="4589708" y="2583543"/>
              <a:ext cx="742163" cy="1193232"/>
              <a:chOff x="4691308" y="2684429"/>
              <a:chExt cx="679414" cy="1092346"/>
            </a:xfrm>
            <a:grpFill/>
          </p:grpSpPr>
          <p:sp>
            <p:nvSpPr>
              <p:cNvPr id="71" name="ïṡľïďê"/>
              <p:cNvSpPr/>
              <p:nvPr>
                <p:custDataLst>
                  <p:tags r:id="rId43"/>
                </p:custDataLst>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2" name="îšlíḍé"/>
              <p:cNvSpPr/>
              <p:nvPr>
                <p:custDataLst>
                  <p:tags r:id="rId44"/>
                </p:custDataLst>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3" name="íS1ïḍé"/>
              <p:cNvSpPr/>
              <p:nvPr>
                <p:custDataLst>
                  <p:tags r:id="rId45"/>
                </p:custDataLst>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0" name="î$1idè"/>
            <p:cNvGrpSpPr/>
            <p:nvPr/>
          </p:nvGrpSpPr>
          <p:grpSpPr>
            <a:xfrm>
              <a:off x="7561942" y="2580837"/>
              <a:ext cx="677905" cy="1186334"/>
              <a:chOff x="7344147" y="2674826"/>
              <a:chExt cx="624197" cy="1092345"/>
            </a:xfrm>
            <a:grpFill/>
          </p:grpSpPr>
          <p:sp>
            <p:nvSpPr>
              <p:cNvPr id="67" name="ïṩľiḓe"/>
              <p:cNvSpPr/>
              <p:nvPr>
                <p:custDataLst>
                  <p:tags r:id="rId46"/>
                </p:custDataLst>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íṣlïḓê"/>
              <p:cNvSpPr/>
              <p:nvPr>
                <p:custDataLst>
                  <p:tags r:id="rId47"/>
                </p:custDataLst>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ïšlîḍê"/>
              <p:cNvSpPr/>
              <p:nvPr>
                <p:custDataLst>
                  <p:tags r:id="rId48"/>
                </p:custDataLst>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iS1îḓe"/>
              <p:cNvSpPr/>
              <p:nvPr>
                <p:custDataLst>
                  <p:tags r:id="rId49"/>
                </p:custDataLst>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41" name="ïŝḻïdè"/>
            <p:cNvGrpSpPr/>
            <p:nvPr/>
          </p:nvGrpSpPr>
          <p:grpSpPr>
            <a:xfrm>
              <a:off x="4649513" y="3946051"/>
              <a:ext cx="3567404" cy="243887"/>
              <a:chOff x="4649503" y="3967974"/>
              <a:chExt cx="3246722" cy="221964"/>
            </a:xfrm>
            <a:grpFill/>
          </p:grpSpPr>
          <p:sp>
            <p:nvSpPr>
              <p:cNvPr id="42" name="í$ḻiḓé"/>
              <p:cNvSpPr/>
              <p:nvPr>
                <p:custDataLst>
                  <p:tags r:id="rId50"/>
                </p:custDataLst>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3" name="ïṡľîḓé"/>
              <p:cNvSpPr/>
              <p:nvPr>
                <p:custDataLst>
                  <p:tags r:id="rId51"/>
                </p:custDataLst>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îṥļíḑè"/>
              <p:cNvSpPr/>
              <p:nvPr>
                <p:custDataLst>
                  <p:tags r:id="rId52"/>
                </p:custDataLst>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îŝliḍé"/>
              <p:cNvSpPr/>
              <p:nvPr>
                <p:custDataLst>
                  <p:tags r:id="rId53"/>
                </p:custDataLst>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îŝļiďè"/>
              <p:cNvSpPr/>
              <p:nvPr>
                <p:custDataLst>
                  <p:tags r:id="rId54"/>
                </p:custDataLst>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ṩḷiḓé"/>
              <p:cNvSpPr/>
              <p:nvPr>
                <p:custDataLst>
                  <p:tags r:id="rId55"/>
                </p:custDataLst>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ḷíďè"/>
              <p:cNvSpPr/>
              <p:nvPr>
                <p:custDataLst>
                  <p:tags r:id="rId56"/>
                </p:custDataLst>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íś1îdê"/>
              <p:cNvSpPr/>
              <p:nvPr>
                <p:custDataLst>
                  <p:tags r:id="rId57"/>
                </p:custDataLst>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íṧļîḓe"/>
              <p:cNvSpPr/>
              <p:nvPr>
                <p:custDataLst>
                  <p:tags r:id="rId58"/>
                </p:custDataLst>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ï$ḷíḑe"/>
              <p:cNvSpPr/>
              <p:nvPr>
                <p:custDataLst>
                  <p:tags r:id="rId59"/>
                </p:custDataLst>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šļiďè"/>
              <p:cNvSpPr/>
              <p:nvPr>
                <p:custDataLst>
                  <p:tags r:id="rId60"/>
                </p:custDataLst>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ṡḷïdè"/>
              <p:cNvSpPr/>
              <p:nvPr>
                <p:custDataLst>
                  <p:tags r:id="rId61"/>
                </p:custDataLst>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śḻïḓe"/>
              <p:cNvSpPr/>
              <p:nvPr>
                <p:custDataLst>
                  <p:tags r:id="rId62"/>
                </p:custDataLst>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šļîḓe"/>
              <p:cNvSpPr/>
              <p:nvPr>
                <p:custDataLst>
                  <p:tags r:id="rId63"/>
                </p:custDataLst>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ïšḷîḋé"/>
              <p:cNvSpPr/>
              <p:nvPr>
                <p:custDataLst>
                  <p:tags r:id="rId64"/>
                </p:custDataLst>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ïšļïḋê"/>
              <p:cNvSpPr/>
              <p:nvPr>
                <p:custDataLst>
                  <p:tags r:id="rId65"/>
                </p:custDataLst>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śľïḓê"/>
              <p:cNvSpPr/>
              <p:nvPr>
                <p:custDataLst>
                  <p:tags r:id="rId66"/>
                </p:custDataLst>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iṩḷiḋé"/>
              <p:cNvSpPr/>
              <p:nvPr>
                <p:custDataLst>
                  <p:tags r:id="rId67"/>
                </p:custDataLst>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cxnSp>
        <p:nvCxnSpPr>
          <p:cNvPr id="2" name="直接连接符 1"/>
          <p:cNvCxnSpPr/>
          <p:nvPr userDrawn="1">
            <p:custDataLst>
              <p:tags r:id="rId68"/>
            </p:custDataLst>
          </p:nvPr>
        </p:nvCxnSpPr>
        <p:spPr>
          <a:xfrm>
            <a:off x="4945474" y="2419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36.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1.xml"/><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tags" Target="../tags/tag33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338.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1.xml"/><Relationship Id="rId3" Type="http://schemas.openxmlformats.org/officeDocument/2006/relationships/image" Target="../media/image4.jpeg"/><Relationship Id="rId2" Type="http://schemas.openxmlformats.org/officeDocument/2006/relationships/image" Target="../media/image3.GIF"/><Relationship Id="rId1" Type="http://schemas.openxmlformats.org/officeDocument/2006/relationships/tags" Target="../tags/tag33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340.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1.xml"/><Relationship Id="rId2" Type="http://schemas.openxmlformats.org/officeDocument/2006/relationships/image" Target="../media/image5.png"/><Relationship Id="rId1" Type="http://schemas.openxmlformats.org/officeDocument/2006/relationships/tags" Target="../tags/tag34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3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p>
            <a:endParaRPr lang="zh-CN" altLang="en-US"/>
          </a:p>
        </p:txBody>
      </p:sp>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196340" cy="460375"/>
          </a:xfrm>
          <a:prstGeom prst="rect">
            <a:avLst/>
          </a:prstGeom>
          <a:noFill/>
        </p:spPr>
        <p:txBody>
          <a:bodyPr wrap="none" rtlCol="0">
            <a:spAutoFit/>
          </a:bodyPr>
          <a:lstStyle/>
          <a:p>
            <a:r>
              <a:rPr lang="en-US" altLang="zh-CN" sz="2400" dirty="0">
                <a:solidFill>
                  <a:srgbClr val="0070C0"/>
                </a:solidFill>
                <a:latin typeface="微软雅黑" panose="020B0503020204020204" pitchFamily="34" charset="-122"/>
                <a:ea typeface="微软雅黑" panose="020B0503020204020204" pitchFamily="34" charset="-122"/>
              </a:rPr>
              <a:t>Part</a:t>
            </a:r>
            <a:r>
              <a:rPr lang="en-US" altLang="zh-CN" sz="2400">
                <a:solidFill>
                  <a:srgbClr val="0070C0"/>
                </a:solidFill>
                <a:latin typeface="微软雅黑" panose="020B0503020204020204" pitchFamily="34" charset="-122"/>
                <a:ea typeface="微软雅黑" panose="020B0503020204020204" pitchFamily="34" charset="-122"/>
              </a:rPr>
              <a:t>.03</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663825" y="4789805"/>
            <a:ext cx="6851650" cy="891540"/>
          </a:xfrm>
          <a:prstGeom prst="rect">
            <a:avLst/>
          </a:prstGeom>
          <a:noFill/>
          <a:ln>
            <a:noFill/>
          </a:ln>
        </p:spPr>
        <p:txBody>
          <a:bodyPr wrap="square" rtlCol="0">
            <a:spAutoFit/>
          </a:bodyPr>
          <a:lstStyle/>
          <a:p>
            <a:pPr algn="ctr">
              <a:lnSpc>
                <a:spcPct val="130000"/>
              </a:lnSpc>
            </a:pPr>
            <a:r>
              <a:rPr lang="zh-CN" altLang="en-US" sz="4000" b="1" spc="600">
                <a:solidFill>
                  <a:srgbClr val="0070C0"/>
                </a:solidFill>
                <a:latin typeface="微软雅黑" panose="020B0503020204020204" pitchFamily="34" charset="-122"/>
                <a:ea typeface="微软雅黑" panose="020B0503020204020204" pitchFamily="34" charset="-122"/>
                <a:sym typeface="+mn-ea"/>
              </a:rPr>
              <a:t>数据集描述</a:t>
            </a:r>
            <a:endParaRPr lang="zh-CN" altLang="en-US" sz="4000" b="1" spc="600">
              <a:solidFill>
                <a:srgbClr val="0070C0"/>
              </a:solidFill>
              <a:latin typeface="微软雅黑" panose="020B0503020204020204" pitchFamily="34" charset="-122"/>
              <a:ea typeface="微软雅黑" panose="020B0503020204020204" pitchFamily="34" charset="-122"/>
              <a:sym typeface="+mn-ea"/>
            </a:endParaRPr>
          </a:p>
        </p:txBody>
      </p:sp>
      <p:grpSp>
        <p:nvGrpSpPr>
          <p:cNvPr id="11"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751998" y="970846"/>
            <a:ext cx="4086985" cy="1351536"/>
            <a:chOff x="2629947" y="2501424"/>
            <a:chExt cx="5609900" cy="1855152"/>
          </a:xfrm>
          <a:solidFill>
            <a:schemeClr val="bg1"/>
          </a:solidFill>
        </p:grpSpPr>
        <p:grpSp>
          <p:nvGrpSpPr>
            <p:cNvPr id="12" name="iSľîďê"/>
            <p:cNvGrpSpPr/>
            <p:nvPr/>
          </p:nvGrpSpPr>
          <p:grpSpPr>
            <a:xfrm>
              <a:off x="2629947" y="2501424"/>
              <a:ext cx="1847550" cy="1855152"/>
              <a:chOff x="3216275" y="2651125"/>
              <a:chExt cx="1543050" cy="1549400"/>
            </a:xfrm>
            <a:grpFill/>
          </p:grpSpPr>
          <p:sp>
            <p:nvSpPr>
              <p:cNvPr id="43" name="îśľíḓè"/>
              <p:cNvSpPr/>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şḷïďe"/>
              <p:cNvSpPr/>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şľïďê"/>
              <p:cNvSpPr/>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ŝľíḍê"/>
              <p:cNvSpPr/>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ṥḻiḓe"/>
              <p:cNvSpPr/>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Sľíḓè"/>
              <p:cNvSpPr/>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iS1îdè"/>
              <p:cNvSpPr/>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ṣḷîḓe"/>
              <p:cNvSpPr/>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ŝḻiḑe"/>
              <p:cNvSpPr/>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śḻîďe"/>
              <p:cNvSpPr/>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1îḓê"/>
              <p:cNvSpPr/>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Slïďê"/>
              <p:cNvSpPr/>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ïṡļiḑê"/>
              <p:cNvSpPr/>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ḷïde"/>
              <p:cNvSpPr/>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šļiďè"/>
              <p:cNvSpPr/>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ṡ1ïdê"/>
              <p:cNvSpPr/>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sḻiḓê"/>
              <p:cNvSpPr/>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Sḷiḍe"/>
              <p:cNvSpPr/>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ṩḷiḑê"/>
              <p:cNvSpPr/>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ṧliḋê"/>
              <p:cNvSpPr/>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ŝ1îḍé"/>
              <p:cNvSpPr/>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îšlîďè"/>
              <p:cNvSpPr/>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şliďe"/>
              <p:cNvSpPr/>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śļíḑè"/>
              <p:cNvSpPr/>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ïṥḷíḍè"/>
              <p:cNvSpPr/>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Sḻiḓe"/>
              <p:cNvSpPr/>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îsļiḋé"/>
              <p:cNvSpPr/>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şľídé"/>
              <p:cNvSpPr/>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13" name="îṡḻiḓê"/>
            <p:cNvSpPr/>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íš1îďê"/>
            <p:cNvSpPr/>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15" name="íṩlíḍe"/>
            <p:cNvGrpSpPr/>
            <p:nvPr/>
          </p:nvGrpSpPr>
          <p:grpSpPr>
            <a:xfrm>
              <a:off x="4589708" y="2583543"/>
              <a:ext cx="742163" cy="1193232"/>
              <a:chOff x="4691308" y="2684429"/>
              <a:chExt cx="679414" cy="1092346"/>
            </a:xfrm>
            <a:grpFill/>
          </p:grpSpPr>
          <p:sp>
            <p:nvSpPr>
              <p:cNvPr id="40" name="ïṡľïďê"/>
              <p:cNvSpPr/>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šlíḍé"/>
              <p:cNvSpPr/>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íS1ïḍé"/>
              <p:cNvSpPr/>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6" name="î$1idè"/>
            <p:cNvGrpSpPr/>
            <p:nvPr/>
          </p:nvGrpSpPr>
          <p:grpSpPr>
            <a:xfrm>
              <a:off x="7561942" y="2580837"/>
              <a:ext cx="677905" cy="1186334"/>
              <a:chOff x="7344147" y="2674826"/>
              <a:chExt cx="624197" cy="1092345"/>
            </a:xfrm>
            <a:grpFill/>
          </p:grpSpPr>
          <p:sp>
            <p:nvSpPr>
              <p:cNvPr id="36" name="ïṩľiḓe"/>
              <p:cNvSpPr/>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lïḓê"/>
              <p:cNvSpPr/>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ïšlîḍê"/>
              <p:cNvSpPr/>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S1îḓe"/>
              <p:cNvSpPr/>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7" name="ïŝḻïdè"/>
            <p:cNvGrpSpPr/>
            <p:nvPr/>
          </p:nvGrpSpPr>
          <p:grpSpPr>
            <a:xfrm>
              <a:off x="4649513" y="3946051"/>
              <a:ext cx="3567404" cy="243887"/>
              <a:chOff x="4649503" y="3967974"/>
              <a:chExt cx="3246722" cy="221964"/>
            </a:xfrm>
            <a:grpFill/>
          </p:grpSpPr>
          <p:sp>
            <p:nvSpPr>
              <p:cNvPr id="18" name="í$ḻiḓé"/>
              <p:cNvSpPr/>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ṡľîḓé"/>
              <p:cNvSpPr/>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ṥļíḑè"/>
              <p:cNvSpPr/>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iḍé"/>
              <p:cNvSpPr/>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ŝļiďè"/>
              <p:cNvSpPr/>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ṩḷiḓé"/>
              <p:cNvSpPr/>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i$ḷíďè"/>
              <p:cNvSpPr/>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íś1îdê"/>
              <p:cNvSpPr/>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îḓe"/>
              <p:cNvSpPr/>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ḷíḑe"/>
              <p:cNvSpPr/>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šļiďè"/>
              <p:cNvSpPr/>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ṡḷïdè"/>
              <p:cNvSpPr/>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śḻïḓe"/>
              <p:cNvSpPr/>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šļîḓe"/>
              <p:cNvSpPr/>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šḷîḋé"/>
              <p:cNvSpPr/>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šļïḋê"/>
              <p:cNvSpPr/>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śľïḓê"/>
              <p:cNvSpPr/>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ṩḷiḋé"/>
              <p:cNvSpPr/>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txBox="1"/>
          <p:nvPr/>
        </p:nvSpPr>
        <p:spPr>
          <a:xfrm>
            <a:off x="0" y="6680200"/>
            <a:ext cx="12192000" cy="177800"/>
          </a:xfrm>
          <a:prstGeom prst="rect">
            <a:avLst/>
          </a:prstGeom>
          <a:solidFill>
            <a:srgbClr val="0070C0"/>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矩形 21"/>
          <p:cNvSpPr/>
          <p:nvPr/>
        </p:nvSpPr>
        <p:spPr>
          <a:xfrm>
            <a:off x="408940" y="123445"/>
            <a:ext cx="119380" cy="561975"/>
          </a:xfrm>
          <a:prstGeom prst="rect">
            <a:avLst/>
          </a:prstGeom>
          <a:solidFill>
            <a:schemeClr val="accent4">
              <a:lumMod val="60000"/>
              <a:lumOff val="4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标题 1"/>
          <p:cNvSpPr txBox="1"/>
          <p:nvPr/>
        </p:nvSpPr>
        <p:spPr>
          <a:xfrm>
            <a:off x="542579" y="136259"/>
            <a:ext cx="8670417" cy="507832"/>
          </a:xfrm>
          <a:prstGeom prst="rect">
            <a:avLst/>
          </a:prstGeom>
          <a:noFill/>
          <a:ln>
            <a:noFill/>
          </a:ln>
        </p:spPr>
        <p:txBody>
          <a:bodyPr vert="horz" wrap="square" lIns="91440" tIns="45720" rIns="91440" bIns="45720" rtlCol="0" anchor="ctr"/>
          <a:lstStyle/>
          <a:p>
            <a:pPr>
              <a:lnSpc>
                <a:spcPct val="130000"/>
              </a:lnSpc>
            </a:pPr>
            <a:r>
              <a:rPr lang="zh-CN" altLang="en-US" sz="2400" b="1">
                <a:latin typeface="微软雅黑" panose="020B0503020204020204" pitchFamily="34" charset="-122"/>
                <a:ea typeface="微软雅黑" panose="020B0503020204020204" pitchFamily="34" charset="-122"/>
              </a:rPr>
              <a:t>三、数据集描述</a:t>
            </a:r>
            <a:endParaRPr lang="zh-CN" altLang="en-US" sz="2400" b="1">
              <a:latin typeface="微软雅黑" panose="020B0503020204020204" pitchFamily="34" charset="-122"/>
              <a:ea typeface="微软雅黑" panose="020B0503020204020204" pitchFamily="34" charset="-122"/>
            </a:endParaRPr>
          </a:p>
        </p:txBody>
      </p:sp>
      <p:grpSp>
        <p:nvGrpSpPr>
          <p:cNvPr id="2"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9834915" y="87566"/>
            <a:ext cx="2191388" cy="724676"/>
            <a:chOff x="2629947" y="2501424"/>
            <a:chExt cx="5609900" cy="1855152"/>
          </a:xfrm>
          <a:solidFill>
            <a:schemeClr val="accent6"/>
          </a:solidFill>
        </p:grpSpPr>
        <p:grpSp>
          <p:nvGrpSpPr>
            <p:cNvPr id="3" name="iSľîďê"/>
            <p:cNvGrpSpPr/>
            <p:nvPr/>
          </p:nvGrpSpPr>
          <p:grpSpPr>
            <a:xfrm>
              <a:off x="2629947" y="2501424"/>
              <a:ext cx="1847550" cy="1855152"/>
              <a:chOff x="3216275" y="2651125"/>
              <a:chExt cx="1543050" cy="1549400"/>
            </a:xfrm>
            <a:grpFill/>
          </p:grpSpPr>
          <p:sp>
            <p:nvSpPr>
              <p:cNvPr id="38" name="îśľíḓè"/>
              <p:cNvSpPr/>
              <p:nvPr/>
            </p:nvSpPr>
            <p:spPr bwMode="auto">
              <a:xfrm>
                <a:off x="3714749" y="2916237"/>
                <a:ext cx="527049"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9" name="işḷïďe"/>
              <p:cNvSpPr/>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0" name="íşľïďê"/>
              <p:cNvSpPr/>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1" name="iŝľíḍê"/>
              <p:cNvSpPr/>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2" name="îṥḻiḓe"/>
              <p:cNvSpPr/>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3" name="iSľíḓè"/>
              <p:cNvSpPr/>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4" name="iS1îdè"/>
              <p:cNvSpPr/>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5" name="ïṣḷîḓe"/>
              <p:cNvSpPr/>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6" name="ïŝḻiḑe"/>
              <p:cNvSpPr/>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7" name="îśḻîďe"/>
              <p:cNvSpPr/>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8" name="î$1îḓê"/>
              <p:cNvSpPr/>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9" name="ïSlïďê"/>
              <p:cNvSpPr/>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0" name="ïṡļiḑê"/>
              <p:cNvSpPr/>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1" name="iSḷïde"/>
              <p:cNvSpPr/>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2" name="íšļiďè"/>
              <p:cNvSpPr/>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3" name="îṡ1ïdê"/>
              <p:cNvSpPr/>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4" name="isḻiḓê"/>
              <p:cNvSpPr/>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5" name="ïSḷiḍe"/>
              <p:cNvSpPr/>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6" name="îṩḷiḑê"/>
              <p:cNvSpPr/>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7" name="íṧliḋê"/>
              <p:cNvSpPr/>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8" name="iŝ1îḍé"/>
              <p:cNvSpPr/>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9" name="îšlîďè"/>
              <p:cNvSpPr/>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0" name="ïşliďe"/>
              <p:cNvSpPr/>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1" name="íśļíḑè"/>
              <p:cNvSpPr/>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2" name="ïṥḷíḍè"/>
              <p:cNvSpPr/>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3" name="ïSḻiḓe"/>
              <p:cNvSpPr/>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4" name="îsļiḋé"/>
              <p:cNvSpPr/>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5" name="ïşľídé"/>
              <p:cNvSpPr/>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sp>
          <p:nvSpPr>
            <p:cNvPr id="4" name="îṡḻiḓê"/>
            <p:cNvSpPr/>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 name="íš1îďê"/>
            <p:cNvSpPr/>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nvGrpSpPr>
            <p:cNvPr id="6" name="íṩlíḍe"/>
            <p:cNvGrpSpPr/>
            <p:nvPr/>
          </p:nvGrpSpPr>
          <p:grpSpPr>
            <a:xfrm>
              <a:off x="4589708" y="2583543"/>
              <a:ext cx="742163" cy="1193232"/>
              <a:chOff x="4691308" y="2684429"/>
              <a:chExt cx="679414" cy="1092346"/>
            </a:xfrm>
            <a:grpFill/>
          </p:grpSpPr>
          <p:sp>
            <p:nvSpPr>
              <p:cNvPr id="35" name="ïṡľïďê"/>
              <p:cNvSpPr/>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6" name="îšlíḍé"/>
              <p:cNvSpPr/>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7" name="íS1ïḍé"/>
              <p:cNvSpPr/>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nvGrpSpPr>
            <p:cNvPr id="7" name="î$1idè"/>
            <p:cNvGrpSpPr/>
            <p:nvPr/>
          </p:nvGrpSpPr>
          <p:grpSpPr>
            <a:xfrm>
              <a:off x="7561942" y="2580837"/>
              <a:ext cx="677905" cy="1186334"/>
              <a:chOff x="7344147" y="2674826"/>
              <a:chExt cx="624197" cy="1092345"/>
            </a:xfrm>
            <a:grpFill/>
          </p:grpSpPr>
          <p:sp>
            <p:nvSpPr>
              <p:cNvPr id="31" name="ïṩľiḓe"/>
              <p:cNvSpPr/>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2" name="íṣlïḓê"/>
              <p:cNvSpPr/>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3" name="ïšlîḍê"/>
              <p:cNvSpPr/>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4" name="iS1îḓe"/>
              <p:cNvSpPr/>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nvGrpSpPr>
            <p:cNvPr id="8" name="ïŝḻïdè"/>
            <p:cNvGrpSpPr/>
            <p:nvPr/>
          </p:nvGrpSpPr>
          <p:grpSpPr>
            <a:xfrm>
              <a:off x="4649513" y="3946051"/>
              <a:ext cx="3567404" cy="243887"/>
              <a:chOff x="4649503" y="3967974"/>
              <a:chExt cx="3246722" cy="221964"/>
            </a:xfrm>
            <a:grpFill/>
          </p:grpSpPr>
          <p:sp>
            <p:nvSpPr>
              <p:cNvPr id="9" name="í$ḻiḓé"/>
              <p:cNvSpPr/>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0" name="ïṡľîḓé"/>
              <p:cNvSpPr/>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1" name="îṥļíḑè"/>
              <p:cNvSpPr/>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2" name="îŝliḍé"/>
              <p:cNvSpPr/>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4" name="îŝļiďè"/>
              <p:cNvSpPr/>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5" name="îṩḷiḓé"/>
              <p:cNvSpPr/>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6" name="i$ḷíďè"/>
              <p:cNvSpPr/>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7" name="íś1îdê"/>
              <p:cNvSpPr/>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8" name="íṧļîḓe"/>
              <p:cNvSpPr/>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9" name="ï$ḷíḑe"/>
              <p:cNvSpPr/>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0" name="išļiďè"/>
              <p:cNvSpPr/>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1" name="ïṡḷïdè"/>
              <p:cNvSpPr/>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5" name="îśḻïḓe"/>
              <p:cNvSpPr/>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6" name="íšļîḓe"/>
              <p:cNvSpPr/>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7" name="ïšḷîḋé"/>
              <p:cNvSpPr/>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8" name="ïšļïḋê"/>
              <p:cNvSpPr/>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9" name="ïśľïḓê"/>
              <p:cNvSpPr/>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0" name="iṩḷiḋé"/>
              <p:cNvSpPr/>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pic>
        <p:nvPicPr>
          <p:cNvPr id="13" name="图片 12" descr="8"/>
          <p:cNvPicPr>
            <a:picLocks noChangeAspect="1"/>
          </p:cNvPicPr>
          <p:nvPr/>
        </p:nvPicPr>
        <p:blipFill>
          <a:blip r:embed="rId2"/>
          <a:stretch>
            <a:fillRect/>
          </a:stretch>
        </p:blipFill>
        <p:spPr>
          <a:xfrm>
            <a:off x="166370" y="957580"/>
            <a:ext cx="8185150" cy="4155440"/>
          </a:xfrm>
          <a:prstGeom prst="rect">
            <a:avLst/>
          </a:prstGeom>
        </p:spPr>
      </p:pic>
      <p:sp>
        <p:nvSpPr>
          <p:cNvPr id="66" name="文本框 65"/>
          <p:cNvSpPr txBox="1"/>
          <p:nvPr/>
        </p:nvSpPr>
        <p:spPr>
          <a:xfrm>
            <a:off x="1424305" y="5267960"/>
            <a:ext cx="5502910" cy="829945"/>
          </a:xfrm>
          <a:prstGeom prst="rect">
            <a:avLst/>
          </a:prstGeom>
          <a:noFill/>
        </p:spPr>
        <p:txBody>
          <a:bodyPr wrap="square" rtlCol="0">
            <a:spAutoFit/>
          </a:bodyPr>
          <a:p>
            <a:r>
              <a:rPr lang="zh-CN" altLang="en-US" sz="1600">
                <a:latin typeface="宋体" panose="02010600030101010101" pitchFamily="2" charset="-122"/>
                <a:ea typeface="宋体" panose="02010600030101010101" pitchFamily="2" charset="-122"/>
                <a:cs typeface="宋体" panose="02010600030101010101" pitchFamily="2" charset="-122"/>
              </a:rPr>
              <a:t>数据来源于加州交通部性能测量系统（</a:t>
            </a:r>
            <a:r>
              <a:rPr lang="en-US" altLang="zh-CN" sz="1600">
                <a:latin typeface="宋体" panose="02010600030101010101" pitchFamily="2" charset="-122"/>
                <a:ea typeface="宋体" panose="02010600030101010101" pitchFamily="2" charset="-122"/>
                <a:cs typeface="宋体" panose="02010600030101010101" pitchFamily="2" charset="-122"/>
              </a:rPr>
              <a:t>PeMS</a:t>
            </a:r>
            <a:r>
              <a:rPr lang="zh-CN" altLang="en-US" sz="1600">
                <a:latin typeface="宋体" panose="02010600030101010101" pitchFamily="2" charset="-122"/>
                <a:ea typeface="宋体" panose="02010600030101010101" pitchFamily="2" charset="-122"/>
                <a:cs typeface="宋体" panose="02010600030101010101" pitchFamily="2" charset="-122"/>
              </a:rPr>
              <a:t>）。这些数据是从遍布加州所有主要大都市区的高速公路系统中的各个探测器实时收集的。</a:t>
            </a:r>
            <a:endParaRPr lang="zh-CN" altLang="en-US" sz="1600">
              <a:latin typeface="宋体" panose="02010600030101010101" pitchFamily="2" charset="-122"/>
              <a:ea typeface="宋体" panose="02010600030101010101" pitchFamily="2" charset="-122"/>
              <a:cs typeface="宋体" panose="02010600030101010101" pitchFamily="2" charset="-122"/>
            </a:endParaRPr>
          </a:p>
        </p:txBody>
      </p:sp>
      <p:pic>
        <p:nvPicPr>
          <p:cNvPr id="67" name="图片 66" descr="微信截图_20260112102810"/>
          <p:cNvPicPr>
            <a:picLocks noChangeAspect="1"/>
          </p:cNvPicPr>
          <p:nvPr/>
        </p:nvPicPr>
        <p:blipFill>
          <a:blip r:embed="rId3"/>
          <a:stretch>
            <a:fillRect/>
          </a:stretch>
        </p:blipFill>
        <p:spPr>
          <a:xfrm>
            <a:off x="8470265" y="957580"/>
            <a:ext cx="3606800" cy="48907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p>
            <a:endParaRPr lang="zh-CN" altLang="en-US"/>
          </a:p>
        </p:txBody>
      </p:sp>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196340" cy="460375"/>
          </a:xfrm>
          <a:prstGeom prst="rect">
            <a:avLst/>
          </a:prstGeom>
          <a:noFill/>
        </p:spPr>
        <p:txBody>
          <a:bodyPr wrap="none" rtlCol="0">
            <a:spAutoFit/>
          </a:bodyPr>
          <a:lstStyle/>
          <a:p>
            <a:r>
              <a:rPr lang="en-US" altLang="zh-CN" sz="2400" dirty="0">
                <a:solidFill>
                  <a:srgbClr val="0070C0"/>
                </a:solidFill>
                <a:latin typeface="微软雅黑" panose="020B0503020204020204" pitchFamily="34" charset="-122"/>
                <a:ea typeface="微软雅黑" panose="020B0503020204020204" pitchFamily="34" charset="-122"/>
              </a:rPr>
              <a:t>Part</a:t>
            </a:r>
            <a:r>
              <a:rPr lang="en-US" altLang="zh-CN" sz="2400">
                <a:solidFill>
                  <a:srgbClr val="0070C0"/>
                </a:solidFill>
                <a:latin typeface="微软雅黑" panose="020B0503020204020204" pitchFamily="34" charset="-122"/>
                <a:ea typeface="微软雅黑" panose="020B0503020204020204" pitchFamily="34" charset="-122"/>
              </a:rPr>
              <a:t>.04</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663825" y="4789805"/>
            <a:ext cx="6851650" cy="891540"/>
          </a:xfrm>
          <a:prstGeom prst="rect">
            <a:avLst/>
          </a:prstGeom>
          <a:noFill/>
          <a:ln>
            <a:noFill/>
          </a:ln>
        </p:spPr>
        <p:txBody>
          <a:bodyPr wrap="square" rtlCol="0">
            <a:spAutoFit/>
          </a:bodyPr>
          <a:lstStyle/>
          <a:p>
            <a:pPr algn="ctr">
              <a:lnSpc>
                <a:spcPct val="130000"/>
              </a:lnSpc>
            </a:pPr>
            <a:r>
              <a:rPr lang="zh-CN" altLang="en-US" sz="4000" b="1" spc="600">
                <a:solidFill>
                  <a:srgbClr val="0070C0"/>
                </a:solidFill>
                <a:latin typeface="微软雅黑" panose="020B0503020204020204" pitchFamily="34" charset="-122"/>
                <a:ea typeface="微软雅黑" panose="020B0503020204020204" pitchFamily="34" charset="-122"/>
                <a:sym typeface="+mn-ea"/>
              </a:rPr>
              <a:t>技术方案</a:t>
            </a:r>
            <a:endParaRPr lang="zh-CN" altLang="en-US" sz="4000" b="1" spc="600">
              <a:solidFill>
                <a:srgbClr val="0070C0"/>
              </a:solidFill>
              <a:latin typeface="微软雅黑" panose="020B0503020204020204" pitchFamily="34" charset="-122"/>
              <a:ea typeface="微软雅黑" panose="020B0503020204020204" pitchFamily="34" charset="-122"/>
              <a:sym typeface="+mn-ea"/>
            </a:endParaRPr>
          </a:p>
        </p:txBody>
      </p:sp>
      <p:grpSp>
        <p:nvGrpSpPr>
          <p:cNvPr id="11"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751998" y="970846"/>
            <a:ext cx="4086985" cy="1351536"/>
            <a:chOff x="2629947" y="2501424"/>
            <a:chExt cx="5609900" cy="1855152"/>
          </a:xfrm>
          <a:solidFill>
            <a:schemeClr val="bg1"/>
          </a:solidFill>
        </p:grpSpPr>
        <p:grpSp>
          <p:nvGrpSpPr>
            <p:cNvPr id="12" name="iSľîďê"/>
            <p:cNvGrpSpPr/>
            <p:nvPr/>
          </p:nvGrpSpPr>
          <p:grpSpPr>
            <a:xfrm>
              <a:off x="2629947" y="2501424"/>
              <a:ext cx="1847550" cy="1855152"/>
              <a:chOff x="3216275" y="2651125"/>
              <a:chExt cx="1543050" cy="1549400"/>
            </a:xfrm>
            <a:grpFill/>
          </p:grpSpPr>
          <p:sp>
            <p:nvSpPr>
              <p:cNvPr id="43" name="îśľíḓè"/>
              <p:cNvSpPr/>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şḷïďe"/>
              <p:cNvSpPr/>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şľïďê"/>
              <p:cNvSpPr/>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ŝľíḍê"/>
              <p:cNvSpPr/>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ṥḻiḓe"/>
              <p:cNvSpPr/>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Sľíḓè"/>
              <p:cNvSpPr/>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iS1îdè"/>
              <p:cNvSpPr/>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ṣḷîḓe"/>
              <p:cNvSpPr/>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ŝḻiḑe"/>
              <p:cNvSpPr/>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śḻîďe"/>
              <p:cNvSpPr/>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1îḓê"/>
              <p:cNvSpPr/>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Slïďê"/>
              <p:cNvSpPr/>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ïṡļiḑê"/>
              <p:cNvSpPr/>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ḷïde"/>
              <p:cNvSpPr/>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šļiďè"/>
              <p:cNvSpPr/>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ṡ1ïdê"/>
              <p:cNvSpPr/>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sḻiḓê"/>
              <p:cNvSpPr/>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Sḷiḍe"/>
              <p:cNvSpPr/>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ṩḷiḑê"/>
              <p:cNvSpPr/>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ṧliḋê"/>
              <p:cNvSpPr/>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ŝ1îḍé"/>
              <p:cNvSpPr/>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îšlîďè"/>
              <p:cNvSpPr/>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şliďe"/>
              <p:cNvSpPr/>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śļíḑè"/>
              <p:cNvSpPr/>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ïṥḷíḍè"/>
              <p:cNvSpPr/>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Sḻiḓe"/>
              <p:cNvSpPr/>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îsļiḋé"/>
              <p:cNvSpPr/>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şľídé"/>
              <p:cNvSpPr/>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13" name="îṡḻiḓê"/>
            <p:cNvSpPr/>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íš1îďê"/>
            <p:cNvSpPr/>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15" name="íṩlíḍe"/>
            <p:cNvGrpSpPr/>
            <p:nvPr/>
          </p:nvGrpSpPr>
          <p:grpSpPr>
            <a:xfrm>
              <a:off x="4589708" y="2583543"/>
              <a:ext cx="742163" cy="1193232"/>
              <a:chOff x="4691308" y="2684429"/>
              <a:chExt cx="679414" cy="1092346"/>
            </a:xfrm>
            <a:grpFill/>
          </p:grpSpPr>
          <p:sp>
            <p:nvSpPr>
              <p:cNvPr id="40" name="ïṡľïďê"/>
              <p:cNvSpPr/>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šlíḍé"/>
              <p:cNvSpPr/>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íS1ïḍé"/>
              <p:cNvSpPr/>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6" name="î$1idè"/>
            <p:cNvGrpSpPr/>
            <p:nvPr/>
          </p:nvGrpSpPr>
          <p:grpSpPr>
            <a:xfrm>
              <a:off x="7561942" y="2580837"/>
              <a:ext cx="677905" cy="1186334"/>
              <a:chOff x="7344147" y="2674826"/>
              <a:chExt cx="624197" cy="1092345"/>
            </a:xfrm>
            <a:grpFill/>
          </p:grpSpPr>
          <p:sp>
            <p:nvSpPr>
              <p:cNvPr id="36" name="ïṩľiḓe"/>
              <p:cNvSpPr/>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lïḓê"/>
              <p:cNvSpPr/>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ïšlîḍê"/>
              <p:cNvSpPr/>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S1îḓe"/>
              <p:cNvSpPr/>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7" name="ïŝḻïdè"/>
            <p:cNvGrpSpPr/>
            <p:nvPr/>
          </p:nvGrpSpPr>
          <p:grpSpPr>
            <a:xfrm>
              <a:off x="4649513" y="3946051"/>
              <a:ext cx="3567404" cy="243887"/>
              <a:chOff x="4649503" y="3967974"/>
              <a:chExt cx="3246722" cy="221964"/>
            </a:xfrm>
            <a:grpFill/>
          </p:grpSpPr>
          <p:sp>
            <p:nvSpPr>
              <p:cNvPr id="18" name="í$ḻiḓé"/>
              <p:cNvSpPr/>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ṡľîḓé"/>
              <p:cNvSpPr/>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ṥļíḑè"/>
              <p:cNvSpPr/>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iḍé"/>
              <p:cNvSpPr/>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ŝļiďè"/>
              <p:cNvSpPr/>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ṩḷiḓé"/>
              <p:cNvSpPr/>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i$ḷíďè"/>
              <p:cNvSpPr/>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íś1îdê"/>
              <p:cNvSpPr/>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îḓe"/>
              <p:cNvSpPr/>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ḷíḑe"/>
              <p:cNvSpPr/>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šļiďè"/>
              <p:cNvSpPr/>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ṡḷïdè"/>
              <p:cNvSpPr/>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śḻïḓe"/>
              <p:cNvSpPr/>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šļîḓe"/>
              <p:cNvSpPr/>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šḷîḋé"/>
              <p:cNvSpPr/>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šļïḋê"/>
              <p:cNvSpPr/>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śľïḓê"/>
              <p:cNvSpPr/>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ṩḷiḋé"/>
              <p:cNvSpPr/>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txBox="1"/>
          <p:nvPr/>
        </p:nvSpPr>
        <p:spPr>
          <a:xfrm>
            <a:off x="0" y="6680200"/>
            <a:ext cx="12192000" cy="177800"/>
          </a:xfrm>
          <a:prstGeom prst="rect">
            <a:avLst/>
          </a:prstGeom>
          <a:solidFill>
            <a:srgbClr val="0070C0"/>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矩形 21"/>
          <p:cNvSpPr/>
          <p:nvPr/>
        </p:nvSpPr>
        <p:spPr>
          <a:xfrm>
            <a:off x="408940" y="123445"/>
            <a:ext cx="119380" cy="561975"/>
          </a:xfrm>
          <a:prstGeom prst="rect">
            <a:avLst/>
          </a:prstGeom>
          <a:solidFill>
            <a:schemeClr val="accent4">
              <a:lumMod val="60000"/>
              <a:lumOff val="4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标题 1"/>
          <p:cNvSpPr txBox="1"/>
          <p:nvPr/>
        </p:nvSpPr>
        <p:spPr>
          <a:xfrm>
            <a:off x="542579" y="136259"/>
            <a:ext cx="8670417" cy="507832"/>
          </a:xfrm>
          <a:prstGeom prst="rect">
            <a:avLst/>
          </a:prstGeom>
          <a:noFill/>
          <a:ln>
            <a:noFill/>
          </a:ln>
        </p:spPr>
        <p:txBody>
          <a:bodyPr vert="horz" wrap="square" lIns="91440" tIns="45720" rIns="91440" bIns="45720" rtlCol="0" anchor="ctr"/>
          <a:lstStyle/>
          <a:p>
            <a:pPr>
              <a:lnSpc>
                <a:spcPct val="130000"/>
              </a:lnSpc>
            </a:pPr>
            <a:r>
              <a:rPr lang="zh-CN" altLang="en-US" sz="2400" b="1" dirty="0">
                <a:latin typeface="微软雅黑" panose="020B0503020204020204" pitchFamily="34" charset="-122"/>
                <a:ea typeface="微软雅黑" panose="020B0503020204020204" pitchFamily="34" charset="-122"/>
              </a:rPr>
              <a:t>四、技术方案</a:t>
            </a:r>
            <a:endParaRPr lang="zh-CN" altLang="en-US" sz="2000" dirty="0">
              <a:latin typeface="微软雅黑" panose="020B0503020204020204" pitchFamily="34" charset="-122"/>
              <a:ea typeface="微软雅黑" panose="020B0503020204020204" pitchFamily="34" charset="-122"/>
            </a:endParaRPr>
          </a:p>
        </p:txBody>
      </p:sp>
      <p:grpSp>
        <p:nvGrpSpPr>
          <p:cNvPr id="2"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9834915" y="87566"/>
            <a:ext cx="2191388" cy="724676"/>
            <a:chOff x="2629947" y="2501424"/>
            <a:chExt cx="5609900" cy="1855152"/>
          </a:xfrm>
          <a:solidFill>
            <a:schemeClr val="accent6"/>
          </a:solidFill>
        </p:grpSpPr>
        <p:grpSp>
          <p:nvGrpSpPr>
            <p:cNvPr id="3" name="iSľîďê"/>
            <p:cNvGrpSpPr/>
            <p:nvPr/>
          </p:nvGrpSpPr>
          <p:grpSpPr>
            <a:xfrm>
              <a:off x="2629947" y="2501424"/>
              <a:ext cx="1847550" cy="1855152"/>
              <a:chOff x="3216275" y="2651125"/>
              <a:chExt cx="1543050" cy="1549400"/>
            </a:xfrm>
            <a:grpFill/>
          </p:grpSpPr>
          <p:sp>
            <p:nvSpPr>
              <p:cNvPr id="38" name="îśľíḓè"/>
              <p:cNvSpPr/>
              <p:nvPr/>
            </p:nvSpPr>
            <p:spPr bwMode="auto">
              <a:xfrm>
                <a:off x="3714749" y="2916237"/>
                <a:ext cx="527049"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9" name="işḷïďe"/>
              <p:cNvSpPr/>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0" name="íşľïďê"/>
              <p:cNvSpPr/>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1" name="iŝľíḍê"/>
              <p:cNvSpPr/>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2" name="îṥḻiḓe"/>
              <p:cNvSpPr/>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3" name="iSľíḓè"/>
              <p:cNvSpPr/>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4" name="iS1îdè"/>
              <p:cNvSpPr/>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5" name="ïṣḷîḓe"/>
              <p:cNvSpPr/>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6" name="ïŝḻiḑe"/>
              <p:cNvSpPr/>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7" name="îśḻîďe"/>
              <p:cNvSpPr/>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8" name="î$1îḓê"/>
              <p:cNvSpPr/>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9" name="ïSlïďê"/>
              <p:cNvSpPr/>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0" name="ïṡļiḑê"/>
              <p:cNvSpPr/>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1" name="iSḷïde"/>
              <p:cNvSpPr/>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2" name="íšļiďè"/>
              <p:cNvSpPr/>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3" name="îṡ1ïdê"/>
              <p:cNvSpPr/>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4" name="isḻiḓê"/>
              <p:cNvSpPr/>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5" name="ïSḷiḍe"/>
              <p:cNvSpPr/>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6" name="îṩḷiḑê"/>
              <p:cNvSpPr/>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7" name="íṧliḋê"/>
              <p:cNvSpPr/>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8" name="iŝ1îḍé"/>
              <p:cNvSpPr/>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9" name="îšlîďè"/>
              <p:cNvSpPr/>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0" name="ïşliďe"/>
              <p:cNvSpPr/>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1" name="íśļíḑè"/>
              <p:cNvSpPr/>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2" name="ïṥḷíḍè"/>
              <p:cNvSpPr/>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3" name="ïSḻiḓe"/>
              <p:cNvSpPr/>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4" name="îsļiḋé"/>
              <p:cNvSpPr/>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5" name="ïşľídé"/>
              <p:cNvSpPr/>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sp>
          <p:nvSpPr>
            <p:cNvPr id="4" name="îṡḻiḓê"/>
            <p:cNvSpPr/>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 name="íš1îďê"/>
            <p:cNvSpPr/>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nvGrpSpPr>
            <p:cNvPr id="6" name="íṩlíḍe"/>
            <p:cNvGrpSpPr/>
            <p:nvPr/>
          </p:nvGrpSpPr>
          <p:grpSpPr>
            <a:xfrm>
              <a:off x="4589708" y="2583543"/>
              <a:ext cx="742163" cy="1193232"/>
              <a:chOff x="4691308" y="2684429"/>
              <a:chExt cx="679414" cy="1092346"/>
            </a:xfrm>
            <a:grpFill/>
          </p:grpSpPr>
          <p:sp>
            <p:nvSpPr>
              <p:cNvPr id="35" name="ïṡľïďê"/>
              <p:cNvSpPr/>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6" name="îšlíḍé"/>
              <p:cNvSpPr/>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7" name="íS1ïḍé"/>
              <p:cNvSpPr/>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nvGrpSpPr>
            <p:cNvPr id="7" name="î$1idè"/>
            <p:cNvGrpSpPr/>
            <p:nvPr/>
          </p:nvGrpSpPr>
          <p:grpSpPr>
            <a:xfrm>
              <a:off x="7561942" y="2580837"/>
              <a:ext cx="677905" cy="1186334"/>
              <a:chOff x="7344147" y="2674826"/>
              <a:chExt cx="624197" cy="1092345"/>
            </a:xfrm>
            <a:grpFill/>
          </p:grpSpPr>
          <p:sp>
            <p:nvSpPr>
              <p:cNvPr id="31" name="ïṩľiḓe"/>
              <p:cNvSpPr/>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2" name="íṣlïḓê"/>
              <p:cNvSpPr/>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3" name="ïšlîḍê"/>
              <p:cNvSpPr/>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4" name="iS1îḓe"/>
              <p:cNvSpPr/>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nvGrpSpPr>
            <p:cNvPr id="8" name="ïŝḻïdè"/>
            <p:cNvGrpSpPr/>
            <p:nvPr/>
          </p:nvGrpSpPr>
          <p:grpSpPr>
            <a:xfrm>
              <a:off x="4649513" y="3946051"/>
              <a:ext cx="3567404" cy="243887"/>
              <a:chOff x="4649503" y="3967974"/>
              <a:chExt cx="3246722" cy="221964"/>
            </a:xfrm>
            <a:grpFill/>
          </p:grpSpPr>
          <p:sp>
            <p:nvSpPr>
              <p:cNvPr id="9" name="í$ḻiḓé"/>
              <p:cNvSpPr/>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0" name="ïṡľîḓé"/>
              <p:cNvSpPr/>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1" name="îṥļíḑè"/>
              <p:cNvSpPr/>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2" name="îŝliḍé"/>
              <p:cNvSpPr/>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4" name="îŝļiďè"/>
              <p:cNvSpPr/>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5" name="îṩḷiḓé"/>
              <p:cNvSpPr/>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6" name="i$ḷíďè"/>
              <p:cNvSpPr/>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7" name="íś1îdê"/>
              <p:cNvSpPr/>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8" name="íṧļîḓe"/>
              <p:cNvSpPr/>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9" name="ï$ḷíḑe"/>
              <p:cNvSpPr/>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0" name="išļiďè"/>
              <p:cNvSpPr/>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1" name="ïṡḷïdè"/>
              <p:cNvSpPr/>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5" name="îśḻïḓe"/>
              <p:cNvSpPr/>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6" name="íšļîḓe"/>
              <p:cNvSpPr/>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7" name="ïšḷîḋé"/>
              <p:cNvSpPr/>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8" name="ïšļïḋê"/>
              <p:cNvSpPr/>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9" name="ïśľïḓê"/>
              <p:cNvSpPr/>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0" name="iṩḷiḋé"/>
              <p:cNvSpPr/>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pic>
        <p:nvPicPr>
          <p:cNvPr id="66" name="图片 65" descr="7804912-fig-1-source-small"/>
          <p:cNvPicPr>
            <a:picLocks noChangeAspect="1"/>
          </p:cNvPicPr>
          <p:nvPr/>
        </p:nvPicPr>
        <p:blipFill>
          <a:blip r:embed="rId2"/>
          <a:stretch>
            <a:fillRect/>
          </a:stretch>
        </p:blipFill>
        <p:spPr>
          <a:xfrm>
            <a:off x="542290" y="977265"/>
            <a:ext cx="5238750" cy="3695700"/>
          </a:xfrm>
          <a:prstGeom prst="rect">
            <a:avLst/>
          </a:prstGeom>
        </p:spPr>
      </p:pic>
      <p:sp>
        <p:nvSpPr>
          <p:cNvPr id="67" name="文本框 66"/>
          <p:cNvSpPr txBox="1"/>
          <p:nvPr/>
        </p:nvSpPr>
        <p:spPr>
          <a:xfrm>
            <a:off x="2799080" y="248920"/>
            <a:ext cx="2747010" cy="368300"/>
          </a:xfrm>
          <a:prstGeom prst="rect">
            <a:avLst/>
          </a:prstGeom>
          <a:noFill/>
        </p:spPr>
        <p:txBody>
          <a:bodyPr wrap="square" rtlCol="0">
            <a:spAutoFit/>
          </a:bodyPr>
          <a:p>
            <a:r>
              <a:rPr lang="en-US" altLang="zh-CN"/>
              <a:t>LSTM</a:t>
            </a:r>
            <a:r>
              <a:rPr lang="zh-CN" altLang="en-US"/>
              <a:t>交通流</a:t>
            </a:r>
            <a:r>
              <a:rPr lang="zh-CN" altLang="en-US">
                <a:sym typeface="+mn-ea"/>
              </a:rPr>
              <a:t>预测</a:t>
            </a:r>
            <a:endParaRPr lang="zh-CN" altLang="en-US"/>
          </a:p>
        </p:txBody>
      </p:sp>
      <p:pic>
        <p:nvPicPr>
          <p:cNvPr id="68" name="图片 67" descr="微信截图_20260112101027"/>
          <p:cNvPicPr>
            <a:picLocks noChangeAspect="1"/>
          </p:cNvPicPr>
          <p:nvPr/>
        </p:nvPicPr>
        <p:blipFill>
          <a:blip r:embed="rId3"/>
          <a:stretch>
            <a:fillRect/>
          </a:stretch>
        </p:blipFill>
        <p:spPr>
          <a:xfrm>
            <a:off x="6231255" y="118745"/>
            <a:ext cx="3489325" cy="5596890"/>
          </a:xfrm>
          <a:prstGeom prst="rect">
            <a:avLst/>
          </a:prstGeom>
        </p:spPr>
      </p:pic>
      <p:sp>
        <p:nvSpPr>
          <p:cNvPr id="69" name="文本框 68"/>
          <p:cNvSpPr txBox="1"/>
          <p:nvPr/>
        </p:nvSpPr>
        <p:spPr>
          <a:xfrm>
            <a:off x="1788160" y="5451475"/>
            <a:ext cx="2747010" cy="368300"/>
          </a:xfrm>
          <a:prstGeom prst="rect">
            <a:avLst/>
          </a:prstGeom>
          <a:noFill/>
        </p:spPr>
        <p:txBody>
          <a:bodyPr wrap="square" rtlCol="0">
            <a:spAutoFit/>
          </a:bodyPr>
          <a:p>
            <a:r>
              <a:rPr lang="zh-CN" altLang="en-US"/>
              <a:t>用过去</a:t>
            </a:r>
            <a:r>
              <a:rPr lang="en-US" altLang="zh-CN"/>
              <a:t>12</a:t>
            </a:r>
            <a:r>
              <a:rPr lang="zh-CN" altLang="en-US"/>
              <a:t>帧预测</a:t>
            </a:r>
            <a:r>
              <a:rPr lang="zh-CN" altLang="en-US"/>
              <a:t>下一帧</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p>
            <a:endParaRPr lang="zh-CN" altLang="en-US"/>
          </a:p>
        </p:txBody>
      </p:sp>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196340" cy="460375"/>
          </a:xfrm>
          <a:prstGeom prst="rect">
            <a:avLst/>
          </a:prstGeom>
          <a:noFill/>
        </p:spPr>
        <p:txBody>
          <a:bodyPr wrap="none" rtlCol="0">
            <a:spAutoFit/>
          </a:bodyPr>
          <a:lstStyle/>
          <a:p>
            <a:r>
              <a:rPr lang="en-US" altLang="zh-CN" sz="2400" dirty="0">
                <a:solidFill>
                  <a:srgbClr val="0070C0"/>
                </a:solidFill>
                <a:latin typeface="微软雅黑" panose="020B0503020204020204" pitchFamily="34" charset="-122"/>
                <a:ea typeface="微软雅黑" panose="020B0503020204020204" pitchFamily="34" charset="-122"/>
              </a:rPr>
              <a:t>Part</a:t>
            </a:r>
            <a:r>
              <a:rPr lang="en-US" altLang="zh-CN" sz="2400">
                <a:solidFill>
                  <a:srgbClr val="0070C0"/>
                </a:solidFill>
                <a:latin typeface="微软雅黑" panose="020B0503020204020204" pitchFamily="34" charset="-122"/>
                <a:ea typeface="微软雅黑" panose="020B0503020204020204" pitchFamily="34" charset="-122"/>
              </a:rPr>
              <a:t>.05</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0" y="4789805"/>
            <a:ext cx="12192000" cy="891540"/>
          </a:xfrm>
          <a:prstGeom prst="rect">
            <a:avLst/>
          </a:prstGeom>
          <a:noFill/>
          <a:ln>
            <a:noFill/>
          </a:ln>
        </p:spPr>
        <p:txBody>
          <a:bodyPr wrap="square" rtlCol="0">
            <a:spAutoFit/>
          </a:bodyPr>
          <a:lstStyle/>
          <a:p>
            <a:pPr algn="ctr">
              <a:lnSpc>
                <a:spcPct val="130000"/>
              </a:lnSpc>
            </a:pPr>
            <a:r>
              <a:rPr lang="zh-CN" altLang="en-US" sz="4000" b="1" spc="600">
                <a:solidFill>
                  <a:srgbClr val="0070C0"/>
                </a:solidFill>
                <a:latin typeface="微软雅黑" panose="020B0503020204020204" pitchFamily="34" charset="-122"/>
                <a:ea typeface="微软雅黑" panose="020B0503020204020204" pitchFamily="34" charset="-122"/>
                <a:sym typeface="+mn-ea"/>
              </a:rPr>
              <a:t>结果展示</a:t>
            </a:r>
            <a:endParaRPr lang="zh-CN" altLang="en-US" sz="4000" b="1" spc="600">
              <a:solidFill>
                <a:srgbClr val="0070C0"/>
              </a:solidFill>
              <a:latin typeface="微软雅黑" panose="020B0503020204020204" pitchFamily="34" charset="-122"/>
              <a:ea typeface="微软雅黑" panose="020B0503020204020204" pitchFamily="34" charset="-122"/>
              <a:sym typeface="+mn-ea"/>
            </a:endParaRPr>
          </a:p>
        </p:txBody>
      </p:sp>
      <p:grpSp>
        <p:nvGrpSpPr>
          <p:cNvPr id="11"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751998" y="970846"/>
            <a:ext cx="4086985" cy="1351536"/>
            <a:chOff x="2629947" y="2501424"/>
            <a:chExt cx="5609900" cy="1855152"/>
          </a:xfrm>
          <a:solidFill>
            <a:schemeClr val="bg1"/>
          </a:solidFill>
        </p:grpSpPr>
        <p:grpSp>
          <p:nvGrpSpPr>
            <p:cNvPr id="12" name="iSľîďê"/>
            <p:cNvGrpSpPr/>
            <p:nvPr/>
          </p:nvGrpSpPr>
          <p:grpSpPr>
            <a:xfrm>
              <a:off x="2629947" y="2501424"/>
              <a:ext cx="1847550" cy="1855152"/>
              <a:chOff x="3216275" y="2651125"/>
              <a:chExt cx="1543050" cy="1549400"/>
            </a:xfrm>
            <a:grpFill/>
          </p:grpSpPr>
          <p:sp>
            <p:nvSpPr>
              <p:cNvPr id="43" name="îśľíḓè"/>
              <p:cNvSpPr/>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şḷïďe"/>
              <p:cNvSpPr/>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şľïďê"/>
              <p:cNvSpPr/>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ŝľíḍê"/>
              <p:cNvSpPr/>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ṥḻiḓe"/>
              <p:cNvSpPr/>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Sľíḓè"/>
              <p:cNvSpPr/>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iS1îdè"/>
              <p:cNvSpPr/>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ṣḷîḓe"/>
              <p:cNvSpPr/>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ŝḻiḑe"/>
              <p:cNvSpPr/>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śḻîďe"/>
              <p:cNvSpPr/>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1îḓê"/>
              <p:cNvSpPr/>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Slïďê"/>
              <p:cNvSpPr/>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ïṡļiḑê"/>
              <p:cNvSpPr/>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ḷïde"/>
              <p:cNvSpPr/>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šļiďè"/>
              <p:cNvSpPr/>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ṡ1ïdê"/>
              <p:cNvSpPr/>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sḻiḓê"/>
              <p:cNvSpPr/>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Sḷiḍe"/>
              <p:cNvSpPr/>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ṩḷiḑê"/>
              <p:cNvSpPr/>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ṧliḋê"/>
              <p:cNvSpPr/>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ŝ1îḍé"/>
              <p:cNvSpPr/>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îšlîďè"/>
              <p:cNvSpPr/>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şliďe"/>
              <p:cNvSpPr/>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śļíḑè"/>
              <p:cNvSpPr/>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ïṥḷíḍè"/>
              <p:cNvSpPr/>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Sḻiḓe"/>
              <p:cNvSpPr/>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îsļiḋé"/>
              <p:cNvSpPr/>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şľídé"/>
              <p:cNvSpPr/>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13" name="îṡḻiḓê"/>
            <p:cNvSpPr/>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íš1îďê"/>
            <p:cNvSpPr/>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15" name="íṩlíḍe"/>
            <p:cNvGrpSpPr/>
            <p:nvPr/>
          </p:nvGrpSpPr>
          <p:grpSpPr>
            <a:xfrm>
              <a:off x="4589708" y="2583543"/>
              <a:ext cx="742163" cy="1193232"/>
              <a:chOff x="4691308" y="2684429"/>
              <a:chExt cx="679414" cy="1092346"/>
            </a:xfrm>
            <a:grpFill/>
          </p:grpSpPr>
          <p:sp>
            <p:nvSpPr>
              <p:cNvPr id="40" name="ïṡľïďê"/>
              <p:cNvSpPr/>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šlíḍé"/>
              <p:cNvSpPr/>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íS1ïḍé"/>
              <p:cNvSpPr/>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6" name="î$1idè"/>
            <p:cNvGrpSpPr/>
            <p:nvPr/>
          </p:nvGrpSpPr>
          <p:grpSpPr>
            <a:xfrm>
              <a:off x="7561942" y="2580837"/>
              <a:ext cx="677905" cy="1186334"/>
              <a:chOff x="7344147" y="2674826"/>
              <a:chExt cx="624197" cy="1092345"/>
            </a:xfrm>
            <a:grpFill/>
          </p:grpSpPr>
          <p:sp>
            <p:nvSpPr>
              <p:cNvPr id="36" name="ïṩľiḓe"/>
              <p:cNvSpPr/>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lïḓê"/>
              <p:cNvSpPr/>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ïšlîḍê"/>
              <p:cNvSpPr/>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S1îḓe"/>
              <p:cNvSpPr/>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7" name="ïŝḻïdè"/>
            <p:cNvGrpSpPr/>
            <p:nvPr/>
          </p:nvGrpSpPr>
          <p:grpSpPr>
            <a:xfrm>
              <a:off x="4649513" y="3946051"/>
              <a:ext cx="3567404" cy="243887"/>
              <a:chOff x="4649503" y="3967974"/>
              <a:chExt cx="3246722" cy="221964"/>
            </a:xfrm>
            <a:grpFill/>
          </p:grpSpPr>
          <p:sp>
            <p:nvSpPr>
              <p:cNvPr id="18" name="í$ḻiḓé"/>
              <p:cNvSpPr/>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ṡľîḓé"/>
              <p:cNvSpPr/>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ṥļíḑè"/>
              <p:cNvSpPr/>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iḍé"/>
              <p:cNvSpPr/>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ŝļiďè"/>
              <p:cNvSpPr/>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ṩḷiḓé"/>
              <p:cNvSpPr/>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i$ḷíďè"/>
              <p:cNvSpPr/>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íś1îdê"/>
              <p:cNvSpPr/>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îḓe"/>
              <p:cNvSpPr/>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ḷíḑe"/>
              <p:cNvSpPr/>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šļiďè"/>
              <p:cNvSpPr/>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ṡḷïdè"/>
              <p:cNvSpPr/>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śḻïḓe"/>
              <p:cNvSpPr/>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šļîḓe"/>
              <p:cNvSpPr/>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šḷîḋé"/>
              <p:cNvSpPr/>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šļïḋê"/>
              <p:cNvSpPr/>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śľïḓê"/>
              <p:cNvSpPr/>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ṩḷiḋé"/>
              <p:cNvSpPr/>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txBox="1"/>
          <p:nvPr/>
        </p:nvSpPr>
        <p:spPr>
          <a:xfrm>
            <a:off x="0" y="6680200"/>
            <a:ext cx="12192000" cy="177800"/>
          </a:xfrm>
          <a:prstGeom prst="rect">
            <a:avLst/>
          </a:prstGeom>
          <a:solidFill>
            <a:srgbClr val="0070C0"/>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矩形 21"/>
          <p:cNvSpPr/>
          <p:nvPr/>
        </p:nvSpPr>
        <p:spPr>
          <a:xfrm>
            <a:off x="408940" y="123445"/>
            <a:ext cx="119380" cy="561975"/>
          </a:xfrm>
          <a:prstGeom prst="rect">
            <a:avLst/>
          </a:prstGeom>
          <a:solidFill>
            <a:schemeClr val="accent4">
              <a:lumMod val="60000"/>
              <a:lumOff val="4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标题 1"/>
          <p:cNvSpPr txBox="1"/>
          <p:nvPr/>
        </p:nvSpPr>
        <p:spPr>
          <a:xfrm>
            <a:off x="542579" y="136259"/>
            <a:ext cx="6531321" cy="507832"/>
          </a:xfrm>
          <a:prstGeom prst="rect">
            <a:avLst/>
          </a:prstGeom>
          <a:noFill/>
          <a:ln>
            <a:noFill/>
          </a:ln>
        </p:spPr>
        <p:txBody>
          <a:bodyPr vert="horz" wrap="square" lIns="91440" tIns="45720" rIns="91440" bIns="45720" rtlCol="0" anchor="ctr"/>
          <a:lstStyle/>
          <a:p>
            <a:pPr>
              <a:lnSpc>
                <a:spcPct val="130000"/>
              </a:lnSpc>
            </a:pPr>
            <a:r>
              <a:rPr lang="zh-CN" altLang="en-US" sz="2400" b="1">
                <a:latin typeface="微软雅黑" panose="020B0503020204020204" pitchFamily="34" charset="-122"/>
                <a:ea typeface="微软雅黑" panose="020B0503020204020204" pitchFamily="34" charset="-122"/>
              </a:rPr>
              <a:t>五、结果展示</a:t>
            </a:r>
            <a:endParaRPr lang="zh-CN" altLang="en-US" sz="2400" b="1">
              <a:latin typeface="微软雅黑" panose="020B0503020204020204" pitchFamily="34" charset="-122"/>
              <a:ea typeface="微软雅黑" panose="020B0503020204020204" pitchFamily="34" charset="-122"/>
            </a:endParaRPr>
          </a:p>
        </p:txBody>
      </p:sp>
      <p:grpSp>
        <p:nvGrpSpPr>
          <p:cNvPr id="2"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9834915" y="87566"/>
            <a:ext cx="2191388" cy="724676"/>
            <a:chOff x="2629947" y="2501424"/>
            <a:chExt cx="5609900" cy="1855152"/>
          </a:xfrm>
          <a:solidFill>
            <a:schemeClr val="accent6"/>
          </a:solidFill>
        </p:grpSpPr>
        <p:grpSp>
          <p:nvGrpSpPr>
            <p:cNvPr id="3" name="iSľîďê"/>
            <p:cNvGrpSpPr/>
            <p:nvPr/>
          </p:nvGrpSpPr>
          <p:grpSpPr>
            <a:xfrm>
              <a:off x="2629947" y="2501424"/>
              <a:ext cx="1847550" cy="1855152"/>
              <a:chOff x="3216275" y="2651125"/>
              <a:chExt cx="1543050" cy="1549400"/>
            </a:xfrm>
            <a:grpFill/>
          </p:grpSpPr>
          <p:sp>
            <p:nvSpPr>
              <p:cNvPr id="38" name="îśľíḓè"/>
              <p:cNvSpPr/>
              <p:nvPr/>
            </p:nvSpPr>
            <p:spPr bwMode="auto">
              <a:xfrm>
                <a:off x="3714749" y="2916237"/>
                <a:ext cx="527049"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9" name="işḷïďe"/>
              <p:cNvSpPr/>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0" name="íşľïďê"/>
              <p:cNvSpPr/>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1" name="iŝľíḍê"/>
              <p:cNvSpPr/>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2" name="îṥḻiḓe"/>
              <p:cNvSpPr/>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3" name="iSľíḓè"/>
              <p:cNvSpPr/>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4" name="iS1îdè"/>
              <p:cNvSpPr/>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5" name="ïṣḷîḓe"/>
              <p:cNvSpPr/>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6" name="ïŝḻiḑe"/>
              <p:cNvSpPr/>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7" name="îśḻîďe"/>
              <p:cNvSpPr/>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8" name="î$1îḓê"/>
              <p:cNvSpPr/>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49" name="ïSlïďê"/>
              <p:cNvSpPr/>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0" name="ïṡļiḑê"/>
              <p:cNvSpPr/>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1" name="iSḷïde"/>
              <p:cNvSpPr/>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2" name="íšļiďè"/>
              <p:cNvSpPr/>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3" name="îṡ1ïdê"/>
              <p:cNvSpPr/>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4" name="isḻiḓê"/>
              <p:cNvSpPr/>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5" name="ïSḷiḍe"/>
              <p:cNvSpPr/>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6" name="îṩḷiḑê"/>
              <p:cNvSpPr/>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7" name="íṧliḋê"/>
              <p:cNvSpPr/>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8" name="iŝ1îḍé"/>
              <p:cNvSpPr/>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9" name="îšlîďè"/>
              <p:cNvSpPr/>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0" name="ïşliďe"/>
              <p:cNvSpPr/>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1" name="íśļíḑè"/>
              <p:cNvSpPr/>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2" name="ïṥḷíḍè"/>
              <p:cNvSpPr/>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3" name="ïSḻiḓe"/>
              <p:cNvSpPr/>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4" name="îsļiḋé"/>
              <p:cNvSpPr/>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65" name="ïşľídé"/>
              <p:cNvSpPr/>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sp>
          <p:nvSpPr>
            <p:cNvPr id="4" name="îṡḻiḓê"/>
            <p:cNvSpPr/>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5" name="íš1îďê"/>
            <p:cNvSpPr/>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nvGrpSpPr>
            <p:cNvPr id="6" name="íṩlíḍe"/>
            <p:cNvGrpSpPr/>
            <p:nvPr/>
          </p:nvGrpSpPr>
          <p:grpSpPr>
            <a:xfrm>
              <a:off x="4589708" y="2583543"/>
              <a:ext cx="742163" cy="1193232"/>
              <a:chOff x="4691308" y="2684429"/>
              <a:chExt cx="679414" cy="1092346"/>
            </a:xfrm>
            <a:grpFill/>
          </p:grpSpPr>
          <p:sp>
            <p:nvSpPr>
              <p:cNvPr id="35" name="ïṡľïďê"/>
              <p:cNvSpPr/>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6" name="îšlíḍé"/>
              <p:cNvSpPr/>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7" name="íS1ïḍé"/>
              <p:cNvSpPr/>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nvGrpSpPr>
            <p:cNvPr id="7" name="î$1idè"/>
            <p:cNvGrpSpPr/>
            <p:nvPr/>
          </p:nvGrpSpPr>
          <p:grpSpPr>
            <a:xfrm>
              <a:off x="7561942" y="2580837"/>
              <a:ext cx="677905" cy="1186334"/>
              <a:chOff x="7344147" y="2674826"/>
              <a:chExt cx="624197" cy="1092345"/>
            </a:xfrm>
            <a:grpFill/>
          </p:grpSpPr>
          <p:sp>
            <p:nvSpPr>
              <p:cNvPr id="31" name="ïṩľiḓe"/>
              <p:cNvSpPr/>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2" name="íṣlïḓê"/>
              <p:cNvSpPr/>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3" name="ïšlîḍê"/>
              <p:cNvSpPr/>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4" name="iS1îḓe"/>
              <p:cNvSpPr/>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nvGrpSpPr>
            <p:cNvPr id="8" name="ïŝḻïdè"/>
            <p:cNvGrpSpPr/>
            <p:nvPr/>
          </p:nvGrpSpPr>
          <p:grpSpPr>
            <a:xfrm>
              <a:off x="4649513" y="3946051"/>
              <a:ext cx="3567404" cy="243887"/>
              <a:chOff x="4649503" y="3967974"/>
              <a:chExt cx="3246722" cy="221964"/>
            </a:xfrm>
            <a:grpFill/>
          </p:grpSpPr>
          <p:sp>
            <p:nvSpPr>
              <p:cNvPr id="9" name="í$ḻiḓé"/>
              <p:cNvSpPr/>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0" name="ïṡľîḓé"/>
              <p:cNvSpPr/>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1" name="îṥļíḑè"/>
              <p:cNvSpPr/>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2" name="îŝliḍé"/>
              <p:cNvSpPr/>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4" name="îŝļiďè"/>
              <p:cNvSpPr/>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5" name="îṩḷiḓé"/>
              <p:cNvSpPr/>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6" name="i$ḷíďè"/>
              <p:cNvSpPr/>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7" name="íś1îdê"/>
              <p:cNvSpPr/>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8" name="íṧļîḓe"/>
              <p:cNvSpPr/>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19" name="ï$ḷíḑe"/>
              <p:cNvSpPr/>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0" name="išļiďè"/>
              <p:cNvSpPr/>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1" name="ïṡḷïdè"/>
              <p:cNvSpPr/>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5" name="îśḻïḓe"/>
              <p:cNvSpPr/>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6" name="íšļîḓe"/>
              <p:cNvSpPr/>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7" name="ïšḷîḋé"/>
              <p:cNvSpPr/>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8" name="ïšļïḋê"/>
              <p:cNvSpPr/>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29" name="ïśľïḓê"/>
              <p:cNvSpPr/>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sp>
            <p:nvSpPr>
              <p:cNvPr id="30" name="iṩḷiḋé"/>
              <p:cNvSpPr/>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65" b="0" i="0" u="none" strike="noStrike" kern="1200" cap="none" spc="0" normalizeH="0" baseline="0" noProof="0" dirty="0">
                  <a:ln>
                    <a:noFill/>
                  </a:ln>
                  <a:solidFill>
                    <a:srgbClr val="000000"/>
                  </a:solidFill>
                  <a:effectLst/>
                  <a:uLnTx/>
                  <a:uFillTx/>
                  <a:latin typeface="Microsoft Sans Serif" panose="020B0604020202020204"/>
                  <a:ea typeface="微软雅黑" panose="020B0503020204020204" pitchFamily="34" charset="-122"/>
                  <a:cs typeface="+mn-cs"/>
                </a:endParaRPr>
              </a:p>
            </p:txBody>
          </p:sp>
        </p:grpSp>
      </p:grpSp>
      <p:pic>
        <p:nvPicPr>
          <p:cNvPr id="13" name="图片 12" descr="lstm_lag_correction"/>
          <p:cNvPicPr/>
          <p:nvPr/>
        </p:nvPicPr>
        <p:blipFill>
          <a:blip r:embed="rId2"/>
          <a:srcRect t="46870"/>
          <a:stretch>
            <a:fillRect/>
          </a:stretch>
        </p:blipFill>
        <p:spPr>
          <a:xfrm>
            <a:off x="408940" y="1370965"/>
            <a:ext cx="8168640" cy="3940175"/>
          </a:xfrm>
          <a:prstGeom prst="rect">
            <a:avLst/>
          </a:prstGeom>
        </p:spPr>
      </p:pic>
      <p:sp>
        <p:nvSpPr>
          <p:cNvPr id="66" name="文本框 65"/>
          <p:cNvSpPr txBox="1"/>
          <p:nvPr/>
        </p:nvSpPr>
        <p:spPr>
          <a:xfrm>
            <a:off x="8876665" y="2480945"/>
            <a:ext cx="8768715" cy="1814830"/>
          </a:xfrm>
          <a:prstGeom prst="rect">
            <a:avLst/>
          </a:prstGeom>
          <a:noFill/>
        </p:spPr>
        <p:txBody>
          <a:bodyPr wrap="square" rtlCol="0">
            <a:spAutoFit/>
          </a:bodyPr>
          <a:p>
            <a:r>
              <a:rPr lang="zh-CN" altLang="en-US" sz="1600">
                <a:latin typeface="Times New Roman" panose="02020603050405020304" pitchFamily="18" charset="0"/>
                <a:cs typeface="Times New Roman" panose="02020603050405020304" pitchFamily="18" charset="0"/>
              </a:rPr>
              <a:t>评估指标及结果</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explained_variance_score:0.978966</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mape:17.654522%</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mae:4.584671</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mse:36.402155</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rmse:6.033420</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r2:0.978966</a:t>
            </a:r>
            <a:endParaRPr lang="en-US" altLang="zh-CN" sz="1600">
              <a:latin typeface="Times New Roman" panose="02020603050405020304" pitchFamily="18" charset="0"/>
              <a:cs typeface="Times New Roman" panose="02020603050405020304" pitchFamily="18" charset="0"/>
            </a:endParaRPr>
          </a:p>
        </p:txBody>
      </p:sp>
      <p:sp>
        <p:nvSpPr>
          <p:cNvPr id="67" name="文本框 66"/>
          <p:cNvSpPr txBox="1"/>
          <p:nvPr/>
        </p:nvSpPr>
        <p:spPr>
          <a:xfrm>
            <a:off x="1774825" y="5763260"/>
            <a:ext cx="6670675" cy="368300"/>
          </a:xfrm>
          <a:prstGeom prst="rect">
            <a:avLst/>
          </a:prstGeom>
          <a:noFill/>
        </p:spPr>
        <p:txBody>
          <a:bodyPr wrap="square" rtlCol="0">
            <a:spAutoFit/>
          </a:bodyPr>
          <a:p>
            <a:r>
              <a:rPr lang="en-US" altLang="zh-CN"/>
              <a:t>2016</a:t>
            </a:r>
            <a:r>
              <a:rPr lang="zh-CN" altLang="en-US"/>
              <a:t>年</a:t>
            </a:r>
            <a:r>
              <a:rPr lang="en-US" altLang="zh-CN"/>
              <a:t>3</a:t>
            </a:r>
            <a:r>
              <a:rPr lang="zh-CN" altLang="en-US"/>
              <a:t>月</a:t>
            </a:r>
            <a:r>
              <a:rPr lang="en-US" altLang="zh-CN"/>
              <a:t>4</a:t>
            </a:r>
            <a:r>
              <a:rPr lang="zh-CN" altLang="en-US"/>
              <a:t>日一天的真实数据与</a:t>
            </a:r>
            <a:r>
              <a:rPr lang="en-US" altLang="zh-CN"/>
              <a:t>LSTM</a:t>
            </a:r>
            <a:r>
              <a:rPr lang="zh-CN" altLang="en-US"/>
              <a:t>预测结果</a:t>
            </a:r>
            <a:r>
              <a:rPr lang="zh-CN" altLang="en-US"/>
              <a:t>对比</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p>
            <a:endParaRPr lang="zh-CN" altLang="en-US"/>
          </a:p>
        </p:txBody>
      </p:sp>
      <p:sp>
        <p:nvSpPr>
          <p:cNvPr id="3" name="矩形 2"/>
          <p:cNvSpPr/>
          <p:nvPr/>
        </p:nvSpPr>
        <p:spPr>
          <a:xfrm rot="5400000">
            <a:off x="4227759" y="-4227756"/>
            <a:ext cx="3736490" cy="1219200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57457" y="4340543"/>
            <a:ext cx="11202670" cy="583565"/>
          </a:xfrm>
          <a:prstGeom prst="rect">
            <a:avLst/>
          </a:prstGeom>
          <a:noFill/>
          <a:ln>
            <a:noFill/>
          </a:ln>
        </p:spPr>
        <p:txBody>
          <a:bodyPr wrap="square" rtlCol="0">
            <a:spAutoFit/>
          </a:bodyPr>
          <a:lstStyle/>
          <a:p>
            <a:pPr algn="ctr"/>
            <a:r>
              <a:rPr lang="zh-CN" altLang="en-US" sz="3200" b="1" spc="6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谢谢</a:t>
            </a:r>
            <a:endParaRPr lang="zh-CN" altLang="en-US" sz="3200" b="1" spc="6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grpSp>
        <p:nvGrpSpPr>
          <p:cNvPr id="11" name="9958e2aa-ba20-40b7-bff6-9b670547780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3751998" y="970846"/>
            <a:ext cx="4086985" cy="1351536"/>
            <a:chOff x="2629947" y="2501424"/>
            <a:chExt cx="5609900" cy="1855152"/>
          </a:xfrm>
          <a:solidFill>
            <a:schemeClr val="bg1"/>
          </a:solidFill>
        </p:grpSpPr>
        <p:grpSp>
          <p:nvGrpSpPr>
            <p:cNvPr id="12" name="iSľîďê"/>
            <p:cNvGrpSpPr/>
            <p:nvPr/>
          </p:nvGrpSpPr>
          <p:grpSpPr>
            <a:xfrm>
              <a:off x="2629947" y="2501424"/>
              <a:ext cx="1847550" cy="1855152"/>
              <a:chOff x="3216275" y="2651125"/>
              <a:chExt cx="1543050" cy="1549400"/>
            </a:xfrm>
            <a:grpFill/>
          </p:grpSpPr>
          <p:sp>
            <p:nvSpPr>
              <p:cNvPr id="43" name="îśľíḓè"/>
              <p:cNvSpPr/>
              <p:nvPr/>
            </p:nvSpPr>
            <p:spPr bwMode="auto">
              <a:xfrm>
                <a:off x="3714750" y="2916238"/>
                <a:ext cx="527050" cy="714375"/>
              </a:xfrm>
              <a:custGeom>
                <a:avLst/>
                <a:gdLst>
                  <a:gd name="T0" fmla="*/ 59 w 160"/>
                  <a:gd name="T1" fmla="*/ 112 h 216"/>
                  <a:gd name="T2" fmla="*/ 60 w 160"/>
                  <a:gd name="T3" fmla="*/ 120 h 216"/>
                  <a:gd name="T4" fmla="*/ 73 w 160"/>
                  <a:gd name="T5" fmla="*/ 135 h 216"/>
                  <a:gd name="T6" fmla="*/ 73 w 160"/>
                  <a:gd name="T7" fmla="*/ 143 h 216"/>
                  <a:gd name="T8" fmla="*/ 46 w 160"/>
                  <a:gd name="T9" fmla="*/ 173 h 216"/>
                  <a:gd name="T10" fmla="*/ 73 w 160"/>
                  <a:gd name="T11" fmla="*/ 167 h 216"/>
                  <a:gd name="T12" fmla="*/ 58 w 160"/>
                  <a:gd name="T13" fmla="*/ 204 h 216"/>
                  <a:gd name="T14" fmla="*/ 116 w 160"/>
                  <a:gd name="T15" fmla="*/ 202 h 216"/>
                  <a:gd name="T16" fmla="*/ 87 w 160"/>
                  <a:gd name="T17" fmla="*/ 158 h 216"/>
                  <a:gd name="T18" fmla="*/ 113 w 160"/>
                  <a:gd name="T19" fmla="*/ 172 h 216"/>
                  <a:gd name="T20" fmla="*/ 126 w 160"/>
                  <a:gd name="T21" fmla="*/ 164 h 216"/>
                  <a:gd name="T22" fmla="*/ 87 w 160"/>
                  <a:gd name="T23" fmla="*/ 143 h 216"/>
                  <a:gd name="T24" fmla="*/ 95 w 160"/>
                  <a:gd name="T25" fmla="*/ 134 h 216"/>
                  <a:gd name="T26" fmla="*/ 103 w 160"/>
                  <a:gd name="T27" fmla="*/ 123 h 216"/>
                  <a:gd name="T28" fmla="*/ 103 w 160"/>
                  <a:gd name="T29" fmla="*/ 112 h 216"/>
                  <a:gd name="T30" fmla="*/ 141 w 160"/>
                  <a:gd name="T31" fmla="*/ 206 h 216"/>
                  <a:gd name="T32" fmla="*/ 90 w 160"/>
                  <a:gd name="T33" fmla="*/ 87 h 216"/>
                  <a:gd name="T34" fmla="*/ 119 w 160"/>
                  <a:gd name="T35" fmla="*/ 79 h 216"/>
                  <a:gd name="T36" fmla="*/ 131 w 160"/>
                  <a:gd name="T37" fmla="*/ 73 h 216"/>
                  <a:gd name="T38" fmla="*/ 120 w 160"/>
                  <a:gd name="T39" fmla="*/ 65 h 216"/>
                  <a:gd name="T40" fmla="*/ 90 w 160"/>
                  <a:gd name="T41" fmla="*/ 57 h 216"/>
                  <a:gd name="T42" fmla="*/ 118 w 160"/>
                  <a:gd name="T43" fmla="*/ 60 h 216"/>
                  <a:gd name="T44" fmla="*/ 118 w 160"/>
                  <a:gd name="T45" fmla="*/ 41 h 216"/>
                  <a:gd name="T46" fmla="*/ 90 w 160"/>
                  <a:gd name="T47" fmla="*/ 43 h 216"/>
                  <a:gd name="T48" fmla="*/ 108 w 160"/>
                  <a:gd name="T49" fmla="*/ 35 h 216"/>
                  <a:gd name="T50" fmla="*/ 120 w 160"/>
                  <a:gd name="T51" fmla="*/ 28 h 216"/>
                  <a:gd name="T52" fmla="*/ 109 w 160"/>
                  <a:gd name="T53" fmla="*/ 21 h 216"/>
                  <a:gd name="T54" fmla="*/ 90 w 160"/>
                  <a:gd name="T55" fmla="*/ 13 h 216"/>
                  <a:gd name="T56" fmla="*/ 83 w 160"/>
                  <a:gd name="T57" fmla="*/ 0 h 216"/>
                  <a:gd name="T58" fmla="*/ 74 w 160"/>
                  <a:gd name="T59" fmla="*/ 12 h 216"/>
                  <a:gd name="T60" fmla="*/ 2 w 160"/>
                  <a:gd name="T61" fmla="*/ 203 h 216"/>
                  <a:gd name="T62" fmla="*/ 80 w 160"/>
                  <a:gd name="T63" fmla="*/ 102 h 216"/>
                  <a:gd name="T64" fmla="*/ 86 w 160"/>
                  <a:gd name="T65" fmla="*/ 107 h 216"/>
                  <a:gd name="T66" fmla="*/ 81 w 160"/>
                  <a:gd name="T67" fmla="*/ 121 h 216"/>
                  <a:gd name="T68" fmla="*/ 76 w 160"/>
                  <a:gd name="T69" fmla="*/ 116 h 216"/>
                  <a:gd name="T70" fmla="*/ 80 w 160"/>
                  <a:gd name="T71" fmla="*/ 10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0" h="216">
                    <a:moveTo>
                      <a:pt x="19" y="206"/>
                    </a:moveTo>
                    <a:cubicBezTo>
                      <a:pt x="24" y="171"/>
                      <a:pt x="34" y="137"/>
                      <a:pt x="59" y="112"/>
                    </a:cubicBezTo>
                    <a:cubicBezTo>
                      <a:pt x="60" y="112"/>
                      <a:pt x="60" y="112"/>
                      <a:pt x="60" y="112"/>
                    </a:cubicBezTo>
                    <a:cubicBezTo>
                      <a:pt x="60" y="120"/>
                      <a:pt x="60" y="120"/>
                      <a:pt x="60" y="120"/>
                    </a:cubicBezTo>
                    <a:cubicBezTo>
                      <a:pt x="60" y="127"/>
                      <a:pt x="64" y="135"/>
                      <a:pt x="72" y="135"/>
                    </a:cubicBezTo>
                    <a:cubicBezTo>
                      <a:pt x="72" y="135"/>
                      <a:pt x="73" y="135"/>
                      <a:pt x="73" y="135"/>
                    </a:cubicBezTo>
                    <a:cubicBezTo>
                      <a:pt x="73" y="143"/>
                      <a:pt x="73" y="143"/>
                      <a:pt x="73" y="143"/>
                    </a:cubicBezTo>
                    <a:cubicBezTo>
                      <a:pt x="73" y="143"/>
                      <a:pt x="73" y="143"/>
                      <a:pt x="73" y="143"/>
                    </a:cubicBezTo>
                    <a:cubicBezTo>
                      <a:pt x="58" y="146"/>
                      <a:pt x="45" y="152"/>
                      <a:pt x="36" y="164"/>
                    </a:cubicBezTo>
                    <a:cubicBezTo>
                      <a:pt x="30" y="171"/>
                      <a:pt x="41" y="177"/>
                      <a:pt x="46" y="173"/>
                    </a:cubicBezTo>
                    <a:cubicBezTo>
                      <a:pt x="55" y="166"/>
                      <a:pt x="64" y="160"/>
                      <a:pt x="73" y="158"/>
                    </a:cubicBezTo>
                    <a:cubicBezTo>
                      <a:pt x="73" y="167"/>
                      <a:pt x="73" y="167"/>
                      <a:pt x="73" y="167"/>
                    </a:cubicBezTo>
                    <a:cubicBezTo>
                      <a:pt x="54" y="173"/>
                      <a:pt x="44" y="185"/>
                      <a:pt x="45" y="205"/>
                    </a:cubicBezTo>
                    <a:cubicBezTo>
                      <a:pt x="45" y="212"/>
                      <a:pt x="57" y="211"/>
                      <a:pt x="58" y="204"/>
                    </a:cubicBezTo>
                    <a:cubicBezTo>
                      <a:pt x="62" y="173"/>
                      <a:pt x="99" y="175"/>
                      <a:pt x="103" y="205"/>
                    </a:cubicBezTo>
                    <a:cubicBezTo>
                      <a:pt x="104" y="212"/>
                      <a:pt x="117" y="212"/>
                      <a:pt x="116" y="202"/>
                    </a:cubicBezTo>
                    <a:cubicBezTo>
                      <a:pt x="116" y="186"/>
                      <a:pt x="108" y="174"/>
                      <a:pt x="87" y="167"/>
                    </a:cubicBezTo>
                    <a:cubicBezTo>
                      <a:pt x="87" y="158"/>
                      <a:pt x="87" y="158"/>
                      <a:pt x="87" y="158"/>
                    </a:cubicBezTo>
                    <a:cubicBezTo>
                      <a:pt x="87" y="158"/>
                      <a:pt x="87" y="158"/>
                      <a:pt x="87" y="158"/>
                    </a:cubicBezTo>
                    <a:cubicBezTo>
                      <a:pt x="96" y="160"/>
                      <a:pt x="105" y="164"/>
                      <a:pt x="113" y="172"/>
                    </a:cubicBezTo>
                    <a:cubicBezTo>
                      <a:pt x="116" y="175"/>
                      <a:pt x="119" y="175"/>
                      <a:pt x="123" y="174"/>
                    </a:cubicBezTo>
                    <a:cubicBezTo>
                      <a:pt x="127" y="172"/>
                      <a:pt x="129" y="169"/>
                      <a:pt x="126" y="164"/>
                    </a:cubicBezTo>
                    <a:cubicBezTo>
                      <a:pt x="119" y="153"/>
                      <a:pt x="105" y="147"/>
                      <a:pt x="87" y="143"/>
                    </a:cubicBezTo>
                    <a:cubicBezTo>
                      <a:pt x="87" y="143"/>
                      <a:pt x="87" y="143"/>
                      <a:pt x="87" y="143"/>
                    </a:cubicBezTo>
                    <a:cubicBezTo>
                      <a:pt x="87" y="135"/>
                      <a:pt x="87" y="135"/>
                      <a:pt x="87" y="135"/>
                    </a:cubicBezTo>
                    <a:cubicBezTo>
                      <a:pt x="90" y="135"/>
                      <a:pt x="93" y="134"/>
                      <a:pt x="95" y="134"/>
                    </a:cubicBezTo>
                    <a:cubicBezTo>
                      <a:pt x="98" y="136"/>
                      <a:pt x="104" y="134"/>
                      <a:pt x="105" y="131"/>
                    </a:cubicBezTo>
                    <a:cubicBezTo>
                      <a:pt x="106" y="128"/>
                      <a:pt x="106" y="126"/>
                      <a:pt x="103" y="123"/>
                    </a:cubicBezTo>
                    <a:cubicBezTo>
                      <a:pt x="103" y="112"/>
                      <a:pt x="103" y="112"/>
                      <a:pt x="103" y="112"/>
                    </a:cubicBezTo>
                    <a:cubicBezTo>
                      <a:pt x="103" y="112"/>
                      <a:pt x="103" y="112"/>
                      <a:pt x="103" y="112"/>
                    </a:cubicBezTo>
                    <a:cubicBezTo>
                      <a:pt x="108" y="115"/>
                      <a:pt x="111" y="119"/>
                      <a:pt x="114" y="124"/>
                    </a:cubicBezTo>
                    <a:cubicBezTo>
                      <a:pt x="129" y="145"/>
                      <a:pt x="137" y="174"/>
                      <a:pt x="141" y="206"/>
                    </a:cubicBezTo>
                    <a:cubicBezTo>
                      <a:pt x="144" y="216"/>
                      <a:pt x="160" y="213"/>
                      <a:pt x="159" y="206"/>
                    </a:cubicBezTo>
                    <a:cubicBezTo>
                      <a:pt x="149" y="143"/>
                      <a:pt x="129" y="98"/>
                      <a:pt x="90" y="87"/>
                    </a:cubicBezTo>
                    <a:cubicBezTo>
                      <a:pt x="90" y="79"/>
                      <a:pt x="90" y="79"/>
                      <a:pt x="90" y="79"/>
                    </a:cubicBezTo>
                    <a:cubicBezTo>
                      <a:pt x="119" y="79"/>
                      <a:pt x="119" y="79"/>
                      <a:pt x="119" y="79"/>
                    </a:cubicBezTo>
                    <a:cubicBezTo>
                      <a:pt x="120" y="81"/>
                      <a:pt x="122" y="82"/>
                      <a:pt x="124" y="82"/>
                    </a:cubicBezTo>
                    <a:cubicBezTo>
                      <a:pt x="128" y="82"/>
                      <a:pt x="131" y="78"/>
                      <a:pt x="131" y="73"/>
                    </a:cubicBezTo>
                    <a:cubicBezTo>
                      <a:pt x="131" y="67"/>
                      <a:pt x="128" y="63"/>
                      <a:pt x="124" y="63"/>
                    </a:cubicBezTo>
                    <a:cubicBezTo>
                      <a:pt x="122" y="63"/>
                      <a:pt x="121" y="64"/>
                      <a:pt x="120" y="65"/>
                    </a:cubicBezTo>
                    <a:cubicBezTo>
                      <a:pt x="90" y="65"/>
                      <a:pt x="90" y="65"/>
                      <a:pt x="90" y="65"/>
                    </a:cubicBezTo>
                    <a:cubicBezTo>
                      <a:pt x="90" y="57"/>
                      <a:pt x="90" y="57"/>
                      <a:pt x="90" y="57"/>
                    </a:cubicBezTo>
                    <a:cubicBezTo>
                      <a:pt x="113" y="57"/>
                      <a:pt x="113" y="57"/>
                      <a:pt x="113" y="57"/>
                    </a:cubicBezTo>
                    <a:cubicBezTo>
                      <a:pt x="114" y="59"/>
                      <a:pt x="116" y="60"/>
                      <a:pt x="118" y="60"/>
                    </a:cubicBezTo>
                    <a:cubicBezTo>
                      <a:pt x="122" y="60"/>
                      <a:pt x="125" y="56"/>
                      <a:pt x="125" y="51"/>
                    </a:cubicBezTo>
                    <a:cubicBezTo>
                      <a:pt x="125" y="45"/>
                      <a:pt x="122" y="41"/>
                      <a:pt x="118" y="41"/>
                    </a:cubicBezTo>
                    <a:cubicBezTo>
                      <a:pt x="116" y="41"/>
                      <a:pt x="115" y="42"/>
                      <a:pt x="114" y="43"/>
                    </a:cubicBezTo>
                    <a:cubicBezTo>
                      <a:pt x="90" y="43"/>
                      <a:pt x="90" y="43"/>
                      <a:pt x="90" y="43"/>
                    </a:cubicBezTo>
                    <a:cubicBezTo>
                      <a:pt x="90" y="35"/>
                      <a:pt x="90" y="35"/>
                      <a:pt x="90" y="35"/>
                    </a:cubicBezTo>
                    <a:cubicBezTo>
                      <a:pt x="108" y="35"/>
                      <a:pt x="108" y="35"/>
                      <a:pt x="108" y="35"/>
                    </a:cubicBezTo>
                    <a:cubicBezTo>
                      <a:pt x="110" y="37"/>
                      <a:pt x="111" y="38"/>
                      <a:pt x="113" y="38"/>
                    </a:cubicBezTo>
                    <a:cubicBezTo>
                      <a:pt x="117" y="38"/>
                      <a:pt x="120" y="33"/>
                      <a:pt x="120" y="28"/>
                    </a:cubicBezTo>
                    <a:cubicBezTo>
                      <a:pt x="120" y="23"/>
                      <a:pt x="117" y="18"/>
                      <a:pt x="113" y="18"/>
                    </a:cubicBezTo>
                    <a:cubicBezTo>
                      <a:pt x="111" y="18"/>
                      <a:pt x="110" y="19"/>
                      <a:pt x="109" y="21"/>
                    </a:cubicBezTo>
                    <a:cubicBezTo>
                      <a:pt x="90" y="21"/>
                      <a:pt x="90" y="21"/>
                      <a:pt x="90" y="21"/>
                    </a:cubicBezTo>
                    <a:cubicBezTo>
                      <a:pt x="90" y="13"/>
                      <a:pt x="90" y="13"/>
                      <a:pt x="90" y="13"/>
                    </a:cubicBezTo>
                    <a:cubicBezTo>
                      <a:pt x="92" y="11"/>
                      <a:pt x="92" y="10"/>
                      <a:pt x="92" y="8"/>
                    </a:cubicBezTo>
                    <a:cubicBezTo>
                      <a:pt x="92" y="4"/>
                      <a:pt x="88" y="0"/>
                      <a:pt x="83" y="0"/>
                    </a:cubicBezTo>
                    <a:cubicBezTo>
                      <a:pt x="77" y="0"/>
                      <a:pt x="73" y="4"/>
                      <a:pt x="73" y="8"/>
                    </a:cubicBezTo>
                    <a:cubicBezTo>
                      <a:pt x="73" y="9"/>
                      <a:pt x="73" y="11"/>
                      <a:pt x="74" y="12"/>
                    </a:cubicBezTo>
                    <a:cubicBezTo>
                      <a:pt x="74" y="88"/>
                      <a:pt x="74" y="88"/>
                      <a:pt x="74" y="88"/>
                    </a:cubicBezTo>
                    <a:cubicBezTo>
                      <a:pt x="32" y="102"/>
                      <a:pt x="12" y="147"/>
                      <a:pt x="2" y="203"/>
                    </a:cubicBezTo>
                    <a:cubicBezTo>
                      <a:pt x="0" y="212"/>
                      <a:pt x="14" y="214"/>
                      <a:pt x="19" y="206"/>
                    </a:cubicBezTo>
                    <a:close/>
                    <a:moveTo>
                      <a:pt x="80" y="102"/>
                    </a:moveTo>
                    <a:cubicBezTo>
                      <a:pt x="81" y="102"/>
                      <a:pt x="81" y="102"/>
                      <a:pt x="81" y="102"/>
                    </a:cubicBezTo>
                    <a:cubicBezTo>
                      <a:pt x="84" y="102"/>
                      <a:pt x="86" y="104"/>
                      <a:pt x="86" y="107"/>
                    </a:cubicBezTo>
                    <a:cubicBezTo>
                      <a:pt x="86" y="116"/>
                      <a:pt x="86" y="116"/>
                      <a:pt x="86" y="116"/>
                    </a:cubicBezTo>
                    <a:cubicBezTo>
                      <a:pt x="86" y="119"/>
                      <a:pt x="84" y="121"/>
                      <a:pt x="81" y="121"/>
                    </a:cubicBezTo>
                    <a:cubicBezTo>
                      <a:pt x="80" y="121"/>
                      <a:pt x="80" y="121"/>
                      <a:pt x="80" y="121"/>
                    </a:cubicBezTo>
                    <a:cubicBezTo>
                      <a:pt x="78" y="121"/>
                      <a:pt x="76" y="119"/>
                      <a:pt x="76" y="116"/>
                    </a:cubicBezTo>
                    <a:cubicBezTo>
                      <a:pt x="76" y="107"/>
                      <a:pt x="76" y="107"/>
                      <a:pt x="76" y="107"/>
                    </a:cubicBezTo>
                    <a:cubicBezTo>
                      <a:pt x="76" y="104"/>
                      <a:pt x="78" y="102"/>
                      <a:pt x="80"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4" name="işḷïďe"/>
              <p:cNvSpPr/>
              <p:nvPr/>
            </p:nvSpPr>
            <p:spPr bwMode="auto">
              <a:xfrm>
                <a:off x="3454400" y="2916238"/>
                <a:ext cx="1054100" cy="1025525"/>
              </a:xfrm>
              <a:custGeom>
                <a:avLst/>
                <a:gdLst>
                  <a:gd name="T0" fmla="*/ 160 w 320"/>
                  <a:gd name="T1" fmla="*/ 310 h 310"/>
                  <a:gd name="T2" fmla="*/ 151 w 320"/>
                  <a:gd name="T3" fmla="*/ 3 h 310"/>
                  <a:gd name="T4" fmla="*/ 50 w 320"/>
                  <a:gd name="T5" fmla="*/ 53 h 310"/>
                  <a:gd name="T6" fmla="*/ 30 w 320"/>
                  <a:gd name="T7" fmla="*/ 88 h 310"/>
                  <a:gd name="T8" fmla="*/ 24 w 320"/>
                  <a:gd name="T9" fmla="*/ 126 h 310"/>
                  <a:gd name="T10" fmla="*/ 24 w 320"/>
                  <a:gd name="T11" fmla="*/ 131 h 310"/>
                  <a:gd name="T12" fmla="*/ 23 w 320"/>
                  <a:gd name="T13" fmla="*/ 166 h 310"/>
                  <a:gd name="T14" fmla="*/ 41 w 320"/>
                  <a:gd name="T15" fmla="*/ 200 h 310"/>
                  <a:gd name="T16" fmla="*/ 44 w 320"/>
                  <a:gd name="T17" fmla="*/ 205 h 310"/>
                  <a:gd name="T18" fmla="*/ 69 w 320"/>
                  <a:gd name="T19" fmla="*/ 242 h 310"/>
                  <a:gd name="T20" fmla="*/ 113 w 320"/>
                  <a:gd name="T21" fmla="*/ 252 h 310"/>
                  <a:gd name="T22" fmla="*/ 114 w 320"/>
                  <a:gd name="T23" fmla="*/ 248 h 310"/>
                  <a:gd name="T24" fmla="*/ 196 w 320"/>
                  <a:gd name="T25" fmla="*/ 234 h 310"/>
                  <a:gd name="T26" fmla="*/ 194 w 320"/>
                  <a:gd name="T27" fmla="*/ 248 h 310"/>
                  <a:gd name="T28" fmla="*/ 209 w 320"/>
                  <a:gd name="T29" fmla="*/ 260 h 310"/>
                  <a:gd name="T30" fmla="*/ 257 w 320"/>
                  <a:gd name="T31" fmla="*/ 237 h 310"/>
                  <a:gd name="T32" fmla="*/ 281 w 320"/>
                  <a:gd name="T33" fmla="*/ 208 h 310"/>
                  <a:gd name="T34" fmla="*/ 291 w 320"/>
                  <a:gd name="T35" fmla="*/ 170 h 310"/>
                  <a:gd name="T36" fmla="*/ 293 w 320"/>
                  <a:gd name="T37" fmla="*/ 164 h 310"/>
                  <a:gd name="T38" fmla="*/ 299 w 320"/>
                  <a:gd name="T39" fmla="*/ 131 h 310"/>
                  <a:gd name="T40" fmla="*/ 289 w 320"/>
                  <a:gd name="T41" fmla="*/ 95 h 310"/>
                  <a:gd name="T42" fmla="*/ 287 w 320"/>
                  <a:gd name="T43" fmla="*/ 90 h 310"/>
                  <a:gd name="T44" fmla="*/ 268 w 320"/>
                  <a:gd name="T45" fmla="*/ 49 h 310"/>
                  <a:gd name="T46" fmla="*/ 175 w 320"/>
                  <a:gd name="T47" fmla="*/ 1 h 310"/>
                  <a:gd name="T48" fmla="*/ 284 w 320"/>
                  <a:gd name="T49" fmla="*/ 67 h 310"/>
                  <a:gd name="T50" fmla="*/ 302 w 320"/>
                  <a:gd name="T51" fmla="*/ 107 h 310"/>
                  <a:gd name="T52" fmla="*/ 302 w 320"/>
                  <a:gd name="T53" fmla="*/ 110 h 310"/>
                  <a:gd name="T54" fmla="*/ 303 w 320"/>
                  <a:gd name="T55" fmla="*/ 144 h 310"/>
                  <a:gd name="T56" fmla="*/ 306 w 320"/>
                  <a:gd name="T57" fmla="*/ 144 h 310"/>
                  <a:gd name="T58" fmla="*/ 291 w 320"/>
                  <a:gd name="T59" fmla="*/ 190 h 310"/>
                  <a:gd name="T60" fmla="*/ 273 w 320"/>
                  <a:gd name="T61" fmla="*/ 225 h 310"/>
                  <a:gd name="T62" fmla="*/ 270 w 320"/>
                  <a:gd name="T63" fmla="*/ 229 h 310"/>
                  <a:gd name="T64" fmla="*/ 27 w 320"/>
                  <a:gd name="T65" fmla="*/ 190 h 310"/>
                  <a:gd name="T66" fmla="*/ 25 w 320"/>
                  <a:gd name="T67" fmla="*/ 186 h 310"/>
                  <a:gd name="T68" fmla="*/ 54 w 320"/>
                  <a:gd name="T69" fmla="*/ 228 h 310"/>
                  <a:gd name="T70" fmla="*/ 36 w 320"/>
                  <a:gd name="T71" fmla="*/ 66 h 310"/>
                  <a:gd name="T72" fmla="*/ 38 w 320"/>
                  <a:gd name="T73" fmla="*/ 67 h 310"/>
                  <a:gd name="T74" fmla="*/ 18 w 320"/>
                  <a:gd name="T75" fmla="*/ 111 h 310"/>
                  <a:gd name="T76" fmla="*/ 18 w 320"/>
                  <a:gd name="T77" fmla="*/ 108 h 310"/>
                  <a:gd name="T78" fmla="*/ 19 w 320"/>
                  <a:gd name="T79" fmla="*/ 148 h 310"/>
                  <a:gd name="T80" fmla="*/ 123 w 320"/>
                  <a:gd name="T81" fmla="*/ 294 h 310"/>
                  <a:gd name="T82" fmla="*/ 123 w 320"/>
                  <a:gd name="T83" fmla="*/ 285 h 310"/>
                  <a:gd name="T84" fmla="*/ 172 w 320"/>
                  <a:gd name="T85" fmla="*/ 294 h 310"/>
                  <a:gd name="T86" fmla="*/ 148 w 320"/>
                  <a:gd name="T87" fmla="*/ 294 h 310"/>
                  <a:gd name="T88" fmla="*/ 197 w 320"/>
                  <a:gd name="T89" fmla="*/ 285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20" h="310">
                    <a:moveTo>
                      <a:pt x="175" y="1"/>
                    </a:moveTo>
                    <a:cubicBezTo>
                      <a:pt x="256" y="8"/>
                      <a:pt x="320" y="75"/>
                      <a:pt x="320" y="155"/>
                    </a:cubicBezTo>
                    <a:cubicBezTo>
                      <a:pt x="320" y="240"/>
                      <a:pt x="248" y="310"/>
                      <a:pt x="160" y="310"/>
                    </a:cubicBezTo>
                    <a:cubicBezTo>
                      <a:pt x="72" y="310"/>
                      <a:pt x="0" y="240"/>
                      <a:pt x="0" y="155"/>
                    </a:cubicBezTo>
                    <a:cubicBezTo>
                      <a:pt x="0" y="73"/>
                      <a:pt x="67" y="5"/>
                      <a:pt x="151" y="0"/>
                    </a:cubicBezTo>
                    <a:cubicBezTo>
                      <a:pt x="151" y="3"/>
                      <a:pt x="151" y="3"/>
                      <a:pt x="151" y="3"/>
                    </a:cubicBezTo>
                    <a:cubicBezTo>
                      <a:pt x="113" y="6"/>
                      <a:pt x="79" y="24"/>
                      <a:pt x="56" y="51"/>
                    </a:cubicBezTo>
                    <a:cubicBezTo>
                      <a:pt x="53" y="49"/>
                      <a:pt x="53" y="49"/>
                      <a:pt x="53" y="49"/>
                    </a:cubicBezTo>
                    <a:cubicBezTo>
                      <a:pt x="50" y="53"/>
                      <a:pt x="50" y="53"/>
                      <a:pt x="50" y="53"/>
                    </a:cubicBezTo>
                    <a:cubicBezTo>
                      <a:pt x="52" y="55"/>
                      <a:pt x="52" y="55"/>
                      <a:pt x="52" y="55"/>
                    </a:cubicBezTo>
                    <a:cubicBezTo>
                      <a:pt x="44" y="65"/>
                      <a:pt x="38" y="77"/>
                      <a:pt x="33" y="89"/>
                    </a:cubicBezTo>
                    <a:cubicBezTo>
                      <a:pt x="30" y="88"/>
                      <a:pt x="30" y="88"/>
                      <a:pt x="30" y="88"/>
                    </a:cubicBezTo>
                    <a:cubicBezTo>
                      <a:pt x="28" y="93"/>
                      <a:pt x="28" y="93"/>
                      <a:pt x="28" y="93"/>
                    </a:cubicBezTo>
                    <a:cubicBezTo>
                      <a:pt x="31" y="94"/>
                      <a:pt x="31" y="94"/>
                      <a:pt x="31" y="94"/>
                    </a:cubicBezTo>
                    <a:cubicBezTo>
                      <a:pt x="27" y="104"/>
                      <a:pt x="25" y="115"/>
                      <a:pt x="24" y="126"/>
                    </a:cubicBezTo>
                    <a:cubicBezTo>
                      <a:pt x="21" y="126"/>
                      <a:pt x="21" y="126"/>
                      <a:pt x="21" y="126"/>
                    </a:cubicBezTo>
                    <a:cubicBezTo>
                      <a:pt x="21" y="131"/>
                      <a:pt x="21" y="131"/>
                      <a:pt x="21" y="131"/>
                    </a:cubicBezTo>
                    <a:cubicBezTo>
                      <a:pt x="24" y="131"/>
                      <a:pt x="24" y="131"/>
                      <a:pt x="24" y="131"/>
                    </a:cubicBezTo>
                    <a:cubicBezTo>
                      <a:pt x="24" y="133"/>
                      <a:pt x="24" y="135"/>
                      <a:pt x="24" y="136"/>
                    </a:cubicBezTo>
                    <a:cubicBezTo>
                      <a:pt x="24" y="146"/>
                      <a:pt x="25" y="155"/>
                      <a:pt x="27" y="164"/>
                    </a:cubicBezTo>
                    <a:cubicBezTo>
                      <a:pt x="23" y="166"/>
                      <a:pt x="23" y="166"/>
                      <a:pt x="23" y="166"/>
                    </a:cubicBezTo>
                    <a:cubicBezTo>
                      <a:pt x="25" y="172"/>
                      <a:pt x="25" y="172"/>
                      <a:pt x="25" y="172"/>
                    </a:cubicBezTo>
                    <a:cubicBezTo>
                      <a:pt x="29" y="171"/>
                      <a:pt x="29" y="171"/>
                      <a:pt x="29" y="171"/>
                    </a:cubicBezTo>
                    <a:cubicBezTo>
                      <a:pt x="31" y="181"/>
                      <a:pt x="35" y="191"/>
                      <a:pt x="41" y="200"/>
                    </a:cubicBezTo>
                    <a:cubicBezTo>
                      <a:pt x="37" y="202"/>
                      <a:pt x="37" y="202"/>
                      <a:pt x="37" y="202"/>
                    </a:cubicBezTo>
                    <a:cubicBezTo>
                      <a:pt x="40" y="208"/>
                      <a:pt x="40" y="208"/>
                      <a:pt x="40" y="208"/>
                    </a:cubicBezTo>
                    <a:cubicBezTo>
                      <a:pt x="44" y="205"/>
                      <a:pt x="44" y="205"/>
                      <a:pt x="44" y="205"/>
                    </a:cubicBezTo>
                    <a:cubicBezTo>
                      <a:pt x="50" y="215"/>
                      <a:pt x="58" y="225"/>
                      <a:pt x="67" y="233"/>
                    </a:cubicBezTo>
                    <a:cubicBezTo>
                      <a:pt x="64" y="237"/>
                      <a:pt x="64" y="237"/>
                      <a:pt x="64" y="237"/>
                    </a:cubicBezTo>
                    <a:cubicBezTo>
                      <a:pt x="69" y="242"/>
                      <a:pt x="69" y="242"/>
                      <a:pt x="69" y="242"/>
                    </a:cubicBezTo>
                    <a:cubicBezTo>
                      <a:pt x="73" y="238"/>
                      <a:pt x="73" y="238"/>
                      <a:pt x="73" y="238"/>
                    </a:cubicBezTo>
                    <a:cubicBezTo>
                      <a:pt x="84" y="247"/>
                      <a:pt x="97" y="254"/>
                      <a:pt x="110" y="259"/>
                    </a:cubicBezTo>
                    <a:cubicBezTo>
                      <a:pt x="112" y="257"/>
                      <a:pt x="113" y="255"/>
                      <a:pt x="113" y="252"/>
                    </a:cubicBezTo>
                    <a:cubicBezTo>
                      <a:pt x="126" y="252"/>
                      <a:pt x="126" y="252"/>
                      <a:pt x="126" y="252"/>
                    </a:cubicBezTo>
                    <a:cubicBezTo>
                      <a:pt x="126" y="248"/>
                      <a:pt x="126" y="248"/>
                      <a:pt x="126" y="248"/>
                    </a:cubicBezTo>
                    <a:cubicBezTo>
                      <a:pt x="114" y="248"/>
                      <a:pt x="114" y="248"/>
                      <a:pt x="114" y="248"/>
                    </a:cubicBezTo>
                    <a:cubicBezTo>
                      <a:pt x="118" y="243"/>
                      <a:pt x="121" y="238"/>
                      <a:pt x="121" y="231"/>
                    </a:cubicBezTo>
                    <a:cubicBezTo>
                      <a:pt x="125" y="234"/>
                      <a:pt x="125" y="234"/>
                      <a:pt x="125" y="234"/>
                    </a:cubicBezTo>
                    <a:cubicBezTo>
                      <a:pt x="196" y="234"/>
                      <a:pt x="196" y="234"/>
                      <a:pt x="196" y="234"/>
                    </a:cubicBezTo>
                    <a:cubicBezTo>
                      <a:pt x="199" y="231"/>
                      <a:pt x="199" y="231"/>
                      <a:pt x="199" y="231"/>
                    </a:cubicBezTo>
                    <a:cubicBezTo>
                      <a:pt x="199" y="237"/>
                      <a:pt x="202" y="243"/>
                      <a:pt x="206" y="248"/>
                    </a:cubicBezTo>
                    <a:cubicBezTo>
                      <a:pt x="194" y="248"/>
                      <a:pt x="194" y="248"/>
                      <a:pt x="194" y="248"/>
                    </a:cubicBezTo>
                    <a:cubicBezTo>
                      <a:pt x="194" y="252"/>
                      <a:pt x="194" y="252"/>
                      <a:pt x="194" y="252"/>
                    </a:cubicBezTo>
                    <a:cubicBezTo>
                      <a:pt x="207" y="252"/>
                      <a:pt x="207" y="252"/>
                      <a:pt x="207" y="252"/>
                    </a:cubicBezTo>
                    <a:cubicBezTo>
                      <a:pt x="207" y="255"/>
                      <a:pt x="208" y="258"/>
                      <a:pt x="209" y="260"/>
                    </a:cubicBezTo>
                    <a:cubicBezTo>
                      <a:pt x="223" y="255"/>
                      <a:pt x="236" y="247"/>
                      <a:pt x="247" y="238"/>
                    </a:cubicBezTo>
                    <a:cubicBezTo>
                      <a:pt x="251" y="242"/>
                      <a:pt x="251" y="242"/>
                      <a:pt x="251" y="242"/>
                    </a:cubicBezTo>
                    <a:cubicBezTo>
                      <a:pt x="257" y="237"/>
                      <a:pt x="257" y="237"/>
                      <a:pt x="257" y="237"/>
                    </a:cubicBezTo>
                    <a:cubicBezTo>
                      <a:pt x="253" y="233"/>
                      <a:pt x="253" y="233"/>
                      <a:pt x="253" y="233"/>
                    </a:cubicBezTo>
                    <a:cubicBezTo>
                      <a:pt x="262" y="224"/>
                      <a:pt x="270" y="215"/>
                      <a:pt x="276" y="205"/>
                    </a:cubicBezTo>
                    <a:cubicBezTo>
                      <a:pt x="281" y="208"/>
                      <a:pt x="281" y="208"/>
                      <a:pt x="281" y="208"/>
                    </a:cubicBezTo>
                    <a:cubicBezTo>
                      <a:pt x="284" y="202"/>
                      <a:pt x="284" y="202"/>
                      <a:pt x="284" y="202"/>
                    </a:cubicBezTo>
                    <a:cubicBezTo>
                      <a:pt x="279" y="199"/>
                      <a:pt x="279" y="199"/>
                      <a:pt x="279" y="199"/>
                    </a:cubicBezTo>
                    <a:cubicBezTo>
                      <a:pt x="284" y="190"/>
                      <a:pt x="288" y="180"/>
                      <a:pt x="291" y="170"/>
                    </a:cubicBezTo>
                    <a:cubicBezTo>
                      <a:pt x="296" y="172"/>
                      <a:pt x="296" y="172"/>
                      <a:pt x="296" y="172"/>
                    </a:cubicBezTo>
                    <a:cubicBezTo>
                      <a:pt x="298" y="166"/>
                      <a:pt x="298" y="166"/>
                      <a:pt x="298" y="166"/>
                    </a:cubicBezTo>
                    <a:cubicBezTo>
                      <a:pt x="293" y="164"/>
                      <a:pt x="293" y="164"/>
                      <a:pt x="293" y="164"/>
                    </a:cubicBezTo>
                    <a:cubicBezTo>
                      <a:pt x="295" y="155"/>
                      <a:pt x="296" y="146"/>
                      <a:pt x="296" y="136"/>
                    </a:cubicBezTo>
                    <a:cubicBezTo>
                      <a:pt x="296" y="135"/>
                      <a:pt x="296" y="133"/>
                      <a:pt x="295" y="131"/>
                    </a:cubicBezTo>
                    <a:cubicBezTo>
                      <a:pt x="299" y="131"/>
                      <a:pt x="299" y="131"/>
                      <a:pt x="299" y="131"/>
                    </a:cubicBezTo>
                    <a:cubicBezTo>
                      <a:pt x="299" y="126"/>
                      <a:pt x="299" y="126"/>
                      <a:pt x="299" y="126"/>
                    </a:cubicBezTo>
                    <a:cubicBezTo>
                      <a:pt x="295" y="126"/>
                      <a:pt x="295" y="126"/>
                      <a:pt x="295" y="126"/>
                    </a:cubicBezTo>
                    <a:cubicBezTo>
                      <a:pt x="294" y="115"/>
                      <a:pt x="292" y="105"/>
                      <a:pt x="289" y="95"/>
                    </a:cubicBezTo>
                    <a:cubicBezTo>
                      <a:pt x="293" y="93"/>
                      <a:pt x="293" y="93"/>
                      <a:pt x="293" y="93"/>
                    </a:cubicBezTo>
                    <a:cubicBezTo>
                      <a:pt x="291" y="88"/>
                      <a:pt x="291" y="88"/>
                      <a:pt x="291" y="88"/>
                    </a:cubicBezTo>
                    <a:cubicBezTo>
                      <a:pt x="287" y="90"/>
                      <a:pt x="287" y="90"/>
                      <a:pt x="287" y="90"/>
                    </a:cubicBezTo>
                    <a:cubicBezTo>
                      <a:pt x="282" y="77"/>
                      <a:pt x="276" y="66"/>
                      <a:pt x="268" y="56"/>
                    </a:cubicBezTo>
                    <a:cubicBezTo>
                      <a:pt x="271" y="53"/>
                      <a:pt x="271" y="53"/>
                      <a:pt x="271" y="53"/>
                    </a:cubicBezTo>
                    <a:cubicBezTo>
                      <a:pt x="268" y="49"/>
                      <a:pt x="268" y="49"/>
                      <a:pt x="268" y="49"/>
                    </a:cubicBezTo>
                    <a:cubicBezTo>
                      <a:pt x="264" y="51"/>
                      <a:pt x="264" y="51"/>
                      <a:pt x="264" y="51"/>
                    </a:cubicBezTo>
                    <a:cubicBezTo>
                      <a:pt x="242" y="25"/>
                      <a:pt x="210" y="8"/>
                      <a:pt x="175" y="4"/>
                    </a:cubicBezTo>
                    <a:cubicBezTo>
                      <a:pt x="175" y="1"/>
                      <a:pt x="175" y="1"/>
                      <a:pt x="175" y="1"/>
                    </a:cubicBezTo>
                    <a:close/>
                    <a:moveTo>
                      <a:pt x="284" y="64"/>
                    </a:moveTo>
                    <a:cubicBezTo>
                      <a:pt x="282" y="65"/>
                      <a:pt x="282" y="65"/>
                      <a:pt x="282" y="65"/>
                    </a:cubicBezTo>
                    <a:cubicBezTo>
                      <a:pt x="284" y="67"/>
                      <a:pt x="284" y="67"/>
                      <a:pt x="284" y="67"/>
                    </a:cubicBezTo>
                    <a:cubicBezTo>
                      <a:pt x="285" y="66"/>
                      <a:pt x="285" y="66"/>
                      <a:pt x="285" y="66"/>
                    </a:cubicBezTo>
                    <a:cubicBezTo>
                      <a:pt x="284" y="64"/>
                      <a:pt x="284" y="64"/>
                      <a:pt x="284" y="64"/>
                    </a:cubicBezTo>
                    <a:close/>
                    <a:moveTo>
                      <a:pt x="302" y="107"/>
                    </a:moveTo>
                    <a:cubicBezTo>
                      <a:pt x="300" y="107"/>
                      <a:pt x="300" y="107"/>
                      <a:pt x="300" y="107"/>
                    </a:cubicBezTo>
                    <a:cubicBezTo>
                      <a:pt x="300" y="110"/>
                      <a:pt x="300" y="110"/>
                      <a:pt x="300" y="110"/>
                    </a:cubicBezTo>
                    <a:cubicBezTo>
                      <a:pt x="302" y="110"/>
                      <a:pt x="302" y="110"/>
                      <a:pt x="302" y="110"/>
                    </a:cubicBezTo>
                    <a:cubicBezTo>
                      <a:pt x="302" y="107"/>
                      <a:pt x="302" y="107"/>
                      <a:pt x="302" y="107"/>
                    </a:cubicBezTo>
                    <a:close/>
                    <a:moveTo>
                      <a:pt x="306" y="144"/>
                    </a:moveTo>
                    <a:cubicBezTo>
                      <a:pt x="303" y="144"/>
                      <a:pt x="303" y="144"/>
                      <a:pt x="303" y="144"/>
                    </a:cubicBezTo>
                    <a:cubicBezTo>
                      <a:pt x="303" y="148"/>
                      <a:pt x="303" y="148"/>
                      <a:pt x="303" y="148"/>
                    </a:cubicBezTo>
                    <a:cubicBezTo>
                      <a:pt x="306" y="148"/>
                      <a:pt x="306" y="148"/>
                      <a:pt x="306" y="148"/>
                    </a:cubicBezTo>
                    <a:cubicBezTo>
                      <a:pt x="306" y="144"/>
                      <a:pt x="306" y="144"/>
                      <a:pt x="306" y="144"/>
                    </a:cubicBezTo>
                    <a:close/>
                    <a:moveTo>
                      <a:pt x="295" y="187"/>
                    </a:moveTo>
                    <a:cubicBezTo>
                      <a:pt x="293" y="186"/>
                      <a:pt x="293" y="186"/>
                      <a:pt x="293" y="186"/>
                    </a:cubicBezTo>
                    <a:cubicBezTo>
                      <a:pt x="291" y="190"/>
                      <a:pt x="291" y="190"/>
                      <a:pt x="291" y="190"/>
                    </a:cubicBezTo>
                    <a:cubicBezTo>
                      <a:pt x="293" y="191"/>
                      <a:pt x="293" y="191"/>
                      <a:pt x="293" y="191"/>
                    </a:cubicBezTo>
                    <a:cubicBezTo>
                      <a:pt x="295" y="187"/>
                      <a:pt x="295" y="187"/>
                      <a:pt x="295" y="187"/>
                    </a:cubicBezTo>
                    <a:close/>
                    <a:moveTo>
                      <a:pt x="273" y="225"/>
                    </a:moveTo>
                    <a:cubicBezTo>
                      <a:pt x="271" y="224"/>
                      <a:pt x="271" y="224"/>
                      <a:pt x="271" y="224"/>
                    </a:cubicBezTo>
                    <a:cubicBezTo>
                      <a:pt x="268" y="227"/>
                      <a:pt x="268" y="227"/>
                      <a:pt x="268" y="227"/>
                    </a:cubicBezTo>
                    <a:cubicBezTo>
                      <a:pt x="270" y="229"/>
                      <a:pt x="270" y="229"/>
                      <a:pt x="270" y="229"/>
                    </a:cubicBezTo>
                    <a:cubicBezTo>
                      <a:pt x="273" y="225"/>
                      <a:pt x="273" y="225"/>
                      <a:pt x="273" y="225"/>
                    </a:cubicBezTo>
                    <a:close/>
                    <a:moveTo>
                      <a:pt x="25" y="186"/>
                    </a:moveTo>
                    <a:cubicBezTo>
                      <a:pt x="27" y="190"/>
                      <a:pt x="27" y="190"/>
                      <a:pt x="27" y="190"/>
                    </a:cubicBezTo>
                    <a:cubicBezTo>
                      <a:pt x="29" y="189"/>
                      <a:pt x="29" y="189"/>
                      <a:pt x="29" y="189"/>
                    </a:cubicBezTo>
                    <a:cubicBezTo>
                      <a:pt x="27" y="185"/>
                      <a:pt x="27" y="185"/>
                      <a:pt x="27" y="185"/>
                    </a:cubicBezTo>
                    <a:cubicBezTo>
                      <a:pt x="25" y="186"/>
                      <a:pt x="25" y="186"/>
                      <a:pt x="25" y="186"/>
                    </a:cubicBezTo>
                    <a:close/>
                    <a:moveTo>
                      <a:pt x="50" y="227"/>
                    </a:moveTo>
                    <a:cubicBezTo>
                      <a:pt x="52" y="230"/>
                      <a:pt x="52" y="230"/>
                      <a:pt x="52" y="230"/>
                    </a:cubicBezTo>
                    <a:cubicBezTo>
                      <a:pt x="54" y="228"/>
                      <a:pt x="54" y="228"/>
                      <a:pt x="54" y="228"/>
                    </a:cubicBezTo>
                    <a:cubicBezTo>
                      <a:pt x="51" y="225"/>
                      <a:pt x="51" y="225"/>
                      <a:pt x="51" y="225"/>
                    </a:cubicBezTo>
                    <a:cubicBezTo>
                      <a:pt x="50" y="227"/>
                      <a:pt x="50" y="227"/>
                      <a:pt x="50" y="227"/>
                    </a:cubicBezTo>
                    <a:close/>
                    <a:moveTo>
                      <a:pt x="36" y="66"/>
                    </a:moveTo>
                    <a:cubicBezTo>
                      <a:pt x="34" y="68"/>
                      <a:pt x="34" y="68"/>
                      <a:pt x="34" y="68"/>
                    </a:cubicBezTo>
                    <a:cubicBezTo>
                      <a:pt x="36" y="69"/>
                      <a:pt x="36" y="69"/>
                      <a:pt x="36" y="69"/>
                    </a:cubicBezTo>
                    <a:cubicBezTo>
                      <a:pt x="38" y="67"/>
                      <a:pt x="38" y="67"/>
                      <a:pt x="38" y="67"/>
                    </a:cubicBezTo>
                    <a:cubicBezTo>
                      <a:pt x="36" y="66"/>
                      <a:pt x="36" y="66"/>
                      <a:pt x="36" y="66"/>
                    </a:cubicBezTo>
                    <a:close/>
                    <a:moveTo>
                      <a:pt x="18" y="108"/>
                    </a:moveTo>
                    <a:cubicBezTo>
                      <a:pt x="18" y="111"/>
                      <a:pt x="18" y="111"/>
                      <a:pt x="18" y="111"/>
                    </a:cubicBezTo>
                    <a:cubicBezTo>
                      <a:pt x="20" y="112"/>
                      <a:pt x="20" y="112"/>
                      <a:pt x="20" y="112"/>
                    </a:cubicBezTo>
                    <a:cubicBezTo>
                      <a:pt x="21" y="108"/>
                      <a:pt x="21" y="108"/>
                      <a:pt x="21" y="108"/>
                    </a:cubicBezTo>
                    <a:cubicBezTo>
                      <a:pt x="18" y="108"/>
                      <a:pt x="18" y="108"/>
                      <a:pt x="18" y="108"/>
                    </a:cubicBezTo>
                    <a:close/>
                    <a:moveTo>
                      <a:pt x="15" y="145"/>
                    </a:moveTo>
                    <a:cubicBezTo>
                      <a:pt x="16" y="149"/>
                      <a:pt x="16" y="149"/>
                      <a:pt x="16" y="149"/>
                    </a:cubicBezTo>
                    <a:cubicBezTo>
                      <a:pt x="19" y="148"/>
                      <a:pt x="19" y="148"/>
                      <a:pt x="19" y="148"/>
                    </a:cubicBezTo>
                    <a:cubicBezTo>
                      <a:pt x="18" y="145"/>
                      <a:pt x="18" y="145"/>
                      <a:pt x="18" y="145"/>
                    </a:cubicBezTo>
                    <a:cubicBezTo>
                      <a:pt x="15" y="145"/>
                      <a:pt x="15" y="145"/>
                      <a:pt x="15" y="145"/>
                    </a:cubicBezTo>
                    <a:close/>
                    <a:moveTo>
                      <a:pt x="123" y="294"/>
                    </a:moveTo>
                    <a:cubicBezTo>
                      <a:pt x="138" y="294"/>
                      <a:pt x="138" y="294"/>
                      <a:pt x="138" y="294"/>
                    </a:cubicBezTo>
                    <a:cubicBezTo>
                      <a:pt x="138" y="285"/>
                      <a:pt x="138" y="285"/>
                      <a:pt x="138" y="285"/>
                    </a:cubicBezTo>
                    <a:cubicBezTo>
                      <a:pt x="136" y="278"/>
                      <a:pt x="126" y="276"/>
                      <a:pt x="123" y="285"/>
                    </a:cubicBezTo>
                    <a:cubicBezTo>
                      <a:pt x="123" y="294"/>
                      <a:pt x="123" y="294"/>
                      <a:pt x="123" y="294"/>
                    </a:cubicBezTo>
                    <a:close/>
                    <a:moveTo>
                      <a:pt x="148" y="294"/>
                    </a:moveTo>
                    <a:cubicBezTo>
                      <a:pt x="172" y="294"/>
                      <a:pt x="172" y="294"/>
                      <a:pt x="172" y="294"/>
                    </a:cubicBezTo>
                    <a:cubicBezTo>
                      <a:pt x="172" y="282"/>
                      <a:pt x="172" y="282"/>
                      <a:pt x="172" y="282"/>
                    </a:cubicBezTo>
                    <a:cubicBezTo>
                      <a:pt x="169" y="271"/>
                      <a:pt x="152" y="269"/>
                      <a:pt x="148" y="282"/>
                    </a:cubicBezTo>
                    <a:cubicBezTo>
                      <a:pt x="148" y="294"/>
                      <a:pt x="148" y="294"/>
                      <a:pt x="148" y="294"/>
                    </a:cubicBezTo>
                    <a:close/>
                    <a:moveTo>
                      <a:pt x="182" y="294"/>
                    </a:moveTo>
                    <a:cubicBezTo>
                      <a:pt x="197" y="294"/>
                      <a:pt x="197" y="294"/>
                      <a:pt x="197" y="294"/>
                    </a:cubicBezTo>
                    <a:cubicBezTo>
                      <a:pt x="197" y="285"/>
                      <a:pt x="197" y="285"/>
                      <a:pt x="197" y="285"/>
                    </a:cubicBezTo>
                    <a:cubicBezTo>
                      <a:pt x="195" y="278"/>
                      <a:pt x="184" y="276"/>
                      <a:pt x="182" y="285"/>
                    </a:cubicBezTo>
                    <a:lnTo>
                      <a:pt x="182"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5" name="íşľïďê"/>
              <p:cNvSpPr/>
              <p:nvPr/>
            </p:nvSpPr>
            <p:spPr bwMode="auto">
              <a:xfrm>
                <a:off x="3314700" y="3322638"/>
                <a:ext cx="88900" cy="76200"/>
              </a:xfrm>
              <a:custGeom>
                <a:avLst/>
                <a:gdLst>
                  <a:gd name="T0" fmla="*/ 4 w 27"/>
                  <a:gd name="T1" fmla="*/ 1 h 23"/>
                  <a:gd name="T2" fmla="*/ 5 w 27"/>
                  <a:gd name="T3" fmla="*/ 3 h 23"/>
                  <a:gd name="T4" fmla="*/ 4 w 27"/>
                  <a:gd name="T5" fmla="*/ 4 h 23"/>
                  <a:gd name="T6" fmla="*/ 2 w 27"/>
                  <a:gd name="T7" fmla="*/ 8 h 23"/>
                  <a:gd name="T8" fmla="*/ 11 w 27"/>
                  <a:gd name="T9" fmla="*/ 22 h 23"/>
                  <a:gd name="T10" fmla="*/ 25 w 27"/>
                  <a:gd name="T11" fmla="*/ 15 h 23"/>
                  <a:gd name="T12" fmla="*/ 19 w 27"/>
                  <a:gd name="T13" fmla="*/ 3 h 23"/>
                  <a:gd name="T14" fmla="*/ 19 w 27"/>
                  <a:gd name="T15" fmla="*/ 4 h 23"/>
                  <a:gd name="T16" fmla="*/ 25 w 27"/>
                  <a:gd name="T17" fmla="*/ 14 h 23"/>
                  <a:gd name="T18" fmla="*/ 12 w 27"/>
                  <a:gd name="T19" fmla="*/ 18 h 23"/>
                  <a:gd name="T20" fmla="*/ 3 w 27"/>
                  <a:gd name="T21" fmla="*/ 8 h 23"/>
                  <a:gd name="T22" fmla="*/ 12 w 27"/>
                  <a:gd name="T23" fmla="*/ 3 h 23"/>
                  <a:gd name="T24" fmla="*/ 12 w 27"/>
                  <a:gd name="T25" fmla="*/ 2 h 23"/>
                  <a:gd name="T26" fmla="*/ 4 w 27"/>
                  <a:gd name="T27" fmla="*/ 0 h 23"/>
                  <a:gd name="T28" fmla="*/ 4 w 27"/>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 h="23">
                    <a:moveTo>
                      <a:pt x="4" y="1"/>
                    </a:moveTo>
                    <a:cubicBezTo>
                      <a:pt x="5" y="1"/>
                      <a:pt x="5" y="2"/>
                      <a:pt x="5" y="3"/>
                    </a:cubicBezTo>
                    <a:cubicBezTo>
                      <a:pt x="5" y="3"/>
                      <a:pt x="5" y="3"/>
                      <a:pt x="4" y="4"/>
                    </a:cubicBezTo>
                    <a:cubicBezTo>
                      <a:pt x="3" y="5"/>
                      <a:pt x="2" y="7"/>
                      <a:pt x="2" y="8"/>
                    </a:cubicBezTo>
                    <a:cubicBezTo>
                      <a:pt x="0" y="15"/>
                      <a:pt x="4" y="20"/>
                      <a:pt x="11" y="22"/>
                    </a:cubicBezTo>
                    <a:cubicBezTo>
                      <a:pt x="18" y="23"/>
                      <a:pt x="23" y="21"/>
                      <a:pt x="25" y="15"/>
                    </a:cubicBezTo>
                    <a:cubicBezTo>
                      <a:pt x="27" y="9"/>
                      <a:pt x="25" y="5"/>
                      <a:pt x="19" y="3"/>
                    </a:cubicBezTo>
                    <a:cubicBezTo>
                      <a:pt x="19" y="4"/>
                      <a:pt x="19" y="4"/>
                      <a:pt x="19" y="4"/>
                    </a:cubicBezTo>
                    <a:cubicBezTo>
                      <a:pt x="24" y="6"/>
                      <a:pt x="26" y="10"/>
                      <a:pt x="25" y="14"/>
                    </a:cubicBezTo>
                    <a:cubicBezTo>
                      <a:pt x="23" y="19"/>
                      <a:pt x="19" y="20"/>
                      <a:pt x="12" y="18"/>
                    </a:cubicBezTo>
                    <a:cubicBezTo>
                      <a:pt x="4" y="16"/>
                      <a:pt x="1" y="13"/>
                      <a:pt x="3" y="8"/>
                    </a:cubicBezTo>
                    <a:cubicBezTo>
                      <a:pt x="4" y="5"/>
                      <a:pt x="7" y="3"/>
                      <a:pt x="12" y="3"/>
                    </a:cubicBezTo>
                    <a:cubicBezTo>
                      <a:pt x="12" y="2"/>
                      <a:pt x="12" y="2"/>
                      <a:pt x="12" y="2"/>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6" name="iŝľíḍê"/>
              <p:cNvSpPr/>
              <p:nvPr/>
            </p:nvSpPr>
            <p:spPr bwMode="auto">
              <a:xfrm>
                <a:off x="3338513" y="3209925"/>
                <a:ext cx="104775" cy="106363"/>
              </a:xfrm>
              <a:custGeom>
                <a:avLst/>
                <a:gdLst>
                  <a:gd name="T0" fmla="*/ 27 w 32"/>
                  <a:gd name="T1" fmla="*/ 22 h 32"/>
                  <a:gd name="T2" fmla="*/ 26 w 32"/>
                  <a:gd name="T3" fmla="*/ 22 h 32"/>
                  <a:gd name="T4" fmla="*/ 22 w 32"/>
                  <a:gd name="T5" fmla="*/ 24 h 32"/>
                  <a:gd name="T6" fmla="*/ 14 w 32"/>
                  <a:gd name="T7" fmla="*/ 21 h 32"/>
                  <a:gd name="T8" fmla="*/ 18 w 32"/>
                  <a:gd name="T9" fmla="*/ 11 h 32"/>
                  <a:gd name="T10" fmla="*/ 26 w 32"/>
                  <a:gd name="T11" fmla="*/ 14 h 32"/>
                  <a:gd name="T12" fmla="*/ 27 w 32"/>
                  <a:gd name="T13" fmla="*/ 18 h 32"/>
                  <a:gd name="T14" fmla="*/ 28 w 32"/>
                  <a:gd name="T15" fmla="*/ 19 h 32"/>
                  <a:gd name="T16" fmla="*/ 32 w 32"/>
                  <a:gd name="T17" fmla="*/ 9 h 32"/>
                  <a:gd name="T18" fmla="*/ 31 w 32"/>
                  <a:gd name="T19" fmla="*/ 9 h 32"/>
                  <a:gd name="T20" fmla="*/ 28 w 32"/>
                  <a:gd name="T21" fmla="*/ 11 h 32"/>
                  <a:gd name="T22" fmla="*/ 12 w 32"/>
                  <a:gd name="T23" fmla="*/ 4 h 32"/>
                  <a:gd name="T24" fmla="*/ 11 w 32"/>
                  <a:gd name="T25" fmla="*/ 1 h 32"/>
                  <a:gd name="T26" fmla="*/ 10 w 32"/>
                  <a:gd name="T27" fmla="*/ 0 h 32"/>
                  <a:gd name="T28" fmla="*/ 6 w 32"/>
                  <a:gd name="T29" fmla="*/ 9 h 32"/>
                  <a:gd name="T30" fmla="*/ 7 w 32"/>
                  <a:gd name="T31" fmla="*/ 10 h 32"/>
                  <a:gd name="T32" fmla="*/ 10 w 32"/>
                  <a:gd name="T33" fmla="*/ 8 h 32"/>
                  <a:gd name="T34" fmla="*/ 17 w 32"/>
                  <a:gd name="T35" fmla="*/ 11 h 32"/>
                  <a:gd name="T36" fmla="*/ 13 w 32"/>
                  <a:gd name="T37" fmla="*/ 20 h 32"/>
                  <a:gd name="T38" fmla="*/ 6 w 32"/>
                  <a:gd name="T39" fmla="*/ 17 h 32"/>
                  <a:gd name="T40" fmla="*/ 6 w 32"/>
                  <a:gd name="T41" fmla="*/ 13 h 32"/>
                  <a:gd name="T42" fmla="*/ 4 w 32"/>
                  <a:gd name="T43" fmla="*/ 13 h 32"/>
                  <a:gd name="T44" fmla="*/ 0 w 32"/>
                  <a:gd name="T45" fmla="*/ 22 h 32"/>
                  <a:gd name="T46" fmla="*/ 2 w 32"/>
                  <a:gd name="T47" fmla="*/ 23 h 32"/>
                  <a:gd name="T48" fmla="*/ 5 w 32"/>
                  <a:gd name="T49" fmla="*/ 21 h 32"/>
                  <a:gd name="T50" fmla="*/ 21 w 32"/>
                  <a:gd name="T51" fmla="*/ 27 h 32"/>
                  <a:gd name="T52" fmla="*/ 22 w 32"/>
                  <a:gd name="T53" fmla="*/ 31 h 32"/>
                  <a:gd name="T54" fmla="*/ 23 w 32"/>
                  <a:gd name="T55" fmla="*/ 32 h 32"/>
                  <a:gd name="T56" fmla="*/ 27 w 32"/>
                  <a:gd name="T57"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 h="32">
                    <a:moveTo>
                      <a:pt x="27" y="22"/>
                    </a:moveTo>
                    <a:cubicBezTo>
                      <a:pt x="26" y="22"/>
                      <a:pt x="26" y="22"/>
                      <a:pt x="26" y="22"/>
                    </a:cubicBezTo>
                    <a:cubicBezTo>
                      <a:pt x="25" y="24"/>
                      <a:pt x="24" y="25"/>
                      <a:pt x="22" y="24"/>
                    </a:cubicBezTo>
                    <a:cubicBezTo>
                      <a:pt x="14" y="21"/>
                      <a:pt x="14" y="21"/>
                      <a:pt x="14" y="21"/>
                    </a:cubicBezTo>
                    <a:cubicBezTo>
                      <a:pt x="18" y="11"/>
                      <a:pt x="18" y="11"/>
                      <a:pt x="18" y="11"/>
                    </a:cubicBezTo>
                    <a:cubicBezTo>
                      <a:pt x="26" y="14"/>
                      <a:pt x="26" y="14"/>
                      <a:pt x="26" y="14"/>
                    </a:cubicBezTo>
                    <a:cubicBezTo>
                      <a:pt x="28" y="15"/>
                      <a:pt x="28" y="16"/>
                      <a:pt x="27" y="18"/>
                    </a:cubicBezTo>
                    <a:cubicBezTo>
                      <a:pt x="28" y="19"/>
                      <a:pt x="28" y="19"/>
                      <a:pt x="28" y="19"/>
                    </a:cubicBezTo>
                    <a:cubicBezTo>
                      <a:pt x="32" y="9"/>
                      <a:pt x="32" y="9"/>
                      <a:pt x="32" y="9"/>
                    </a:cubicBezTo>
                    <a:cubicBezTo>
                      <a:pt x="31" y="9"/>
                      <a:pt x="31" y="9"/>
                      <a:pt x="31" y="9"/>
                    </a:cubicBezTo>
                    <a:cubicBezTo>
                      <a:pt x="30" y="11"/>
                      <a:pt x="29" y="12"/>
                      <a:pt x="28" y="11"/>
                    </a:cubicBezTo>
                    <a:cubicBezTo>
                      <a:pt x="12" y="4"/>
                      <a:pt x="12" y="4"/>
                      <a:pt x="12" y="4"/>
                    </a:cubicBezTo>
                    <a:cubicBezTo>
                      <a:pt x="10" y="4"/>
                      <a:pt x="10" y="3"/>
                      <a:pt x="11" y="1"/>
                    </a:cubicBezTo>
                    <a:cubicBezTo>
                      <a:pt x="10" y="0"/>
                      <a:pt x="10" y="0"/>
                      <a:pt x="10" y="0"/>
                    </a:cubicBezTo>
                    <a:cubicBezTo>
                      <a:pt x="6" y="9"/>
                      <a:pt x="6" y="9"/>
                      <a:pt x="6" y="9"/>
                    </a:cubicBezTo>
                    <a:cubicBezTo>
                      <a:pt x="7" y="10"/>
                      <a:pt x="7" y="10"/>
                      <a:pt x="7" y="10"/>
                    </a:cubicBezTo>
                    <a:cubicBezTo>
                      <a:pt x="8" y="8"/>
                      <a:pt x="9" y="7"/>
                      <a:pt x="10" y="8"/>
                    </a:cubicBezTo>
                    <a:cubicBezTo>
                      <a:pt x="17" y="11"/>
                      <a:pt x="17" y="11"/>
                      <a:pt x="17" y="11"/>
                    </a:cubicBezTo>
                    <a:cubicBezTo>
                      <a:pt x="13" y="20"/>
                      <a:pt x="13" y="20"/>
                      <a:pt x="13" y="20"/>
                    </a:cubicBezTo>
                    <a:cubicBezTo>
                      <a:pt x="6" y="17"/>
                      <a:pt x="6" y="17"/>
                      <a:pt x="6" y="17"/>
                    </a:cubicBezTo>
                    <a:cubicBezTo>
                      <a:pt x="5" y="17"/>
                      <a:pt x="4" y="15"/>
                      <a:pt x="6" y="13"/>
                    </a:cubicBezTo>
                    <a:cubicBezTo>
                      <a:pt x="4" y="13"/>
                      <a:pt x="4" y="13"/>
                      <a:pt x="4" y="13"/>
                    </a:cubicBezTo>
                    <a:cubicBezTo>
                      <a:pt x="0" y="22"/>
                      <a:pt x="0" y="22"/>
                      <a:pt x="0" y="22"/>
                    </a:cubicBezTo>
                    <a:cubicBezTo>
                      <a:pt x="2" y="23"/>
                      <a:pt x="2" y="23"/>
                      <a:pt x="2" y="23"/>
                    </a:cubicBezTo>
                    <a:cubicBezTo>
                      <a:pt x="2" y="20"/>
                      <a:pt x="3" y="20"/>
                      <a:pt x="5" y="21"/>
                    </a:cubicBezTo>
                    <a:cubicBezTo>
                      <a:pt x="21" y="27"/>
                      <a:pt x="21" y="27"/>
                      <a:pt x="21" y="27"/>
                    </a:cubicBezTo>
                    <a:cubicBezTo>
                      <a:pt x="22" y="28"/>
                      <a:pt x="23" y="29"/>
                      <a:pt x="22" y="31"/>
                    </a:cubicBezTo>
                    <a:cubicBezTo>
                      <a:pt x="23" y="32"/>
                      <a:pt x="23" y="32"/>
                      <a:pt x="23" y="32"/>
                    </a:cubicBezTo>
                    <a:lnTo>
                      <a:pt x="27"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7" name="îṥḻiḓe"/>
              <p:cNvSpPr/>
              <p:nvPr/>
            </p:nvSpPr>
            <p:spPr bwMode="auto">
              <a:xfrm>
                <a:off x="3400425" y="3148013"/>
                <a:ext cx="88900" cy="73025"/>
              </a:xfrm>
              <a:custGeom>
                <a:avLst/>
                <a:gdLst>
                  <a:gd name="T0" fmla="*/ 20 w 27"/>
                  <a:gd name="T1" fmla="*/ 14 h 22"/>
                  <a:gd name="T2" fmla="*/ 19 w 27"/>
                  <a:gd name="T3" fmla="*/ 14 h 22"/>
                  <a:gd name="T4" fmla="*/ 16 w 27"/>
                  <a:gd name="T5" fmla="*/ 16 h 22"/>
                  <a:gd name="T6" fmla="*/ 14 w 27"/>
                  <a:gd name="T7" fmla="*/ 14 h 22"/>
                  <a:gd name="T8" fmla="*/ 12 w 27"/>
                  <a:gd name="T9" fmla="*/ 12 h 22"/>
                  <a:gd name="T10" fmla="*/ 16 w 27"/>
                  <a:gd name="T11" fmla="*/ 5 h 22"/>
                  <a:gd name="T12" fmla="*/ 22 w 27"/>
                  <a:gd name="T13" fmla="*/ 6 h 22"/>
                  <a:gd name="T14" fmla="*/ 22 w 27"/>
                  <a:gd name="T15" fmla="*/ 9 h 22"/>
                  <a:gd name="T16" fmla="*/ 23 w 27"/>
                  <a:gd name="T17" fmla="*/ 9 h 22"/>
                  <a:gd name="T18" fmla="*/ 27 w 27"/>
                  <a:gd name="T19" fmla="*/ 1 h 22"/>
                  <a:gd name="T20" fmla="*/ 26 w 27"/>
                  <a:gd name="T21" fmla="*/ 0 h 22"/>
                  <a:gd name="T22" fmla="*/ 21 w 27"/>
                  <a:gd name="T23" fmla="*/ 2 h 22"/>
                  <a:gd name="T24" fmla="*/ 0 w 27"/>
                  <a:gd name="T25" fmla="*/ 0 h 22"/>
                  <a:gd name="T26" fmla="*/ 0 w 27"/>
                  <a:gd name="T27" fmla="*/ 1 h 22"/>
                  <a:gd name="T28" fmla="*/ 13 w 27"/>
                  <a:gd name="T29" fmla="*/ 16 h 22"/>
                  <a:gd name="T30" fmla="*/ 15 w 27"/>
                  <a:gd name="T31" fmla="*/ 22 h 22"/>
                  <a:gd name="T32" fmla="*/ 16 w 27"/>
                  <a:gd name="T33" fmla="*/ 22 h 22"/>
                  <a:gd name="T34" fmla="*/ 20 w 27"/>
                  <a:gd name="T35" fmla="*/ 14 h 22"/>
                  <a:gd name="T36" fmla="*/ 11 w 27"/>
                  <a:gd name="T37" fmla="*/ 11 h 22"/>
                  <a:gd name="T38" fmla="*/ 4 w 27"/>
                  <a:gd name="T39" fmla="*/ 4 h 22"/>
                  <a:gd name="T40" fmla="*/ 14 w 27"/>
                  <a:gd name="T41" fmla="*/ 5 h 22"/>
                  <a:gd name="T42" fmla="*/ 11 w 27"/>
                  <a:gd name="T43"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7" h="22">
                    <a:moveTo>
                      <a:pt x="20" y="14"/>
                    </a:moveTo>
                    <a:cubicBezTo>
                      <a:pt x="19" y="14"/>
                      <a:pt x="19" y="14"/>
                      <a:pt x="19" y="14"/>
                    </a:cubicBezTo>
                    <a:cubicBezTo>
                      <a:pt x="18" y="16"/>
                      <a:pt x="17" y="17"/>
                      <a:pt x="16" y="16"/>
                    </a:cubicBezTo>
                    <a:cubicBezTo>
                      <a:pt x="15" y="16"/>
                      <a:pt x="15" y="15"/>
                      <a:pt x="14" y="14"/>
                    </a:cubicBezTo>
                    <a:cubicBezTo>
                      <a:pt x="13" y="13"/>
                      <a:pt x="12" y="13"/>
                      <a:pt x="12" y="12"/>
                    </a:cubicBezTo>
                    <a:cubicBezTo>
                      <a:pt x="16" y="5"/>
                      <a:pt x="16" y="5"/>
                      <a:pt x="16" y="5"/>
                    </a:cubicBezTo>
                    <a:cubicBezTo>
                      <a:pt x="19" y="5"/>
                      <a:pt x="21" y="5"/>
                      <a:pt x="22" y="6"/>
                    </a:cubicBezTo>
                    <a:cubicBezTo>
                      <a:pt x="23" y="6"/>
                      <a:pt x="23" y="7"/>
                      <a:pt x="22" y="9"/>
                    </a:cubicBezTo>
                    <a:cubicBezTo>
                      <a:pt x="23" y="9"/>
                      <a:pt x="23" y="9"/>
                      <a:pt x="23" y="9"/>
                    </a:cubicBezTo>
                    <a:cubicBezTo>
                      <a:pt x="27" y="1"/>
                      <a:pt x="27" y="1"/>
                      <a:pt x="27" y="1"/>
                    </a:cubicBezTo>
                    <a:cubicBezTo>
                      <a:pt x="26" y="0"/>
                      <a:pt x="26" y="0"/>
                      <a:pt x="26" y="0"/>
                    </a:cubicBezTo>
                    <a:cubicBezTo>
                      <a:pt x="25" y="2"/>
                      <a:pt x="24" y="3"/>
                      <a:pt x="21" y="2"/>
                    </a:cubicBezTo>
                    <a:cubicBezTo>
                      <a:pt x="0" y="0"/>
                      <a:pt x="0" y="0"/>
                      <a:pt x="0" y="0"/>
                    </a:cubicBezTo>
                    <a:cubicBezTo>
                      <a:pt x="0" y="1"/>
                      <a:pt x="0" y="1"/>
                      <a:pt x="0" y="1"/>
                    </a:cubicBezTo>
                    <a:cubicBezTo>
                      <a:pt x="13" y="16"/>
                      <a:pt x="13" y="16"/>
                      <a:pt x="13" y="16"/>
                    </a:cubicBezTo>
                    <a:cubicBezTo>
                      <a:pt x="15" y="18"/>
                      <a:pt x="16" y="20"/>
                      <a:pt x="15" y="22"/>
                    </a:cubicBezTo>
                    <a:cubicBezTo>
                      <a:pt x="16" y="22"/>
                      <a:pt x="16" y="22"/>
                      <a:pt x="16" y="22"/>
                    </a:cubicBezTo>
                    <a:cubicBezTo>
                      <a:pt x="20" y="14"/>
                      <a:pt x="20" y="14"/>
                      <a:pt x="20" y="14"/>
                    </a:cubicBezTo>
                    <a:close/>
                    <a:moveTo>
                      <a:pt x="11" y="11"/>
                    </a:moveTo>
                    <a:cubicBezTo>
                      <a:pt x="4" y="4"/>
                      <a:pt x="4" y="4"/>
                      <a:pt x="4" y="4"/>
                    </a:cubicBezTo>
                    <a:cubicBezTo>
                      <a:pt x="14" y="5"/>
                      <a:pt x="14" y="5"/>
                      <a:pt x="14" y="5"/>
                    </a:cubicBezTo>
                    <a:lnTo>
                      <a:pt x="11"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iSľíḓè"/>
              <p:cNvSpPr/>
              <p:nvPr/>
            </p:nvSpPr>
            <p:spPr bwMode="auto">
              <a:xfrm>
                <a:off x="3436938" y="3022600"/>
                <a:ext cx="106363" cy="107950"/>
              </a:xfrm>
              <a:custGeom>
                <a:avLst/>
                <a:gdLst>
                  <a:gd name="T0" fmla="*/ 0 w 32"/>
                  <a:gd name="T1" fmla="*/ 18 h 33"/>
                  <a:gd name="T2" fmla="*/ 1 w 32"/>
                  <a:gd name="T3" fmla="*/ 19 h 33"/>
                  <a:gd name="T4" fmla="*/ 2 w 32"/>
                  <a:gd name="T5" fmla="*/ 18 h 33"/>
                  <a:gd name="T6" fmla="*/ 4 w 32"/>
                  <a:gd name="T7" fmla="*/ 17 h 33"/>
                  <a:gd name="T8" fmla="*/ 19 w 32"/>
                  <a:gd name="T9" fmla="*/ 28 h 33"/>
                  <a:gd name="T10" fmla="*/ 18 w 32"/>
                  <a:gd name="T11" fmla="*/ 32 h 33"/>
                  <a:gd name="T12" fmla="*/ 19 w 32"/>
                  <a:gd name="T13" fmla="*/ 33 h 33"/>
                  <a:gd name="T14" fmla="*/ 25 w 32"/>
                  <a:gd name="T15" fmla="*/ 26 h 33"/>
                  <a:gd name="T16" fmla="*/ 24 w 32"/>
                  <a:gd name="T17" fmla="*/ 25 h 33"/>
                  <a:gd name="T18" fmla="*/ 20 w 32"/>
                  <a:gd name="T19" fmla="*/ 27 h 33"/>
                  <a:gd name="T20" fmla="*/ 7 w 32"/>
                  <a:gd name="T21" fmla="*/ 17 h 33"/>
                  <a:gd name="T22" fmla="*/ 7 w 32"/>
                  <a:gd name="T23" fmla="*/ 17 h 33"/>
                  <a:gd name="T24" fmla="*/ 31 w 32"/>
                  <a:gd name="T25" fmla="*/ 18 h 33"/>
                  <a:gd name="T26" fmla="*/ 32 w 32"/>
                  <a:gd name="T27" fmla="*/ 17 h 33"/>
                  <a:gd name="T28" fmla="*/ 15 w 32"/>
                  <a:gd name="T29" fmla="*/ 4 h 33"/>
                  <a:gd name="T30" fmla="*/ 15 w 32"/>
                  <a:gd name="T31" fmla="*/ 1 h 33"/>
                  <a:gd name="T32" fmla="*/ 14 w 32"/>
                  <a:gd name="T33" fmla="*/ 0 h 33"/>
                  <a:gd name="T34" fmla="*/ 9 w 32"/>
                  <a:gd name="T35" fmla="*/ 6 h 33"/>
                  <a:gd name="T36" fmla="*/ 10 w 32"/>
                  <a:gd name="T37" fmla="*/ 7 h 33"/>
                  <a:gd name="T38" fmla="*/ 14 w 32"/>
                  <a:gd name="T39" fmla="*/ 5 h 33"/>
                  <a:gd name="T40" fmla="*/ 26 w 32"/>
                  <a:gd name="T41" fmla="*/ 14 h 33"/>
                  <a:gd name="T42" fmla="*/ 26 w 32"/>
                  <a:gd name="T43" fmla="*/ 14 h 33"/>
                  <a:gd name="T44" fmla="*/ 4 w 32"/>
                  <a:gd name="T45" fmla="*/ 14 h 33"/>
                  <a:gd name="T46" fmla="*/ 0 w 32"/>
                  <a:gd name="T47"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0" y="18"/>
                    </a:moveTo>
                    <a:cubicBezTo>
                      <a:pt x="1" y="19"/>
                      <a:pt x="1" y="19"/>
                      <a:pt x="1" y="19"/>
                    </a:cubicBezTo>
                    <a:cubicBezTo>
                      <a:pt x="2" y="18"/>
                      <a:pt x="2" y="18"/>
                      <a:pt x="2" y="18"/>
                    </a:cubicBezTo>
                    <a:cubicBezTo>
                      <a:pt x="3" y="17"/>
                      <a:pt x="3" y="17"/>
                      <a:pt x="4" y="17"/>
                    </a:cubicBezTo>
                    <a:cubicBezTo>
                      <a:pt x="19" y="28"/>
                      <a:pt x="19" y="28"/>
                      <a:pt x="19" y="28"/>
                    </a:cubicBezTo>
                    <a:cubicBezTo>
                      <a:pt x="20" y="29"/>
                      <a:pt x="20" y="30"/>
                      <a:pt x="18" y="32"/>
                    </a:cubicBezTo>
                    <a:cubicBezTo>
                      <a:pt x="19" y="33"/>
                      <a:pt x="19" y="33"/>
                      <a:pt x="19" y="33"/>
                    </a:cubicBezTo>
                    <a:cubicBezTo>
                      <a:pt x="25" y="26"/>
                      <a:pt x="25" y="26"/>
                      <a:pt x="25" y="26"/>
                    </a:cubicBezTo>
                    <a:cubicBezTo>
                      <a:pt x="24" y="25"/>
                      <a:pt x="24" y="25"/>
                      <a:pt x="24" y="25"/>
                    </a:cubicBezTo>
                    <a:cubicBezTo>
                      <a:pt x="22" y="28"/>
                      <a:pt x="21" y="28"/>
                      <a:pt x="20" y="27"/>
                    </a:cubicBezTo>
                    <a:cubicBezTo>
                      <a:pt x="7" y="17"/>
                      <a:pt x="7" y="17"/>
                      <a:pt x="7" y="17"/>
                    </a:cubicBezTo>
                    <a:cubicBezTo>
                      <a:pt x="7" y="17"/>
                      <a:pt x="7" y="17"/>
                      <a:pt x="7" y="17"/>
                    </a:cubicBezTo>
                    <a:cubicBezTo>
                      <a:pt x="31" y="18"/>
                      <a:pt x="31" y="18"/>
                      <a:pt x="31" y="18"/>
                    </a:cubicBezTo>
                    <a:cubicBezTo>
                      <a:pt x="32" y="17"/>
                      <a:pt x="32" y="17"/>
                      <a:pt x="32" y="17"/>
                    </a:cubicBezTo>
                    <a:cubicBezTo>
                      <a:pt x="15" y="4"/>
                      <a:pt x="15" y="4"/>
                      <a:pt x="15" y="4"/>
                    </a:cubicBezTo>
                    <a:cubicBezTo>
                      <a:pt x="14" y="3"/>
                      <a:pt x="14" y="2"/>
                      <a:pt x="15" y="1"/>
                    </a:cubicBezTo>
                    <a:cubicBezTo>
                      <a:pt x="14" y="0"/>
                      <a:pt x="14" y="0"/>
                      <a:pt x="14" y="0"/>
                    </a:cubicBezTo>
                    <a:cubicBezTo>
                      <a:pt x="9" y="6"/>
                      <a:pt x="9" y="6"/>
                      <a:pt x="9" y="6"/>
                    </a:cubicBezTo>
                    <a:cubicBezTo>
                      <a:pt x="10" y="7"/>
                      <a:pt x="10" y="7"/>
                      <a:pt x="10" y="7"/>
                    </a:cubicBezTo>
                    <a:cubicBezTo>
                      <a:pt x="12" y="5"/>
                      <a:pt x="13" y="4"/>
                      <a:pt x="14" y="5"/>
                    </a:cubicBezTo>
                    <a:cubicBezTo>
                      <a:pt x="26" y="14"/>
                      <a:pt x="26" y="14"/>
                      <a:pt x="26" y="14"/>
                    </a:cubicBezTo>
                    <a:cubicBezTo>
                      <a:pt x="26" y="14"/>
                      <a:pt x="26" y="14"/>
                      <a:pt x="26" y="14"/>
                    </a:cubicBezTo>
                    <a:cubicBezTo>
                      <a:pt x="4" y="14"/>
                      <a:pt x="4" y="14"/>
                      <a:pt x="4" y="14"/>
                    </a:cubicBezTo>
                    <a:lnTo>
                      <a:pt x="0"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9" name="iS1îdè"/>
              <p:cNvSpPr/>
              <p:nvPr/>
            </p:nvSpPr>
            <p:spPr bwMode="auto">
              <a:xfrm>
                <a:off x="3519488" y="2946400"/>
                <a:ext cx="92075" cy="88900"/>
              </a:xfrm>
              <a:custGeom>
                <a:avLst/>
                <a:gdLst>
                  <a:gd name="T0" fmla="*/ 15 w 28"/>
                  <a:gd name="T1" fmla="*/ 14 h 27"/>
                  <a:gd name="T2" fmla="*/ 15 w 28"/>
                  <a:gd name="T3" fmla="*/ 15 h 27"/>
                  <a:gd name="T4" fmla="*/ 21 w 28"/>
                  <a:gd name="T5" fmla="*/ 14 h 27"/>
                  <a:gd name="T6" fmla="*/ 21 w 28"/>
                  <a:gd name="T7" fmla="*/ 22 h 27"/>
                  <a:gd name="T8" fmla="*/ 9 w 28"/>
                  <a:gd name="T9" fmla="*/ 19 h 27"/>
                  <a:gd name="T10" fmla="*/ 5 w 28"/>
                  <a:gd name="T11" fmla="*/ 6 h 27"/>
                  <a:gd name="T12" fmla="*/ 16 w 28"/>
                  <a:gd name="T13" fmla="*/ 6 h 27"/>
                  <a:gd name="T14" fmla="*/ 17 w 28"/>
                  <a:gd name="T15" fmla="*/ 5 h 27"/>
                  <a:gd name="T16" fmla="*/ 11 w 28"/>
                  <a:gd name="T17" fmla="*/ 0 h 27"/>
                  <a:gd name="T18" fmla="*/ 10 w 28"/>
                  <a:gd name="T19" fmla="*/ 0 h 27"/>
                  <a:gd name="T20" fmla="*/ 10 w 28"/>
                  <a:gd name="T21" fmla="*/ 2 h 27"/>
                  <a:gd name="T22" fmla="*/ 9 w 28"/>
                  <a:gd name="T23" fmla="*/ 3 h 27"/>
                  <a:gd name="T24" fmla="*/ 4 w 28"/>
                  <a:gd name="T25" fmla="*/ 5 h 27"/>
                  <a:gd name="T26" fmla="*/ 6 w 28"/>
                  <a:gd name="T27" fmla="*/ 22 h 27"/>
                  <a:gd name="T28" fmla="*/ 22 w 28"/>
                  <a:gd name="T29" fmla="*/ 23 h 27"/>
                  <a:gd name="T30" fmla="*/ 25 w 28"/>
                  <a:gd name="T31" fmla="*/ 18 h 27"/>
                  <a:gd name="T32" fmla="*/ 25 w 28"/>
                  <a:gd name="T33" fmla="*/ 17 h 27"/>
                  <a:gd name="T34" fmla="*/ 27 w 28"/>
                  <a:gd name="T35" fmla="*/ 17 h 27"/>
                  <a:gd name="T36" fmla="*/ 28 w 28"/>
                  <a:gd name="T37" fmla="*/ 17 h 27"/>
                  <a:gd name="T38" fmla="*/ 22 w 28"/>
                  <a:gd name="T39" fmla="*/ 11 h 27"/>
                  <a:gd name="T40" fmla="*/ 23 w 28"/>
                  <a:gd name="T41" fmla="*/ 7 h 27"/>
                  <a:gd name="T42" fmla="*/ 22 w 28"/>
                  <a:gd name="T43" fmla="*/ 6 h 27"/>
                  <a:gd name="T44" fmla="*/ 15 w 28"/>
                  <a:gd name="T45"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27">
                    <a:moveTo>
                      <a:pt x="15" y="14"/>
                    </a:moveTo>
                    <a:cubicBezTo>
                      <a:pt x="15" y="15"/>
                      <a:pt x="15" y="15"/>
                      <a:pt x="15" y="15"/>
                    </a:cubicBezTo>
                    <a:cubicBezTo>
                      <a:pt x="17" y="12"/>
                      <a:pt x="19" y="12"/>
                      <a:pt x="21" y="14"/>
                    </a:cubicBezTo>
                    <a:cubicBezTo>
                      <a:pt x="24" y="17"/>
                      <a:pt x="24" y="20"/>
                      <a:pt x="21" y="22"/>
                    </a:cubicBezTo>
                    <a:cubicBezTo>
                      <a:pt x="18" y="25"/>
                      <a:pt x="13" y="24"/>
                      <a:pt x="9" y="19"/>
                    </a:cubicBezTo>
                    <a:cubicBezTo>
                      <a:pt x="3" y="14"/>
                      <a:pt x="2" y="9"/>
                      <a:pt x="5" y="6"/>
                    </a:cubicBezTo>
                    <a:cubicBezTo>
                      <a:pt x="8" y="3"/>
                      <a:pt x="12" y="3"/>
                      <a:pt x="16" y="6"/>
                    </a:cubicBezTo>
                    <a:cubicBezTo>
                      <a:pt x="17" y="5"/>
                      <a:pt x="17" y="5"/>
                      <a:pt x="17" y="5"/>
                    </a:cubicBezTo>
                    <a:cubicBezTo>
                      <a:pt x="11" y="0"/>
                      <a:pt x="11" y="0"/>
                      <a:pt x="11" y="0"/>
                    </a:cubicBezTo>
                    <a:cubicBezTo>
                      <a:pt x="10" y="0"/>
                      <a:pt x="10" y="0"/>
                      <a:pt x="10" y="0"/>
                    </a:cubicBezTo>
                    <a:cubicBezTo>
                      <a:pt x="11" y="1"/>
                      <a:pt x="11" y="2"/>
                      <a:pt x="10" y="2"/>
                    </a:cubicBezTo>
                    <a:cubicBezTo>
                      <a:pt x="10" y="2"/>
                      <a:pt x="9" y="2"/>
                      <a:pt x="9" y="3"/>
                    </a:cubicBezTo>
                    <a:cubicBezTo>
                      <a:pt x="7" y="3"/>
                      <a:pt x="6" y="4"/>
                      <a:pt x="4" y="5"/>
                    </a:cubicBezTo>
                    <a:cubicBezTo>
                      <a:pt x="0" y="10"/>
                      <a:pt x="0" y="16"/>
                      <a:pt x="6" y="22"/>
                    </a:cubicBezTo>
                    <a:cubicBezTo>
                      <a:pt x="11" y="27"/>
                      <a:pt x="17" y="27"/>
                      <a:pt x="22" y="23"/>
                    </a:cubicBezTo>
                    <a:cubicBezTo>
                      <a:pt x="23" y="22"/>
                      <a:pt x="24" y="20"/>
                      <a:pt x="25" y="18"/>
                    </a:cubicBezTo>
                    <a:cubicBezTo>
                      <a:pt x="25" y="17"/>
                      <a:pt x="25" y="17"/>
                      <a:pt x="25" y="17"/>
                    </a:cubicBezTo>
                    <a:cubicBezTo>
                      <a:pt x="25" y="17"/>
                      <a:pt x="26" y="17"/>
                      <a:pt x="27" y="17"/>
                    </a:cubicBezTo>
                    <a:cubicBezTo>
                      <a:pt x="28" y="17"/>
                      <a:pt x="28" y="17"/>
                      <a:pt x="28" y="17"/>
                    </a:cubicBezTo>
                    <a:cubicBezTo>
                      <a:pt x="22" y="11"/>
                      <a:pt x="22" y="11"/>
                      <a:pt x="22" y="11"/>
                    </a:cubicBezTo>
                    <a:cubicBezTo>
                      <a:pt x="21" y="10"/>
                      <a:pt x="21" y="9"/>
                      <a:pt x="23" y="7"/>
                    </a:cubicBezTo>
                    <a:cubicBezTo>
                      <a:pt x="22" y="6"/>
                      <a:pt x="22" y="6"/>
                      <a:pt x="22" y="6"/>
                    </a:cubicBezTo>
                    <a:lnTo>
                      <a:pt x="15"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0" name="ïṣḷîḓe"/>
              <p:cNvSpPr/>
              <p:nvPr/>
            </p:nvSpPr>
            <p:spPr bwMode="auto">
              <a:xfrm>
                <a:off x="3736975" y="2816225"/>
                <a:ext cx="76200" cy="93663"/>
              </a:xfrm>
              <a:custGeom>
                <a:avLst/>
                <a:gdLst>
                  <a:gd name="T0" fmla="*/ 9 w 23"/>
                  <a:gd name="T1" fmla="*/ 24 h 28"/>
                  <a:gd name="T2" fmla="*/ 8 w 23"/>
                  <a:gd name="T3" fmla="*/ 23 h 28"/>
                  <a:gd name="T4" fmla="*/ 4 w 23"/>
                  <a:gd name="T5" fmla="*/ 23 h 28"/>
                  <a:gd name="T6" fmla="*/ 4 w 23"/>
                  <a:gd name="T7" fmla="*/ 20 h 28"/>
                  <a:gd name="T8" fmla="*/ 3 w 23"/>
                  <a:gd name="T9" fmla="*/ 18 h 28"/>
                  <a:gd name="T10" fmla="*/ 11 w 23"/>
                  <a:gd name="T11" fmla="*/ 14 h 28"/>
                  <a:gd name="T12" fmla="*/ 15 w 23"/>
                  <a:gd name="T13" fmla="*/ 18 h 28"/>
                  <a:gd name="T14" fmla="*/ 13 w 23"/>
                  <a:gd name="T15" fmla="*/ 21 h 28"/>
                  <a:gd name="T16" fmla="*/ 14 w 23"/>
                  <a:gd name="T17" fmla="*/ 22 h 28"/>
                  <a:gd name="T18" fmla="*/ 23 w 23"/>
                  <a:gd name="T19" fmla="*/ 18 h 28"/>
                  <a:gd name="T20" fmla="*/ 22 w 23"/>
                  <a:gd name="T21" fmla="*/ 16 h 28"/>
                  <a:gd name="T22" fmla="*/ 17 w 23"/>
                  <a:gd name="T23" fmla="*/ 15 h 28"/>
                  <a:gd name="T24" fmla="*/ 2 w 23"/>
                  <a:gd name="T25" fmla="*/ 0 h 28"/>
                  <a:gd name="T26" fmla="*/ 1 w 23"/>
                  <a:gd name="T27" fmla="*/ 1 h 28"/>
                  <a:gd name="T28" fmla="*/ 2 w 23"/>
                  <a:gd name="T29" fmla="*/ 22 h 28"/>
                  <a:gd name="T30" fmla="*/ 0 w 23"/>
                  <a:gd name="T31" fmla="*/ 27 h 28"/>
                  <a:gd name="T32" fmla="*/ 1 w 23"/>
                  <a:gd name="T33" fmla="*/ 28 h 28"/>
                  <a:gd name="T34" fmla="*/ 9 w 23"/>
                  <a:gd name="T35" fmla="*/ 24 h 28"/>
                  <a:gd name="T36" fmla="*/ 3 w 23"/>
                  <a:gd name="T37" fmla="*/ 16 h 28"/>
                  <a:gd name="T38" fmla="*/ 3 w 23"/>
                  <a:gd name="T39" fmla="*/ 6 h 28"/>
                  <a:gd name="T40" fmla="*/ 10 w 23"/>
                  <a:gd name="T41" fmla="*/ 13 h 28"/>
                  <a:gd name="T42" fmla="*/ 3 w 23"/>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8">
                    <a:moveTo>
                      <a:pt x="9" y="24"/>
                    </a:moveTo>
                    <a:cubicBezTo>
                      <a:pt x="8" y="23"/>
                      <a:pt x="8" y="23"/>
                      <a:pt x="8" y="23"/>
                    </a:cubicBezTo>
                    <a:cubicBezTo>
                      <a:pt x="6" y="24"/>
                      <a:pt x="5" y="24"/>
                      <a:pt x="4" y="23"/>
                    </a:cubicBezTo>
                    <a:cubicBezTo>
                      <a:pt x="4" y="22"/>
                      <a:pt x="4" y="22"/>
                      <a:pt x="4" y="20"/>
                    </a:cubicBezTo>
                    <a:cubicBezTo>
                      <a:pt x="4" y="19"/>
                      <a:pt x="4" y="18"/>
                      <a:pt x="3" y="18"/>
                    </a:cubicBezTo>
                    <a:cubicBezTo>
                      <a:pt x="11" y="14"/>
                      <a:pt x="11" y="14"/>
                      <a:pt x="11" y="14"/>
                    </a:cubicBezTo>
                    <a:cubicBezTo>
                      <a:pt x="13" y="16"/>
                      <a:pt x="15" y="17"/>
                      <a:pt x="15" y="18"/>
                    </a:cubicBezTo>
                    <a:cubicBezTo>
                      <a:pt x="16" y="19"/>
                      <a:pt x="15" y="20"/>
                      <a:pt x="13" y="21"/>
                    </a:cubicBezTo>
                    <a:cubicBezTo>
                      <a:pt x="14" y="22"/>
                      <a:pt x="14" y="22"/>
                      <a:pt x="14" y="22"/>
                    </a:cubicBezTo>
                    <a:cubicBezTo>
                      <a:pt x="23" y="18"/>
                      <a:pt x="23" y="18"/>
                      <a:pt x="23" y="18"/>
                    </a:cubicBezTo>
                    <a:cubicBezTo>
                      <a:pt x="22" y="16"/>
                      <a:pt x="22" y="16"/>
                      <a:pt x="22" y="16"/>
                    </a:cubicBezTo>
                    <a:cubicBezTo>
                      <a:pt x="20" y="18"/>
                      <a:pt x="19" y="17"/>
                      <a:pt x="17" y="15"/>
                    </a:cubicBezTo>
                    <a:cubicBezTo>
                      <a:pt x="2" y="0"/>
                      <a:pt x="2" y="0"/>
                      <a:pt x="2" y="0"/>
                    </a:cubicBezTo>
                    <a:cubicBezTo>
                      <a:pt x="1" y="1"/>
                      <a:pt x="1" y="1"/>
                      <a:pt x="1" y="1"/>
                    </a:cubicBezTo>
                    <a:cubicBezTo>
                      <a:pt x="2" y="22"/>
                      <a:pt x="2" y="22"/>
                      <a:pt x="2" y="22"/>
                    </a:cubicBezTo>
                    <a:cubicBezTo>
                      <a:pt x="3" y="24"/>
                      <a:pt x="2" y="26"/>
                      <a:pt x="0" y="27"/>
                    </a:cubicBezTo>
                    <a:cubicBezTo>
                      <a:pt x="1" y="28"/>
                      <a:pt x="1" y="28"/>
                      <a:pt x="1" y="28"/>
                    </a:cubicBezTo>
                    <a:cubicBezTo>
                      <a:pt x="9" y="24"/>
                      <a:pt x="9" y="24"/>
                      <a:pt x="9" y="24"/>
                    </a:cubicBezTo>
                    <a:close/>
                    <a:moveTo>
                      <a:pt x="3" y="16"/>
                    </a:moveTo>
                    <a:cubicBezTo>
                      <a:pt x="3" y="6"/>
                      <a:pt x="3" y="6"/>
                      <a:pt x="3" y="6"/>
                    </a:cubicBezTo>
                    <a:cubicBezTo>
                      <a:pt x="10" y="13"/>
                      <a:pt x="10" y="13"/>
                      <a:pt x="10" y="13"/>
                    </a:cubicBezTo>
                    <a:lnTo>
                      <a:pt x="3"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1" name="ïŝḻiḑe"/>
              <p:cNvSpPr/>
              <p:nvPr/>
            </p:nvSpPr>
            <p:spPr bwMode="auto">
              <a:xfrm>
                <a:off x="3813175" y="2770188"/>
                <a:ext cx="85725" cy="96838"/>
              </a:xfrm>
              <a:custGeom>
                <a:avLst/>
                <a:gdLst>
                  <a:gd name="T0" fmla="*/ 0 w 26"/>
                  <a:gd name="T1" fmla="*/ 6 h 29"/>
                  <a:gd name="T2" fmla="*/ 0 w 26"/>
                  <a:gd name="T3" fmla="*/ 7 h 29"/>
                  <a:gd name="T4" fmla="*/ 2 w 26"/>
                  <a:gd name="T5" fmla="*/ 7 h 29"/>
                  <a:gd name="T6" fmla="*/ 4 w 26"/>
                  <a:gd name="T7" fmla="*/ 8 h 29"/>
                  <a:gd name="T8" fmla="*/ 9 w 26"/>
                  <a:gd name="T9" fmla="*/ 25 h 29"/>
                  <a:gd name="T10" fmla="*/ 6 w 26"/>
                  <a:gd name="T11" fmla="*/ 28 h 29"/>
                  <a:gd name="T12" fmla="*/ 6 w 26"/>
                  <a:gd name="T13" fmla="*/ 29 h 29"/>
                  <a:gd name="T14" fmla="*/ 15 w 26"/>
                  <a:gd name="T15" fmla="*/ 27 h 29"/>
                  <a:gd name="T16" fmla="*/ 14 w 26"/>
                  <a:gd name="T17" fmla="*/ 26 h 29"/>
                  <a:gd name="T18" fmla="*/ 10 w 26"/>
                  <a:gd name="T19" fmla="*/ 25 h 29"/>
                  <a:gd name="T20" fmla="*/ 6 w 26"/>
                  <a:gd name="T21" fmla="*/ 9 h 29"/>
                  <a:gd name="T22" fmla="*/ 6 w 26"/>
                  <a:gd name="T23" fmla="*/ 9 h 29"/>
                  <a:gd name="T24" fmla="*/ 24 w 26"/>
                  <a:gd name="T25" fmla="*/ 25 h 29"/>
                  <a:gd name="T26" fmla="*/ 26 w 26"/>
                  <a:gd name="T27" fmla="*/ 25 h 29"/>
                  <a:gd name="T28" fmla="*/ 21 w 26"/>
                  <a:gd name="T29" fmla="*/ 4 h 29"/>
                  <a:gd name="T30" fmla="*/ 23 w 26"/>
                  <a:gd name="T31" fmla="*/ 1 h 29"/>
                  <a:gd name="T32" fmla="*/ 23 w 26"/>
                  <a:gd name="T33" fmla="*/ 0 h 29"/>
                  <a:gd name="T34" fmla="*/ 15 w 26"/>
                  <a:gd name="T35" fmla="*/ 2 h 29"/>
                  <a:gd name="T36" fmla="*/ 15 w 26"/>
                  <a:gd name="T37" fmla="*/ 3 h 29"/>
                  <a:gd name="T38" fmla="*/ 19 w 26"/>
                  <a:gd name="T39" fmla="*/ 5 h 29"/>
                  <a:gd name="T40" fmla="*/ 23 w 26"/>
                  <a:gd name="T41" fmla="*/ 19 h 29"/>
                  <a:gd name="T42" fmla="*/ 23 w 26"/>
                  <a:gd name="T43" fmla="*/ 19 h 29"/>
                  <a:gd name="T44" fmla="*/ 6 w 26"/>
                  <a:gd name="T45" fmla="*/ 4 h 29"/>
                  <a:gd name="T46" fmla="*/ 0 w 26"/>
                  <a:gd name="T4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 h="29">
                    <a:moveTo>
                      <a:pt x="0" y="6"/>
                    </a:moveTo>
                    <a:cubicBezTo>
                      <a:pt x="0" y="7"/>
                      <a:pt x="0" y="7"/>
                      <a:pt x="0" y="7"/>
                    </a:cubicBezTo>
                    <a:cubicBezTo>
                      <a:pt x="1" y="7"/>
                      <a:pt x="2" y="7"/>
                      <a:pt x="2" y="7"/>
                    </a:cubicBezTo>
                    <a:cubicBezTo>
                      <a:pt x="3" y="7"/>
                      <a:pt x="4" y="7"/>
                      <a:pt x="4" y="8"/>
                    </a:cubicBezTo>
                    <a:cubicBezTo>
                      <a:pt x="9" y="25"/>
                      <a:pt x="9" y="25"/>
                      <a:pt x="9" y="25"/>
                    </a:cubicBezTo>
                    <a:cubicBezTo>
                      <a:pt x="9" y="27"/>
                      <a:pt x="8" y="28"/>
                      <a:pt x="6" y="28"/>
                    </a:cubicBezTo>
                    <a:cubicBezTo>
                      <a:pt x="6" y="29"/>
                      <a:pt x="6" y="29"/>
                      <a:pt x="6" y="29"/>
                    </a:cubicBezTo>
                    <a:cubicBezTo>
                      <a:pt x="15" y="27"/>
                      <a:pt x="15" y="27"/>
                      <a:pt x="15" y="27"/>
                    </a:cubicBezTo>
                    <a:cubicBezTo>
                      <a:pt x="14" y="26"/>
                      <a:pt x="14" y="26"/>
                      <a:pt x="14" y="26"/>
                    </a:cubicBezTo>
                    <a:cubicBezTo>
                      <a:pt x="12" y="27"/>
                      <a:pt x="10" y="27"/>
                      <a:pt x="10" y="25"/>
                    </a:cubicBezTo>
                    <a:cubicBezTo>
                      <a:pt x="6" y="9"/>
                      <a:pt x="6" y="9"/>
                      <a:pt x="6" y="9"/>
                    </a:cubicBezTo>
                    <a:cubicBezTo>
                      <a:pt x="6" y="9"/>
                      <a:pt x="6" y="9"/>
                      <a:pt x="6" y="9"/>
                    </a:cubicBezTo>
                    <a:cubicBezTo>
                      <a:pt x="24" y="25"/>
                      <a:pt x="24" y="25"/>
                      <a:pt x="24" y="25"/>
                    </a:cubicBezTo>
                    <a:cubicBezTo>
                      <a:pt x="26" y="25"/>
                      <a:pt x="26" y="25"/>
                      <a:pt x="26" y="25"/>
                    </a:cubicBezTo>
                    <a:cubicBezTo>
                      <a:pt x="21" y="4"/>
                      <a:pt x="21" y="4"/>
                      <a:pt x="21" y="4"/>
                    </a:cubicBezTo>
                    <a:cubicBezTo>
                      <a:pt x="20" y="3"/>
                      <a:pt x="21" y="2"/>
                      <a:pt x="23" y="1"/>
                    </a:cubicBezTo>
                    <a:cubicBezTo>
                      <a:pt x="23" y="0"/>
                      <a:pt x="23" y="0"/>
                      <a:pt x="23" y="0"/>
                    </a:cubicBezTo>
                    <a:cubicBezTo>
                      <a:pt x="15" y="2"/>
                      <a:pt x="15" y="2"/>
                      <a:pt x="15" y="2"/>
                    </a:cubicBezTo>
                    <a:cubicBezTo>
                      <a:pt x="15" y="3"/>
                      <a:pt x="15" y="3"/>
                      <a:pt x="15" y="3"/>
                    </a:cubicBezTo>
                    <a:cubicBezTo>
                      <a:pt x="18" y="3"/>
                      <a:pt x="19" y="3"/>
                      <a:pt x="19" y="5"/>
                    </a:cubicBezTo>
                    <a:cubicBezTo>
                      <a:pt x="23" y="19"/>
                      <a:pt x="23" y="19"/>
                      <a:pt x="23" y="19"/>
                    </a:cubicBezTo>
                    <a:cubicBezTo>
                      <a:pt x="23" y="19"/>
                      <a:pt x="23" y="19"/>
                      <a:pt x="23" y="19"/>
                    </a:cubicBezTo>
                    <a:cubicBezTo>
                      <a:pt x="6" y="4"/>
                      <a:pt x="6" y="4"/>
                      <a:pt x="6" y="4"/>
                    </a:cubicBezTo>
                    <a:lnTo>
                      <a:pt x="0" y="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2" name="îśḻîďe"/>
              <p:cNvSpPr/>
              <p:nvPr/>
            </p:nvSpPr>
            <p:spPr bwMode="auto">
              <a:xfrm>
                <a:off x="4008438" y="2763838"/>
                <a:ext cx="82550" cy="85725"/>
              </a:xfrm>
              <a:custGeom>
                <a:avLst/>
                <a:gdLst>
                  <a:gd name="T0" fmla="*/ 11 w 25"/>
                  <a:gd name="T1" fmla="*/ 1 h 26"/>
                  <a:gd name="T2" fmla="*/ 0 w 25"/>
                  <a:gd name="T3" fmla="*/ 0 h 26"/>
                  <a:gd name="T4" fmla="*/ 0 w 25"/>
                  <a:gd name="T5" fmla="*/ 1 h 26"/>
                  <a:gd name="T6" fmla="*/ 3 w 25"/>
                  <a:gd name="T7" fmla="*/ 4 h 26"/>
                  <a:gd name="T8" fmla="*/ 2 w 25"/>
                  <a:gd name="T9" fmla="*/ 18 h 26"/>
                  <a:gd name="T10" fmla="*/ 10 w 25"/>
                  <a:gd name="T11" fmla="*/ 25 h 26"/>
                  <a:gd name="T12" fmla="*/ 19 w 25"/>
                  <a:gd name="T13" fmla="*/ 19 h 26"/>
                  <a:gd name="T14" fmla="*/ 21 w 25"/>
                  <a:gd name="T15" fmla="*/ 7 h 26"/>
                  <a:gd name="T16" fmla="*/ 25 w 25"/>
                  <a:gd name="T17" fmla="*/ 4 h 26"/>
                  <a:gd name="T18" fmla="*/ 25 w 25"/>
                  <a:gd name="T19" fmla="*/ 2 h 26"/>
                  <a:gd name="T20" fmla="*/ 16 w 25"/>
                  <a:gd name="T21" fmla="*/ 2 h 26"/>
                  <a:gd name="T22" fmla="*/ 16 w 25"/>
                  <a:gd name="T23" fmla="*/ 3 h 26"/>
                  <a:gd name="T24" fmla="*/ 19 w 25"/>
                  <a:gd name="T25" fmla="*/ 6 h 26"/>
                  <a:gd name="T26" fmla="*/ 18 w 25"/>
                  <a:gd name="T27" fmla="*/ 18 h 26"/>
                  <a:gd name="T28" fmla="*/ 10 w 25"/>
                  <a:gd name="T29" fmla="*/ 25 h 26"/>
                  <a:gd name="T30" fmla="*/ 5 w 25"/>
                  <a:gd name="T31" fmla="*/ 18 h 26"/>
                  <a:gd name="T32" fmla="*/ 7 w 25"/>
                  <a:gd name="T33" fmla="*/ 4 h 26"/>
                  <a:gd name="T34" fmla="*/ 10 w 25"/>
                  <a:gd name="T35" fmla="*/ 2 h 26"/>
                  <a:gd name="T36" fmla="*/ 11 w 25"/>
                  <a:gd name="T37" fmla="*/ 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26">
                    <a:moveTo>
                      <a:pt x="11" y="1"/>
                    </a:moveTo>
                    <a:cubicBezTo>
                      <a:pt x="0" y="0"/>
                      <a:pt x="0" y="0"/>
                      <a:pt x="0" y="0"/>
                    </a:cubicBezTo>
                    <a:cubicBezTo>
                      <a:pt x="0" y="1"/>
                      <a:pt x="0" y="1"/>
                      <a:pt x="0" y="1"/>
                    </a:cubicBezTo>
                    <a:cubicBezTo>
                      <a:pt x="3" y="1"/>
                      <a:pt x="4" y="2"/>
                      <a:pt x="3" y="4"/>
                    </a:cubicBezTo>
                    <a:cubicBezTo>
                      <a:pt x="2" y="18"/>
                      <a:pt x="2" y="18"/>
                      <a:pt x="2" y="18"/>
                    </a:cubicBezTo>
                    <a:cubicBezTo>
                      <a:pt x="1" y="22"/>
                      <a:pt x="4" y="25"/>
                      <a:pt x="10" y="25"/>
                    </a:cubicBezTo>
                    <a:cubicBezTo>
                      <a:pt x="15" y="26"/>
                      <a:pt x="19" y="24"/>
                      <a:pt x="19" y="19"/>
                    </a:cubicBezTo>
                    <a:cubicBezTo>
                      <a:pt x="21" y="7"/>
                      <a:pt x="21" y="7"/>
                      <a:pt x="21" y="7"/>
                    </a:cubicBezTo>
                    <a:cubicBezTo>
                      <a:pt x="21" y="4"/>
                      <a:pt x="22" y="3"/>
                      <a:pt x="25" y="4"/>
                    </a:cubicBezTo>
                    <a:cubicBezTo>
                      <a:pt x="25" y="2"/>
                      <a:pt x="25" y="2"/>
                      <a:pt x="25" y="2"/>
                    </a:cubicBezTo>
                    <a:cubicBezTo>
                      <a:pt x="16" y="2"/>
                      <a:pt x="16" y="2"/>
                      <a:pt x="16" y="2"/>
                    </a:cubicBezTo>
                    <a:cubicBezTo>
                      <a:pt x="16" y="3"/>
                      <a:pt x="16" y="3"/>
                      <a:pt x="16" y="3"/>
                    </a:cubicBezTo>
                    <a:cubicBezTo>
                      <a:pt x="19" y="3"/>
                      <a:pt x="20" y="4"/>
                      <a:pt x="19" y="6"/>
                    </a:cubicBezTo>
                    <a:cubicBezTo>
                      <a:pt x="18" y="18"/>
                      <a:pt x="18" y="18"/>
                      <a:pt x="18" y="18"/>
                    </a:cubicBezTo>
                    <a:cubicBezTo>
                      <a:pt x="18" y="23"/>
                      <a:pt x="15" y="25"/>
                      <a:pt x="10" y="25"/>
                    </a:cubicBezTo>
                    <a:cubicBezTo>
                      <a:pt x="7" y="24"/>
                      <a:pt x="5" y="22"/>
                      <a:pt x="5" y="18"/>
                    </a:cubicBezTo>
                    <a:cubicBezTo>
                      <a:pt x="7" y="4"/>
                      <a:pt x="7" y="4"/>
                      <a:pt x="7" y="4"/>
                    </a:cubicBezTo>
                    <a:cubicBezTo>
                      <a:pt x="7" y="2"/>
                      <a:pt x="8" y="2"/>
                      <a:pt x="10" y="2"/>
                    </a:cubicBezTo>
                    <a:lnTo>
                      <a:pt x="1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3" name="î$1îḓê"/>
              <p:cNvSpPr/>
              <p:nvPr/>
            </p:nvSpPr>
            <p:spPr bwMode="auto">
              <a:xfrm>
                <a:off x="4106863" y="2779713"/>
                <a:ext cx="95250" cy="96838"/>
              </a:xfrm>
              <a:custGeom>
                <a:avLst/>
                <a:gdLst>
                  <a:gd name="T0" fmla="*/ 7 w 29"/>
                  <a:gd name="T1" fmla="*/ 0 h 29"/>
                  <a:gd name="T2" fmla="*/ 6 w 29"/>
                  <a:gd name="T3" fmla="*/ 1 h 29"/>
                  <a:gd name="T4" fmla="*/ 8 w 29"/>
                  <a:gd name="T5" fmla="*/ 2 h 29"/>
                  <a:gd name="T6" fmla="*/ 9 w 29"/>
                  <a:gd name="T7" fmla="*/ 3 h 29"/>
                  <a:gd name="T8" fmla="*/ 4 w 29"/>
                  <a:gd name="T9" fmla="*/ 21 h 29"/>
                  <a:gd name="T10" fmla="*/ 0 w 29"/>
                  <a:gd name="T11" fmla="*/ 22 h 29"/>
                  <a:gd name="T12" fmla="*/ 0 w 29"/>
                  <a:gd name="T13" fmla="*/ 23 h 29"/>
                  <a:gd name="T14" fmla="*/ 8 w 29"/>
                  <a:gd name="T15" fmla="*/ 26 h 29"/>
                  <a:gd name="T16" fmla="*/ 8 w 29"/>
                  <a:gd name="T17" fmla="*/ 25 h 29"/>
                  <a:gd name="T18" fmla="*/ 6 w 29"/>
                  <a:gd name="T19" fmla="*/ 21 h 29"/>
                  <a:gd name="T20" fmla="*/ 10 w 29"/>
                  <a:gd name="T21" fmla="*/ 6 h 29"/>
                  <a:gd name="T22" fmla="*/ 10 w 29"/>
                  <a:gd name="T23" fmla="*/ 6 h 29"/>
                  <a:gd name="T24" fmla="*/ 18 w 29"/>
                  <a:gd name="T25" fmla="*/ 29 h 29"/>
                  <a:gd name="T26" fmla="*/ 19 w 29"/>
                  <a:gd name="T27" fmla="*/ 29 h 29"/>
                  <a:gd name="T28" fmla="*/ 25 w 29"/>
                  <a:gd name="T29" fmla="*/ 9 h 29"/>
                  <a:gd name="T30" fmla="*/ 29 w 29"/>
                  <a:gd name="T31" fmla="*/ 8 h 29"/>
                  <a:gd name="T32" fmla="*/ 29 w 29"/>
                  <a:gd name="T33" fmla="*/ 7 h 29"/>
                  <a:gd name="T34" fmla="*/ 21 w 29"/>
                  <a:gd name="T35" fmla="*/ 4 h 29"/>
                  <a:gd name="T36" fmla="*/ 21 w 29"/>
                  <a:gd name="T37" fmla="*/ 6 h 29"/>
                  <a:gd name="T38" fmla="*/ 24 w 29"/>
                  <a:gd name="T39" fmla="*/ 9 h 29"/>
                  <a:gd name="T40" fmla="*/ 19 w 29"/>
                  <a:gd name="T41" fmla="*/ 23 h 29"/>
                  <a:gd name="T42" fmla="*/ 19 w 29"/>
                  <a:gd name="T43" fmla="*/ 23 h 29"/>
                  <a:gd name="T44" fmla="*/ 13 w 29"/>
                  <a:gd name="T45" fmla="*/ 2 h 29"/>
                  <a:gd name="T46" fmla="*/ 7 w 29"/>
                  <a:gd name="T4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9">
                    <a:moveTo>
                      <a:pt x="7" y="0"/>
                    </a:moveTo>
                    <a:cubicBezTo>
                      <a:pt x="6" y="1"/>
                      <a:pt x="6" y="1"/>
                      <a:pt x="6" y="1"/>
                    </a:cubicBezTo>
                    <a:cubicBezTo>
                      <a:pt x="7" y="1"/>
                      <a:pt x="8" y="2"/>
                      <a:pt x="8" y="2"/>
                    </a:cubicBezTo>
                    <a:cubicBezTo>
                      <a:pt x="9" y="2"/>
                      <a:pt x="9" y="3"/>
                      <a:pt x="9" y="3"/>
                    </a:cubicBezTo>
                    <a:cubicBezTo>
                      <a:pt x="4" y="21"/>
                      <a:pt x="4" y="21"/>
                      <a:pt x="4" y="21"/>
                    </a:cubicBezTo>
                    <a:cubicBezTo>
                      <a:pt x="4" y="22"/>
                      <a:pt x="3" y="23"/>
                      <a:pt x="0" y="22"/>
                    </a:cubicBezTo>
                    <a:cubicBezTo>
                      <a:pt x="0" y="23"/>
                      <a:pt x="0" y="23"/>
                      <a:pt x="0" y="23"/>
                    </a:cubicBezTo>
                    <a:cubicBezTo>
                      <a:pt x="8" y="26"/>
                      <a:pt x="8" y="26"/>
                      <a:pt x="8" y="26"/>
                    </a:cubicBezTo>
                    <a:cubicBezTo>
                      <a:pt x="8" y="25"/>
                      <a:pt x="8" y="25"/>
                      <a:pt x="8" y="25"/>
                    </a:cubicBezTo>
                    <a:cubicBezTo>
                      <a:pt x="6" y="24"/>
                      <a:pt x="5" y="23"/>
                      <a:pt x="6" y="21"/>
                    </a:cubicBezTo>
                    <a:cubicBezTo>
                      <a:pt x="10" y="6"/>
                      <a:pt x="10" y="6"/>
                      <a:pt x="10" y="6"/>
                    </a:cubicBezTo>
                    <a:cubicBezTo>
                      <a:pt x="10" y="6"/>
                      <a:pt x="10" y="6"/>
                      <a:pt x="10" y="6"/>
                    </a:cubicBezTo>
                    <a:cubicBezTo>
                      <a:pt x="18" y="29"/>
                      <a:pt x="18" y="29"/>
                      <a:pt x="18" y="29"/>
                    </a:cubicBezTo>
                    <a:cubicBezTo>
                      <a:pt x="19" y="29"/>
                      <a:pt x="19" y="29"/>
                      <a:pt x="19" y="29"/>
                    </a:cubicBezTo>
                    <a:cubicBezTo>
                      <a:pt x="25" y="9"/>
                      <a:pt x="25" y="9"/>
                      <a:pt x="25" y="9"/>
                    </a:cubicBezTo>
                    <a:cubicBezTo>
                      <a:pt x="26" y="8"/>
                      <a:pt x="27" y="7"/>
                      <a:pt x="29" y="8"/>
                    </a:cubicBezTo>
                    <a:cubicBezTo>
                      <a:pt x="29" y="7"/>
                      <a:pt x="29" y="7"/>
                      <a:pt x="29" y="7"/>
                    </a:cubicBezTo>
                    <a:cubicBezTo>
                      <a:pt x="21" y="4"/>
                      <a:pt x="21" y="4"/>
                      <a:pt x="21" y="4"/>
                    </a:cubicBezTo>
                    <a:cubicBezTo>
                      <a:pt x="21" y="6"/>
                      <a:pt x="21" y="6"/>
                      <a:pt x="21" y="6"/>
                    </a:cubicBezTo>
                    <a:cubicBezTo>
                      <a:pt x="24" y="6"/>
                      <a:pt x="24" y="7"/>
                      <a:pt x="24" y="9"/>
                    </a:cubicBezTo>
                    <a:cubicBezTo>
                      <a:pt x="19" y="23"/>
                      <a:pt x="19" y="23"/>
                      <a:pt x="19" y="23"/>
                    </a:cubicBezTo>
                    <a:cubicBezTo>
                      <a:pt x="19" y="23"/>
                      <a:pt x="19" y="23"/>
                      <a:pt x="19" y="23"/>
                    </a:cubicBezTo>
                    <a:cubicBezTo>
                      <a:pt x="13" y="2"/>
                      <a:pt x="13" y="2"/>
                      <a:pt x="13" y="2"/>
                    </a:cubicBezTo>
                    <a:lnTo>
                      <a:pt x="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4" name="ïSlïďê"/>
              <p:cNvSpPr/>
              <p:nvPr/>
            </p:nvSpPr>
            <p:spPr bwMode="auto">
              <a:xfrm>
                <a:off x="4202113" y="2819400"/>
                <a:ext cx="69850" cy="87313"/>
              </a:xfrm>
              <a:custGeom>
                <a:avLst/>
                <a:gdLst>
                  <a:gd name="T0" fmla="*/ 11 w 21"/>
                  <a:gd name="T1" fmla="*/ 0 h 26"/>
                  <a:gd name="T2" fmla="*/ 11 w 21"/>
                  <a:gd name="T3" fmla="*/ 1 h 26"/>
                  <a:gd name="T4" fmla="*/ 13 w 21"/>
                  <a:gd name="T5" fmla="*/ 5 h 26"/>
                  <a:gd name="T6" fmla="*/ 5 w 21"/>
                  <a:gd name="T7" fmla="*/ 20 h 26"/>
                  <a:gd name="T8" fmla="*/ 1 w 21"/>
                  <a:gd name="T9" fmla="*/ 20 h 26"/>
                  <a:gd name="T10" fmla="*/ 0 w 21"/>
                  <a:gd name="T11" fmla="*/ 21 h 26"/>
                  <a:gd name="T12" fmla="*/ 9 w 21"/>
                  <a:gd name="T13" fmla="*/ 26 h 26"/>
                  <a:gd name="T14" fmla="*/ 10 w 21"/>
                  <a:gd name="T15" fmla="*/ 25 h 26"/>
                  <a:gd name="T16" fmla="*/ 8 w 21"/>
                  <a:gd name="T17" fmla="*/ 22 h 26"/>
                  <a:gd name="T18" fmla="*/ 16 w 21"/>
                  <a:gd name="T19" fmla="*/ 6 h 26"/>
                  <a:gd name="T20" fmla="*/ 20 w 21"/>
                  <a:gd name="T21" fmla="*/ 6 h 26"/>
                  <a:gd name="T22" fmla="*/ 21 w 21"/>
                  <a:gd name="T23" fmla="*/ 5 h 26"/>
                  <a:gd name="T24" fmla="*/ 11 w 21"/>
                  <a:gd name="T25" fmla="*/ 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6">
                    <a:moveTo>
                      <a:pt x="11" y="0"/>
                    </a:moveTo>
                    <a:cubicBezTo>
                      <a:pt x="11" y="1"/>
                      <a:pt x="11" y="1"/>
                      <a:pt x="11" y="1"/>
                    </a:cubicBezTo>
                    <a:cubicBezTo>
                      <a:pt x="13" y="2"/>
                      <a:pt x="14" y="3"/>
                      <a:pt x="13" y="5"/>
                    </a:cubicBezTo>
                    <a:cubicBezTo>
                      <a:pt x="5" y="20"/>
                      <a:pt x="5" y="20"/>
                      <a:pt x="5" y="20"/>
                    </a:cubicBezTo>
                    <a:cubicBezTo>
                      <a:pt x="4" y="21"/>
                      <a:pt x="3" y="22"/>
                      <a:pt x="1" y="20"/>
                    </a:cubicBezTo>
                    <a:cubicBezTo>
                      <a:pt x="0" y="21"/>
                      <a:pt x="0" y="21"/>
                      <a:pt x="0" y="21"/>
                    </a:cubicBezTo>
                    <a:cubicBezTo>
                      <a:pt x="9" y="26"/>
                      <a:pt x="9" y="26"/>
                      <a:pt x="9" y="26"/>
                    </a:cubicBezTo>
                    <a:cubicBezTo>
                      <a:pt x="10" y="25"/>
                      <a:pt x="10" y="25"/>
                      <a:pt x="10" y="25"/>
                    </a:cubicBezTo>
                    <a:cubicBezTo>
                      <a:pt x="8" y="24"/>
                      <a:pt x="7" y="23"/>
                      <a:pt x="8" y="22"/>
                    </a:cubicBezTo>
                    <a:cubicBezTo>
                      <a:pt x="16" y="6"/>
                      <a:pt x="16" y="6"/>
                      <a:pt x="16" y="6"/>
                    </a:cubicBezTo>
                    <a:cubicBezTo>
                      <a:pt x="17" y="5"/>
                      <a:pt x="18" y="5"/>
                      <a:pt x="20" y="6"/>
                    </a:cubicBezTo>
                    <a:cubicBezTo>
                      <a:pt x="21" y="5"/>
                      <a:pt x="21" y="5"/>
                      <a:pt x="21" y="5"/>
                    </a:cubicBezTo>
                    <a:lnTo>
                      <a:pt x="1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5" name="ïṡļiḑê"/>
              <p:cNvSpPr/>
              <p:nvPr/>
            </p:nvSpPr>
            <p:spPr bwMode="auto">
              <a:xfrm>
                <a:off x="4281488" y="2849563"/>
                <a:ext cx="76200" cy="88900"/>
              </a:xfrm>
              <a:custGeom>
                <a:avLst/>
                <a:gdLst>
                  <a:gd name="T0" fmla="*/ 4 w 23"/>
                  <a:gd name="T1" fmla="*/ 1 h 27"/>
                  <a:gd name="T2" fmla="*/ 5 w 23"/>
                  <a:gd name="T3" fmla="*/ 5 h 27"/>
                  <a:gd name="T4" fmla="*/ 0 w 23"/>
                  <a:gd name="T5" fmla="*/ 26 h 27"/>
                  <a:gd name="T6" fmla="*/ 1 w 23"/>
                  <a:gd name="T7" fmla="*/ 27 h 27"/>
                  <a:gd name="T8" fmla="*/ 18 w 23"/>
                  <a:gd name="T9" fmla="*/ 13 h 27"/>
                  <a:gd name="T10" fmla="*/ 22 w 23"/>
                  <a:gd name="T11" fmla="*/ 13 h 27"/>
                  <a:gd name="T12" fmla="*/ 23 w 23"/>
                  <a:gd name="T13" fmla="*/ 12 h 27"/>
                  <a:gd name="T14" fmla="*/ 16 w 23"/>
                  <a:gd name="T15" fmla="*/ 8 h 27"/>
                  <a:gd name="T16" fmla="*/ 16 w 23"/>
                  <a:gd name="T17" fmla="*/ 9 h 27"/>
                  <a:gd name="T18" fmla="*/ 17 w 23"/>
                  <a:gd name="T19" fmla="*/ 12 h 27"/>
                  <a:gd name="T20" fmla="*/ 16 w 23"/>
                  <a:gd name="T21" fmla="*/ 14 h 27"/>
                  <a:gd name="T22" fmla="*/ 4 w 23"/>
                  <a:gd name="T23" fmla="*/ 23 h 27"/>
                  <a:gd name="T24" fmla="*/ 4 w 23"/>
                  <a:gd name="T25" fmla="*/ 23 h 27"/>
                  <a:gd name="T26" fmla="*/ 8 w 23"/>
                  <a:gd name="T27" fmla="*/ 9 h 27"/>
                  <a:gd name="T28" fmla="*/ 8 w 23"/>
                  <a:gd name="T29" fmla="*/ 6 h 27"/>
                  <a:gd name="T30" fmla="*/ 12 w 23"/>
                  <a:gd name="T31" fmla="*/ 6 h 27"/>
                  <a:gd name="T32" fmla="*/ 12 w 23"/>
                  <a:gd name="T33" fmla="*/ 5 h 27"/>
                  <a:gd name="T34" fmla="*/ 4 w 23"/>
                  <a:gd name="T35" fmla="*/ 0 h 27"/>
                  <a:gd name="T36" fmla="*/ 4 w 23"/>
                  <a:gd name="T3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 h="27">
                    <a:moveTo>
                      <a:pt x="4" y="1"/>
                    </a:moveTo>
                    <a:cubicBezTo>
                      <a:pt x="5" y="2"/>
                      <a:pt x="6" y="3"/>
                      <a:pt x="5" y="5"/>
                    </a:cubicBezTo>
                    <a:cubicBezTo>
                      <a:pt x="0" y="26"/>
                      <a:pt x="0" y="26"/>
                      <a:pt x="0" y="26"/>
                    </a:cubicBezTo>
                    <a:cubicBezTo>
                      <a:pt x="1" y="27"/>
                      <a:pt x="1" y="27"/>
                      <a:pt x="1" y="27"/>
                    </a:cubicBezTo>
                    <a:cubicBezTo>
                      <a:pt x="18" y="13"/>
                      <a:pt x="18" y="13"/>
                      <a:pt x="18" y="13"/>
                    </a:cubicBezTo>
                    <a:cubicBezTo>
                      <a:pt x="20" y="12"/>
                      <a:pt x="21" y="12"/>
                      <a:pt x="22" y="13"/>
                    </a:cubicBezTo>
                    <a:cubicBezTo>
                      <a:pt x="23" y="12"/>
                      <a:pt x="23" y="12"/>
                      <a:pt x="23" y="12"/>
                    </a:cubicBezTo>
                    <a:cubicBezTo>
                      <a:pt x="16" y="8"/>
                      <a:pt x="16" y="8"/>
                      <a:pt x="16" y="8"/>
                    </a:cubicBezTo>
                    <a:cubicBezTo>
                      <a:pt x="16" y="9"/>
                      <a:pt x="16" y="9"/>
                      <a:pt x="16" y="9"/>
                    </a:cubicBezTo>
                    <a:cubicBezTo>
                      <a:pt x="18" y="10"/>
                      <a:pt x="18" y="11"/>
                      <a:pt x="17" y="12"/>
                    </a:cubicBezTo>
                    <a:cubicBezTo>
                      <a:pt x="17" y="13"/>
                      <a:pt x="17" y="13"/>
                      <a:pt x="16" y="14"/>
                    </a:cubicBezTo>
                    <a:cubicBezTo>
                      <a:pt x="4" y="23"/>
                      <a:pt x="4" y="23"/>
                      <a:pt x="4" y="23"/>
                    </a:cubicBezTo>
                    <a:cubicBezTo>
                      <a:pt x="4" y="23"/>
                      <a:pt x="4" y="23"/>
                      <a:pt x="4" y="23"/>
                    </a:cubicBezTo>
                    <a:cubicBezTo>
                      <a:pt x="8" y="9"/>
                      <a:pt x="8" y="9"/>
                      <a:pt x="8" y="9"/>
                    </a:cubicBezTo>
                    <a:cubicBezTo>
                      <a:pt x="8" y="7"/>
                      <a:pt x="8" y="7"/>
                      <a:pt x="8" y="6"/>
                    </a:cubicBezTo>
                    <a:cubicBezTo>
                      <a:pt x="9" y="5"/>
                      <a:pt x="10" y="5"/>
                      <a:pt x="12" y="6"/>
                    </a:cubicBezTo>
                    <a:cubicBezTo>
                      <a:pt x="12" y="5"/>
                      <a:pt x="12" y="5"/>
                      <a:pt x="12" y="5"/>
                    </a:cubicBezTo>
                    <a:cubicBezTo>
                      <a:pt x="4" y="0"/>
                      <a:pt x="4" y="0"/>
                      <a:pt x="4" y="0"/>
                    </a:cubicBezTo>
                    <a:lnTo>
                      <a:pt x="4"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6" name="iSḷïde"/>
              <p:cNvSpPr/>
              <p:nvPr/>
            </p:nvSpPr>
            <p:spPr bwMode="auto">
              <a:xfrm>
                <a:off x="4327525" y="2916238"/>
                <a:ext cx="106363" cy="101600"/>
              </a:xfrm>
              <a:custGeom>
                <a:avLst/>
                <a:gdLst>
                  <a:gd name="T0" fmla="*/ 22 w 32"/>
                  <a:gd name="T1" fmla="*/ 25 h 31"/>
                  <a:gd name="T2" fmla="*/ 21 w 32"/>
                  <a:gd name="T3" fmla="*/ 24 h 31"/>
                  <a:gd name="T4" fmla="*/ 14 w 32"/>
                  <a:gd name="T5" fmla="*/ 27 h 31"/>
                  <a:gd name="T6" fmla="*/ 8 w 32"/>
                  <a:gd name="T7" fmla="*/ 23 h 31"/>
                  <a:gd name="T8" fmla="*/ 7 w 32"/>
                  <a:gd name="T9" fmla="*/ 20 h 31"/>
                  <a:gd name="T10" fmla="*/ 14 w 32"/>
                  <a:gd name="T11" fmla="*/ 13 h 31"/>
                  <a:gd name="T12" fmla="*/ 16 w 32"/>
                  <a:gd name="T13" fmla="*/ 17 h 31"/>
                  <a:gd name="T14" fmla="*/ 15 w 32"/>
                  <a:gd name="T15" fmla="*/ 20 h 31"/>
                  <a:gd name="T16" fmla="*/ 16 w 32"/>
                  <a:gd name="T17" fmla="*/ 21 h 31"/>
                  <a:gd name="T18" fmla="*/ 22 w 32"/>
                  <a:gd name="T19" fmla="*/ 14 h 31"/>
                  <a:gd name="T20" fmla="*/ 22 w 32"/>
                  <a:gd name="T21" fmla="*/ 13 h 31"/>
                  <a:gd name="T22" fmla="*/ 18 w 32"/>
                  <a:gd name="T23" fmla="*/ 15 h 31"/>
                  <a:gd name="T24" fmla="*/ 14 w 32"/>
                  <a:gd name="T25" fmla="*/ 12 h 31"/>
                  <a:gd name="T26" fmla="*/ 20 w 32"/>
                  <a:gd name="T27" fmla="*/ 7 h 31"/>
                  <a:gd name="T28" fmla="*/ 24 w 32"/>
                  <a:gd name="T29" fmla="*/ 8 h 31"/>
                  <a:gd name="T30" fmla="*/ 27 w 32"/>
                  <a:gd name="T31" fmla="*/ 13 h 31"/>
                  <a:gd name="T32" fmla="*/ 25 w 32"/>
                  <a:gd name="T33" fmla="*/ 19 h 31"/>
                  <a:gd name="T34" fmla="*/ 26 w 32"/>
                  <a:gd name="T35" fmla="*/ 20 h 31"/>
                  <a:gd name="T36" fmla="*/ 32 w 32"/>
                  <a:gd name="T37" fmla="*/ 14 h 31"/>
                  <a:gd name="T38" fmla="*/ 17 w 32"/>
                  <a:gd name="T39" fmla="*/ 0 h 31"/>
                  <a:gd name="T40" fmla="*/ 16 w 32"/>
                  <a:gd name="T41" fmla="*/ 1 h 31"/>
                  <a:gd name="T42" fmla="*/ 17 w 32"/>
                  <a:gd name="T43" fmla="*/ 4 h 31"/>
                  <a:gd name="T44" fmla="*/ 5 w 32"/>
                  <a:gd name="T45" fmla="*/ 17 h 31"/>
                  <a:gd name="T46" fmla="*/ 1 w 32"/>
                  <a:gd name="T47" fmla="*/ 16 h 31"/>
                  <a:gd name="T48" fmla="*/ 0 w 32"/>
                  <a:gd name="T49" fmla="*/ 17 h 31"/>
                  <a:gd name="T50" fmla="*/ 15 w 32"/>
                  <a:gd name="T51" fmla="*/ 31 h 31"/>
                  <a:gd name="T52" fmla="*/ 22 w 32"/>
                  <a:gd name="T53" fmla="*/ 2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 h="31">
                    <a:moveTo>
                      <a:pt x="22" y="25"/>
                    </a:moveTo>
                    <a:cubicBezTo>
                      <a:pt x="21" y="24"/>
                      <a:pt x="21" y="24"/>
                      <a:pt x="21" y="24"/>
                    </a:cubicBezTo>
                    <a:cubicBezTo>
                      <a:pt x="18" y="26"/>
                      <a:pt x="16" y="27"/>
                      <a:pt x="14" y="27"/>
                    </a:cubicBezTo>
                    <a:cubicBezTo>
                      <a:pt x="12" y="26"/>
                      <a:pt x="10" y="25"/>
                      <a:pt x="8" y="23"/>
                    </a:cubicBezTo>
                    <a:cubicBezTo>
                      <a:pt x="7" y="22"/>
                      <a:pt x="6" y="21"/>
                      <a:pt x="7" y="20"/>
                    </a:cubicBezTo>
                    <a:cubicBezTo>
                      <a:pt x="14" y="13"/>
                      <a:pt x="14" y="13"/>
                      <a:pt x="14" y="13"/>
                    </a:cubicBezTo>
                    <a:cubicBezTo>
                      <a:pt x="15" y="15"/>
                      <a:pt x="16" y="16"/>
                      <a:pt x="16" y="17"/>
                    </a:cubicBezTo>
                    <a:cubicBezTo>
                      <a:pt x="16" y="18"/>
                      <a:pt x="16" y="19"/>
                      <a:pt x="15" y="20"/>
                    </a:cubicBezTo>
                    <a:cubicBezTo>
                      <a:pt x="16" y="21"/>
                      <a:pt x="16" y="21"/>
                      <a:pt x="16" y="21"/>
                    </a:cubicBezTo>
                    <a:cubicBezTo>
                      <a:pt x="22" y="14"/>
                      <a:pt x="22" y="14"/>
                      <a:pt x="22" y="14"/>
                    </a:cubicBezTo>
                    <a:cubicBezTo>
                      <a:pt x="22" y="13"/>
                      <a:pt x="22" y="13"/>
                      <a:pt x="22" y="13"/>
                    </a:cubicBezTo>
                    <a:cubicBezTo>
                      <a:pt x="20" y="15"/>
                      <a:pt x="19" y="15"/>
                      <a:pt x="18" y="15"/>
                    </a:cubicBezTo>
                    <a:cubicBezTo>
                      <a:pt x="17" y="15"/>
                      <a:pt x="16" y="14"/>
                      <a:pt x="14" y="12"/>
                    </a:cubicBezTo>
                    <a:cubicBezTo>
                      <a:pt x="20" y="7"/>
                      <a:pt x="20" y="7"/>
                      <a:pt x="20" y="7"/>
                    </a:cubicBezTo>
                    <a:cubicBezTo>
                      <a:pt x="21" y="6"/>
                      <a:pt x="22" y="6"/>
                      <a:pt x="24" y="8"/>
                    </a:cubicBezTo>
                    <a:cubicBezTo>
                      <a:pt x="26" y="10"/>
                      <a:pt x="27" y="11"/>
                      <a:pt x="27" y="13"/>
                    </a:cubicBezTo>
                    <a:cubicBezTo>
                      <a:pt x="27" y="15"/>
                      <a:pt x="26" y="17"/>
                      <a:pt x="25" y="19"/>
                    </a:cubicBezTo>
                    <a:cubicBezTo>
                      <a:pt x="26" y="20"/>
                      <a:pt x="26" y="20"/>
                      <a:pt x="26" y="20"/>
                    </a:cubicBezTo>
                    <a:cubicBezTo>
                      <a:pt x="32" y="14"/>
                      <a:pt x="32" y="14"/>
                      <a:pt x="32" y="14"/>
                    </a:cubicBezTo>
                    <a:cubicBezTo>
                      <a:pt x="17" y="0"/>
                      <a:pt x="17" y="0"/>
                      <a:pt x="17" y="0"/>
                    </a:cubicBezTo>
                    <a:cubicBezTo>
                      <a:pt x="16" y="1"/>
                      <a:pt x="16" y="1"/>
                      <a:pt x="16" y="1"/>
                    </a:cubicBezTo>
                    <a:cubicBezTo>
                      <a:pt x="18" y="2"/>
                      <a:pt x="18" y="3"/>
                      <a:pt x="17" y="4"/>
                    </a:cubicBezTo>
                    <a:cubicBezTo>
                      <a:pt x="5" y="17"/>
                      <a:pt x="5" y="17"/>
                      <a:pt x="5" y="17"/>
                    </a:cubicBezTo>
                    <a:cubicBezTo>
                      <a:pt x="4" y="18"/>
                      <a:pt x="3" y="18"/>
                      <a:pt x="1" y="16"/>
                    </a:cubicBezTo>
                    <a:cubicBezTo>
                      <a:pt x="0" y="17"/>
                      <a:pt x="0" y="17"/>
                      <a:pt x="0" y="17"/>
                    </a:cubicBezTo>
                    <a:cubicBezTo>
                      <a:pt x="15" y="31"/>
                      <a:pt x="15" y="31"/>
                      <a:pt x="15" y="31"/>
                    </a:cubicBezTo>
                    <a:lnTo>
                      <a:pt x="22"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7" name="íšļiďè"/>
              <p:cNvSpPr/>
              <p:nvPr/>
            </p:nvSpPr>
            <p:spPr bwMode="auto">
              <a:xfrm>
                <a:off x="4397375" y="2995613"/>
                <a:ext cx="98425" cy="103188"/>
              </a:xfrm>
              <a:custGeom>
                <a:avLst/>
                <a:gdLst>
                  <a:gd name="T0" fmla="*/ 17 w 30"/>
                  <a:gd name="T1" fmla="*/ 28 h 31"/>
                  <a:gd name="T2" fmla="*/ 14 w 30"/>
                  <a:gd name="T3" fmla="*/ 29 h 31"/>
                  <a:gd name="T4" fmla="*/ 15 w 30"/>
                  <a:gd name="T5" fmla="*/ 25 h 31"/>
                  <a:gd name="T6" fmla="*/ 17 w 30"/>
                  <a:gd name="T7" fmla="*/ 17 h 31"/>
                  <a:gd name="T8" fmla="*/ 17 w 30"/>
                  <a:gd name="T9" fmla="*/ 17 h 31"/>
                  <a:gd name="T10" fmla="*/ 27 w 30"/>
                  <a:gd name="T11" fmla="*/ 20 h 31"/>
                  <a:gd name="T12" fmla="*/ 28 w 30"/>
                  <a:gd name="T13" fmla="*/ 10 h 31"/>
                  <a:gd name="T14" fmla="*/ 20 w 30"/>
                  <a:gd name="T15" fmla="*/ 0 h 31"/>
                  <a:gd name="T16" fmla="*/ 19 w 30"/>
                  <a:gd name="T17" fmla="*/ 1 h 31"/>
                  <a:gd name="T18" fmla="*/ 19 w 30"/>
                  <a:gd name="T19" fmla="*/ 4 h 31"/>
                  <a:gd name="T20" fmla="*/ 5 w 30"/>
                  <a:gd name="T21" fmla="*/ 15 h 31"/>
                  <a:gd name="T22" fmla="*/ 1 w 30"/>
                  <a:gd name="T23" fmla="*/ 13 h 31"/>
                  <a:gd name="T24" fmla="*/ 0 w 30"/>
                  <a:gd name="T25" fmla="*/ 14 h 31"/>
                  <a:gd name="T26" fmla="*/ 7 w 30"/>
                  <a:gd name="T27" fmla="*/ 23 h 31"/>
                  <a:gd name="T28" fmla="*/ 8 w 30"/>
                  <a:gd name="T29" fmla="*/ 22 h 31"/>
                  <a:gd name="T30" fmla="*/ 7 w 30"/>
                  <a:gd name="T31" fmla="*/ 18 h 31"/>
                  <a:gd name="T32" fmla="*/ 14 w 30"/>
                  <a:gd name="T33" fmla="*/ 13 h 31"/>
                  <a:gd name="T34" fmla="*/ 15 w 30"/>
                  <a:gd name="T35" fmla="*/ 14 h 31"/>
                  <a:gd name="T36" fmla="*/ 16 w 30"/>
                  <a:gd name="T37" fmla="*/ 18 h 31"/>
                  <a:gd name="T38" fmla="*/ 13 w 30"/>
                  <a:gd name="T39" fmla="*/ 22 h 31"/>
                  <a:gd name="T40" fmla="*/ 11 w 30"/>
                  <a:gd name="T41" fmla="*/ 28 h 31"/>
                  <a:gd name="T42" fmla="*/ 17 w 30"/>
                  <a:gd name="T43" fmla="*/ 29 h 31"/>
                  <a:gd name="T44" fmla="*/ 17 w 30"/>
                  <a:gd name="T45" fmla="*/ 28 h 31"/>
                  <a:gd name="T46" fmla="*/ 22 w 30"/>
                  <a:gd name="T47" fmla="*/ 7 h 31"/>
                  <a:gd name="T48" fmla="*/ 25 w 30"/>
                  <a:gd name="T49" fmla="*/ 9 h 31"/>
                  <a:gd name="T50" fmla="*/ 25 w 30"/>
                  <a:gd name="T51" fmla="*/ 17 h 31"/>
                  <a:gd name="T52" fmla="*/ 17 w 30"/>
                  <a:gd name="T53" fmla="*/ 15 h 31"/>
                  <a:gd name="T54" fmla="*/ 16 w 30"/>
                  <a:gd name="T55" fmla="*/ 13 h 31"/>
                  <a:gd name="T56" fmla="*/ 15 w 30"/>
                  <a:gd name="T57" fmla="*/ 12 h 31"/>
                  <a:gd name="T58" fmla="*/ 22 w 30"/>
                  <a:gd name="T59"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0" h="31">
                    <a:moveTo>
                      <a:pt x="17" y="28"/>
                    </a:moveTo>
                    <a:cubicBezTo>
                      <a:pt x="15" y="29"/>
                      <a:pt x="14" y="29"/>
                      <a:pt x="14" y="29"/>
                    </a:cubicBezTo>
                    <a:cubicBezTo>
                      <a:pt x="13" y="28"/>
                      <a:pt x="14" y="27"/>
                      <a:pt x="15" y="25"/>
                    </a:cubicBezTo>
                    <a:cubicBezTo>
                      <a:pt x="18" y="23"/>
                      <a:pt x="18" y="20"/>
                      <a:pt x="17" y="17"/>
                    </a:cubicBezTo>
                    <a:cubicBezTo>
                      <a:pt x="17" y="17"/>
                      <a:pt x="17" y="17"/>
                      <a:pt x="17" y="17"/>
                    </a:cubicBezTo>
                    <a:cubicBezTo>
                      <a:pt x="21" y="21"/>
                      <a:pt x="24" y="22"/>
                      <a:pt x="27" y="20"/>
                    </a:cubicBezTo>
                    <a:cubicBezTo>
                      <a:pt x="30" y="17"/>
                      <a:pt x="30" y="14"/>
                      <a:pt x="28" y="10"/>
                    </a:cubicBezTo>
                    <a:cubicBezTo>
                      <a:pt x="20" y="0"/>
                      <a:pt x="20" y="0"/>
                      <a:pt x="20" y="0"/>
                    </a:cubicBezTo>
                    <a:cubicBezTo>
                      <a:pt x="19" y="1"/>
                      <a:pt x="19" y="1"/>
                      <a:pt x="19" y="1"/>
                    </a:cubicBezTo>
                    <a:cubicBezTo>
                      <a:pt x="20" y="2"/>
                      <a:pt x="21" y="4"/>
                      <a:pt x="19" y="4"/>
                    </a:cubicBezTo>
                    <a:cubicBezTo>
                      <a:pt x="5" y="15"/>
                      <a:pt x="5" y="15"/>
                      <a:pt x="5" y="15"/>
                    </a:cubicBezTo>
                    <a:cubicBezTo>
                      <a:pt x="4" y="16"/>
                      <a:pt x="3" y="15"/>
                      <a:pt x="1" y="13"/>
                    </a:cubicBezTo>
                    <a:cubicBezTo>
                      <a:pt x="0" y="14"/>
                      <a:pt x="0" y="14"/>
                      <a:pt x="0" y="14"/>
                    </a:cubicBezTo>
                    <a:cubicBezTo>
                      <a:pt x="7" y="23"/>
                      <a:pt x="7" y="23"/>
                      <a:pt x="7" y="23"/>
                    </a:cubicBezTo>
                    <a:cubicBezTo>
                      <a:pt x="8" y="22"/>
                      <a:pt x="8" y="22"/>
                      <a:pt x="8" y="22"/>
                    </a:cubicBezTo>
                    <a:cubicBezTo>
                      <a:pt x="6" y="20"/>
                      <a:pt x="6" y="18"/>
                      <a:pt x="7" y="18"/>
                    </a:cubicBezTo>
                    <a:cubicBezTo>
                      <a:pt x="14" y="13"/>
                      <a:pt x="14" y="13"/>
                      <a:pt x="14" y="13"/>
                    </a:cubicBezTo>
                    <a:cubicBezTo>
                      <a:pt x="15" y="14"/>
                      <a:pt x="15" y="14"/>
                      <a:pt x="15" y="14"/>
                    </a:cubicBezTo>
                    <a:cubicBezTo>
                      <a:pt x="16" y="16"/>
                      <a:pt x="17" y="17"/>
                      <a:pt x="16" y="18"/>
                    </a:cubicBezTo>
                    <a:cubicBezTo>
                      <a:pt x="16" y="19"/>
                      <a:pt x="15" y="21"/>
                      <a:pt x="13" y="22"/>
                    </a:cubicBezTo>
                    <a:cubicBezTo>
                      <a:pt x="10" y="24"/>
                      <a:pt x="9" y="26"/>
                      <a:pt x="11" y="28"/>
                    </a:cubicBezTo>
                    <a:cubicBezTo>
                      <a:pt x="12" y="31"/>
                      <a:pt x="15" y="31"/>
                      <a:pt x="17" y="29"/>
                    </a:cubicBezTo>
                    <a:cubicBezTo>
                      <a:pt x="17" y="28"/>
                      <a:pt x="17" y="28"/>
                      <a:pt x="17" y="28"/>
                    </a:cubicBezTo>
                    <a:close/>
                    <a:moveTo>
                      <a:pt x="22" y="7"/>
                    </a:moveTo>
                    <a:cubicBezTo>
                      <a:pt x="23" y="6"/>
                      <a:pt x="24" y="7"/>
                      <a:pt x="25" y="9"/>
                    </a:cubicBezTo>
                    <a:cubicBezTo>
                      <a:pt x="28" y="12"/>
                      <a:pt x="27" y="15"/>
                      <a:pt x="25" y="17"/>
                    </a:cubicBezTo>
                    <a:cubicBezTo>
                      <a:pt x="22" y="19"/>
                      <a:pt x="20" y="18"/>
                      <a:pt x="17" y="15"/>
                    </a:cubicBezTo>
                    <a:cubicBezTo>
                      <a:pt x="17" y="14"/>
                      <a:pt x="16" y="14"/>
                      <a:pt x="16" y="13"/>
                    </a:cubicBezTo>
                    <a:cubicBezTo>
                      <a:pt x="15" y="13"/>
                      <a:pt x="15" y="12"/>
                      <a:pt x="15" y="12"/>
                    </a:cubicBezTo>
                    <a:lnTo>
                      <a:pt x="22" y="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8" name="îṡ1ïdê"/>
              <p:cNvSpPr/>
              <p:nvPr/>
            </p:nvSpPr>
            <p:spPr bwMode="auto">
              <a:xfrm>
                <a:off x="4456113" y="3087688"/>
                <a:ext cx="92075" cy="79375"/>
              </a:xfrm>
              <a:custGeom>
                <a:avLst/>
                <a:gdLst>
                  <a:gd name="T0" fmla="*/ 0 w 28"/>
                  <a:gd name="T1" fmla="*/ 11 h 24"/>
                  <a:gd name="T2" fmla="*/ 0 w 28"/>
                  <a:gd name="T3" fmla="*/ 12 h 24"/>
                  <a:gd name="T4" fmla="*/ 0 w 28"/>
                  <a:gd name="T5" fmla="*/ 12 h 24"/>
                  <a:gd name="T6" fmla="*/ 2 w 28"/>
                  <a:gd name="T7" fmla="*/ 13 h 24"/>
                  <a:gd name="T8" fmla="*/ 2 w 28"/>
                  <a:gd name="T9" fmla="*/ 14 h 24"/>
                  <a:gd name="T10" fmla="*/ 4 w 28"/>
                  <a:gd name="T11" fmla="*/ 18 h 24"/>
                  <a:gd name="T12" fmla="*/ 15 w 28"/>
                  <a:gd name="T13" fmla="*/ 21 h 24"/>
                  <a:gd name="T14" fmla="*/ 17 w 28"/>
                  <a:gd name="T15" fmla="*/ 11 h 24"/>
                  <a:gd name="T16" fmla="*/ 17 w 28"/>
                  <a:gd name="T17" fmla="*/ 3 h 24"/>
                  <a:gd name="T18" fmla="*/ 23 w 28"/>
                  <a:gd name="T19" fmla="*/ 5 h 24"/>
                  <a:gd name="T20" fmla="*/ 21 w 28"/>
                  <a:gd name="T21" fmla="*/ 15 h 24"/>
                  <a:gd name="T22" fmla="*/ 22 w 28"/>
                  <a:gd name="T23" fmla="*/ 16 h 24"/>
                  <a:gd name="T24" fmla="*/ 28 w 28"/>
                  <a:gd name="T25" fmla="*/ 11 h 24"/>
                  <a:gd name="T26" fmla="*/ 28 w 28"/>
                  <a:gd name="T27" fmla="*/ 10 h 24"/>
                  <a:gd name="T28" fmla="*/ 27 w 28"/>
                  <a:gd name="T29" fmla="*/ 10 h 24"/>
                  <a:gd name="T30" fmla="*/ 26 w 28"/>
                  <a:gd name="T31" fmla="*/ 10 h 24"/>
                  <a:gd name="T32" fmla="*/ 26 w 28"/>
                  <a:gd name="T33" fmla="*/ 9 h 24"/>
                  <a:gd name="T34" fmla="*/ 25 w 28"/>
                  <a:gd name="T35" fmla="*/ 4 h 24"/>
                  <a:gd name="T36" fmla="*/ 15 w 28"/>
                  <a:gd name="T37" fmla="*/ 1 h 24"/>
                  <a:gd name="T38" fmla="*/ 13 w 28"/>
                  <a:gd name="T39" fmla="*/ 11 h 24"/>
                  <a:gd name="T40" fmla="*/ 12 w 28"/>
                  <a:gd name="T41" fmla="*/ 20 h 24"/>
                  <a:gd name="T42" fmla="*/ 5 w 28"/>
                  <a:gd name="T43" fmla="*/ 18 h 24"/>
                  <a:gd name="T44" fmla="*/ 8 w 28"/>
                  <a:gd name="T45" fmla="*/ 7 h 24"/>
                  <a:gd name="T46" fmla="*/ 7 w 28"/>
                  <a:gd name="T47" fmla="*/ 6 h 24"/>
                  <a:gd name="T48" fmla="*/ 0 w 28"/>
                  <a:gd name="T49"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4">
                    <a:moveTo>
                      <a:pt x="0" y="11"/>
                    </a:moveTo>
                    <a:cubicBezTo>
                      <a:pt x="0" y="12"/>
                      <a:pt x="0" y="12"/>
                      <a:pt x="0" y="12"/>
                    </a:cubicBezTo>
                    <a:cubicBezTo>
                      <a:pt x="0" y="12"/>
                      <a:pt x="0" y="12"/>
                      <a:pt x="0" y="12"/>
                    </a:cubicBezTo>
                    <a:cubicBezTo>
                      <a:pt x="1" y="12"/>
                      <a:pt x="2" y="12"/>
                      <a:pt x="2" y="13"/>
                    </a:cubicBezTo>
                    <a:cubicBezTo>
                      <a:pt x="2" y="13"/>
                      <a:pt x="2" y="13"/>
                      <a:pt x="2" y="14"/>
                    </a:cubicBezTo>
                    <a:cubicBezTo>
                      <a:pt x="3" y="16"/>
                      <a:pt x="3" y="17"/>
                      <a:pt x="4" y="18"/>
                    </a:cubicBezTo>
                    <a:cubicBezTo>
                      <a:pt x="7" y="23"/>
                      <a:pt x="11" y="24"/>
                      <a:pt x="15" y="21"/>
                    </a:cubicBezTo>
                    <a:cubicBezTo>
                      <a:pt x="18" y="19"/>
                      <a:pt x="18" y="15"/>
                      <a:pt x="17" y="11"/>
                    </a:cubicBezTo>
                    <a:cubicBezTo>
                      <a:pt x="15" y="8"/>
                      <a:pt x="15" y="5"/>
                      <a:pt x="17" y="3"/>
                    </a:cubicBezTo>
                    <a:cubicBezTo>
                      <a:pt x="20" y="2"/>
                      <a:pt x="22" y="3"/>
                      <a:pt x="23" y="5"/>
                    </a:cubicBezTo>
                    <a:cubicBezTo>
                      <a:pt x="25" y="8"/>
                      <a:pt x="24" y="11"/>
                      <a:pt x="21" y="15"/>
                    </a:cubicBezTo>
                    <a:cubicBezTo>
                      <a:pt x="22" y="16"/>
                      <a:pt x="22" y="16"/>
                      <a:pt x="22" y="16"/>
                    </a:cubicBezTo>
                    <a:cubicBezTo>
                      <a:pt x="28" y="11"/>
                      <a:pt x="28" y="11"/>
                      <a:pt x="28" y="11"/>
                    </a:cubicBezTo>
                    <a:cubicBezTo>
                      <a:pt x="28" y="10"/>
                      <a:pt x="28" y="10"/>
                      <a:pt x="28" y="10"/>
                    </a:cubicBezTo>
                    <a:cubicBezTo>
                      <a:pt x="28" y="10"/>
                      <a:pt x="28" y="10"/>
                      <a:pt x="27" y="10"/>
                    </a:cubicBezTo>
                    <a:cubicBezTo>
                      <a:pt x="26" y="11"/>
                      <a:pt x="26" y="10"/>
                      <a:pt x="26" y="10"/>
                    </a:cubicBezTo>
                    <a:cubicBezTo>
                      <a:pt x="26" y="10"/>
                      <a:pt x="26" y="10"/>
                      <a:pt x="26" y="9"/>
                    </a:cubicBezTo>
                    <a:cubicBezTo>
                      <a:pt x="26" y="7"/>
                      <a:pt x="25" y="6"/>
                      <a:pt x="25" y="4"/>
                    </a:cubicBezTo>
                    <a:cubicBezTo>
                      <a:pt x="22" y="1"/>
                      <a:pt x="18" y="0"/>
                      <a:pt x="15" y="1"/>
                    </a:cubicBezTo>
                    <a:cubicBezTo>
                      <a:pt x="12" y="4"/>
                      <a:pt x="11" y="8"/>
                      <a:pt x="13" y="11"/>
                    </a:cubicBezTo>
                    <a:cubicBezTo>
                      <a:pt x="15" y="15"/>
                      <a:pt x="14" y="18"/>
                      <a:pt x="12" y="20"/>
                    </a:cubicBezTo>
                    <a:cubicBezTo>
                      <a:pt x="9" y="21"/>
                      <a:pt x="7" y="21"/>
                      <a:pt x="5" y="18"/>
                    </a:cubicBezTo>
                    <a:cubicBezTo>
                      <a:pt x="3" y="14"/>
                      <a:pt x="4" y="11"/>
                      <a:pt x="8" y="7"/>
                    </a:cubicBezTo>
                    <a:cubicBezTo>
                      <a:pt x="7" y="6"/>
                      <a:pt x="7" y="6"/>
                      <a:pt x="7" y="6"/>
                    </a:cubicBezTo>
                    <a:lnTo>
                      <a:pt x="0"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59" name="isḻiḓê"/>
              <p:cNvSpPr/>
              <p:nvPr/>
            </p:nvSpPr>
            <p:spPr bwMode="auto">
              <a:xfrm>
                <a:off x="4492625" y="3160713"/>
                <a:ext cx="88900" cy="66675"/>
              </a:xfrm>
              <a:custGeom>
                <a:avLst/>
                <a:gdLst>
                  <a:gd name="T0" fmla="*/ 22 w 27"/>
                  <a:gd name="T1" fmla="*/ 0 h 20"/>
                  <a:gd name="T2" fmla="*/ 21 w 27"/>
                  <a:gd name="T3" fmla="*/ 0 h 20"/>
                  <a:gd name="T4" fmla="*/ 20 w 27"/>
                  <a:gd name="T5" fmla="*/ 4 h 20"/>
                  <a:gd name="T6" fmla="*/ 5 w 27"/>
                  <a:gd name="T7" fmla="*/ 12 h 20"/>
                  <a:gd name="T8" fmla="*/ 1 w 27"/>
                  <a:gd name="T9" fmla="*/ 10 h 20"/>
                  <a:gd name="T10" fmla="*/ 0 w 27"/>
                  <a:gd name="T11" fmla="*/ 11 h 20"/>
                  <a:gd name="T12" fmla="*/ 5 w 27"/>
                  <a:gd name="T13" fmla="*/ 20 h 20"/>
                  <a:gd name="T14" fmla="*/ 6 w 27"/>
                  <a:gd name="T15" fmla="*/ 19 h 20"/>
                  <a:gd name="T16" fmla="*/ 7 w 27"/>
                  <a:gd name="T17" fmla="*/ 15 h 20"/>
                  <a:gd name="T18" fmla="*/ 22 w 27"/>
                  <a:gd name="T19" fmla="*/ 8 h 20"/>
                  <a:gd name="T20" fmla="*/ 26 w 27"/>
                  <a:gd name="T21" fmla="*/ 10 h 20"/>
                  <a:gd name="T22" fmla="*/ 27 w 27"/>
                  <a:gd name="T23" fmla="*/ 9 h 20"/>
                  <a:gd name="T24" fmla="*/ 22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2" y="0"/>
                    </a:moveTo>
                    <a:cubicBezTo>
                      <a:pt x="21" y="0"/>
                      <a:pt x="21" y="0"/>
                      <a:pt x="21" y="0"/>
                    </a:cubicBezTo>
                    <a:cubicBezTo>
                      <a:pt x="22" y="2"/>
                      <a:pt x="22" y="4"/>
                      <a:pt x="20" y="4"/>
                    </a:cubicBezTo>
                    <a:cubicBezTo>
                      <a:pt x="5" y="12"/>
                      <a:pt x="5" y="12"/>
                      <a:pt x="5" y="12"/>
                    </a:cubicBezTo>
                    <a:cubicBezTo>
                      <a:pt x="4" y="13"/>
                      <a:pt x="2" y="13"/>
                      <a:pt x="1" y="10"/>
                    </a:cubicBezTo>
                    <a:cubicBezTo>
                      <a:pt x="0" y="11"/>
                      <a:pt x="0" y="11"/>
                      <a:pt x="0" y="11"/>
                    </a:cubicBezTo>
                    <a:cubicBezTo>
                      <a:pt x="5" y="20"/>
                      <a:pt x="5" y="20"/>
                      <a:pt x="5" y="20"/>
                    </a:cubicBezTo>
                    <a:cubicBezTo>
                      <a:pt x="6" y="19"/>
                      <a:pt x="6" y="19"/>
                      <a:pt x="6" y="19"/>
                    </a:cubicBezTo>
                    <a:cubicBezTo>
                      <a:pt x="5" y="17"/>
                      <a:pt x="5" y="16"/>
                      <a:pt x="7" y="15"/>
                    </a:cubicBezTo>
                    <a:cubicBezTo>
                      <a:pt x="22" y="8"/>
                      <a:pt x="22" y="8"/>
                      <a:pt x="22" y="8"/>
                    </a:cubicBezTo>
                    <a:cubicBezTo>
                      <a:pt x="23" y="7"/>
                      <a:pt x="25" y="7"/>
                      <a:pt x="26" y="10"/>
                    </a:cubicBezTo>
                    <a:cubicBezTo>
                      <a:pt x="27" y="9"/>
                      <a:pt x="27" y="9"/>
                      <a:pt x="27" y="9"/>
                    </a:cubicBez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0" name="ïSḷiḍe"/>
              <p:cNvSpPr/>
              <p:nvPr/>
            </p:nvSpPr>
            <p:spPr bwMode="auto">
              <a:xfrm>
                <a:off x="4525963" y="3224213"/>
                <a:ext cx="92075" cy="73025"/>
              </a:xfrm>
              <a:custGeom>
                <a:avLst/>
                <a:gdLst>
                  <a:gd name="T0" fmla="*/ 20 w 28"/>
                  <a:gd name="T1" fmla="*/ 22 h 22"/>
                  <a:gd name="T2" fmla="*/ 28 w 28"/>
                  <a:gd name="T3" fmla="*/ 19 h 22"/>
                  <a:gd name="T4" fmla="*/ 24 w 28"/>
                  <a:gd name="T5" fmla="*/ 10 h 22"/>
                  <a:gd name="T6" fmla="*/ 21 w 28"/>
                  <a:gd name="T7" fmla="*/ 0 h 22"/>
                  <a:gd name="T8" fmla="*/ 13 w 28"/>
                  <a:gd name="T9" fmla="*/ 3 h 22"/>
                  <a:gd name="T10" fmla="*/ 14 w 28"/>
                  <a:gd name="T11" fmla="*/ 4 h 22"/>
                  <a:gd name="T12" fmla="*/ 23 w 28"/>
                  <a:gd name="T13" fmla="*/ 8 h 22"/>
                  <a:gd name="T14" fmla="*/ 4 w 28"/>
                  <a:gd name="T15" fmla="*/ 14 h 22"/>
                  <a:gd name="T16" fmla="*/ 1 w 28"/>
                  <a:gd name="T17" fmla="*/ 12 h 22"/>
                  <a:gd name="T18" fmla="*/ 0 w 28"/>
                  <a:gd name="T19" fmla="*/ 12 h 22"/>
                  <a:gd name="T20" fmla="*/ 3 w 28"/>
                  <a:gd name="T21" fmla="*/ 22 h 22"/>
                  <a:gd name="T22" fmla="*/ 4 w 28"/>
                  <a:gd name="T23" fmla="*/ 22 h 22"/>
                  <a:gd name="T24" fmla="*/ 5 w 28"/>
                  <a:gd name="T25" fmla="*/ 18 h 22"/>
                  <a:gd name="T26" fmla="*/ 24 w 28"/>
                  <a:gd name="T27" fmla="*/ 12 h 22"/>
                  <a:gd name="T28" fmla="*/ 19 w 28"/>
                  <a:gd name="T29" fmla="*/ 21 h 22"/>
                  <a:gd name="T30" fmla="*/ 20 w 28"/>
                  <a:gd name="T3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22">
                    <a:moveTo>
                      <a:pt x="20" y="22"/>
                    </a:moveTo>
                    <a:cubicBezTo>
                      <a:pt x="28" y="19"/>
                      <a:pt x="28" y="19"/>
                      <a:pt x="28" y="19"/>
                    </a:cubicBezTo>
                    <a:cubicBezTo>
                      <a:pt x="24" y="10"/>
                      <a:pt x="24" y="10"/>
                      <a:pt x="24" y="10"/>
                    </a:cubicBezTo>
                    <a:cubicBezTo>
                      <a:pt x="21" y="0"/>
                      <a:pt x="21" y="0"/>
                      <a:pt x="21" y="0"/>
                    </a:cubicBezTo>
                    <a:cubicBezTo>
                      <a:pt x="13" y="3"/>
                      <a:pt x="13" y="3"/>
                      <a:pt x="13" y="3"/>
                    </a:cubicBezTo>
                    <a:cubicBezTo>
                      <a:pt x="14" y="4"/>
                      <a:pt x="14" y="4"/>
                      <a:pt x="14" y="4"/>
                    </a:cubicBezTo>
                    <a:cubicBezTo>
                      <a:pt x="19" y="3"/>
                      <a:pt x="22" y="4"/>
                      <a:pt x="23" y="8"/>
                    </a:cubicBezTo>
                    <a:cubicBezTo>
                      <a:pt x="4" y="14"/>
                      <a:pt x="4" y="14"/>
                      <a:pt x="4" y="14"/>
                    </a:cubicBezTo>
                    <a:cubicBezTo>
                      <a:pt x="3" y="15"/>
                      <a:pt x="2" y="14"/>
                      <a:pt x="1" y="12"/>
                    </a:cubicBezTo>
                    <a:cubicBezTo>
                      <a:pt x="0" y="12"/>
                      <a:pt x="0" y="12"/>
                      <a:pt x="0" y="12"/>
                    </a:cubicBezTo>
                    <a:cubicBezTo>
                      <a:pt x="3" y="22"/>
                      <a:pt x="3" y="22"/>
                      <a:pt x="3" y="22"/>
                    </a:cubicBezTo>
                    <a:cubicBezTo>
                      <a:pt x="4" y="22"/>
                      <a:pt x="4" y="22"/>
                      <a:pt x="4" y="22"/>
                    </a:cubicBezTo>
                    <a:cubicBezTo>
                      <a:pt x="3" y="20"/>
                      <a:pt x="4" y="18"/>
                      <a:pt x="5" y="18"/>
                    </a:cubicBezTo>
                    <a:cubicBezTo>
                      <a:pt x="24" y="12"/>
                      <a:pt x="24" y="12"/>
                      <a:pt x="24" y="12"/>
                    </a:cubicBezTo>
                    <a:cubicBezTo>
                      <a:pt x="25" y="16"/>
                      <a:pt x="24" y="19"/>
                      <a:pt x="19" y="21"/>
                    </a:cubicBezTo>
                    <a:lnTo>
                      <a:pt x="2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îṩḷiḑê"/>
              <p:cNvSpPr/>
              <p:nvPr/>
            </p:nvSpPr>
            <p:spPr bwMode="auto">
              <a:xfrm>
                <a:off x="4551363" y="3316288"/>
                <a:ext cx="93663" cy="69850"/>
              </a:xfrm>
              <a:custGeom>
                <a:avLst/>
                <a:gdLst>
                  <a:gd name="T0" fmla="*/ 21 w 28"/>
                  <a:gd name="T1" fmla="*/ 0 h 21"/>
                  <a:gd name="T2" fmla="*/ 20 w 28"/>
                  <a:gd name="T3" fmla="*/ 4 h 21"/>
                  <a:gd name="T4" fmla="*/ 11 w 28"/>
                  <a:gd name="T5" fmla="*/ 12 h 21"/>
                  <a:gd name="T6" fmla="*/ 4 w 28"/>
                  <a:gd name="T7" fmla="*/ 13 h 21"/>
                  <a:gd name="T8" fmla="*/ 1 w 28"/>
                  <a:gd name="T9" fmla="*/ 10 h 21"/>
                  <a:gd name="T10" fmla="*/ 0 w 28"/>
                  <a:gd name="T11" fmla="*/ 11 h 21"/>
                  <a:gd name="T12" fmla="*/ 3 w 28"/>
                  <a:gd name="T13" fmla="*/ 21 h 21"/>
                  <a:gd name="T14" fmla="*/ 4 w 28"/>
                  <a:gd name="T15" fmla="*/ 21 h 21"/>
                  <a:gd name="T16" fmla="*/ 5 w 28"/>
                  <a:gd name="T17" fmla="*/ 17 h 21"/>
                  <a:gd name="T18" fmla="*/ 12 w 28"/>
                  <a:gd name="T19" fmla="*/ 15 h 21"/>
                  <a:gd name="T20" fmla="*/ 22 w 28"/>
                  <a:gd name="T21" fmla="*/ 18 h 21"/>
                  <a:gd name="T22" fmla="*/ 25 w 28"/>
                  <a:gd name="T23" fmla="*/ 19 h 21"/>
                  <a:gd name="T24" fmla="*/ 26 w 28"/>
                  <a:gd name="T25" fmla="*/ 21 h 21"/>
                  <a:gd name="T26" fmla="*/ 28 w 28"/>
                  <a:gd name="T27" fmla="*/ 21 h 21"/>
                  <a:gd name="T28" fmla="*/ 26 w 28"/>
                  <a:gd name="T29" fmla="*/ 13 h 21"/>
                  <a:gd name="T30" fmla="*/ 24 w 28"/>
                  <a:gd name="T31" fmla="*/ 13 h 21"/>
                  <a:gd name="T32" fmla="*/ 24 w 28"/>
                  <a:gd name="T33" fmla="*/ 17 h 21"/>
                  <a:gd name="T34" fmla="*/ 16 w 28"/>
                  <a:gd name="T35" fmla="*/ 15 h 21"/>
                  <a:gd name="T36" fmla="*/ 13 w 28"/>
                  <a:gd name="T37" fmla="*/ 14 h 21"/>
                  <a:gd name="T38" fmla="*/ 16 w 28"/>
                  <a:gd name="T39" fmla="*/ 12 h 21"/>
                  <a:gd name="T40" fmla="*/ 22 w 28"/>
                  <a:gd name="T41" fmla="*/ 7 h 21"/>
                  <a:gd name="T42" fmla="*/ 23 w 28"/>
                  <a:gd name="T43" fmla="*/ 10 h 21"/>
                  <a:gd name="T44" fmla="*/ 25 w 28"/>
                  <a:gd name="T45" fmla="*/ 10 h 21"/>
                  <a:gd name="T46" fmla="*/ 22 w 28"/>
                  <a:gd name="T47" fmla="*/ 0 h 21"/>
                  <a:gd name="T48" fmla="*/ 21 w 28"/>
                  <a:gd name="T4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 h="21">
                    <a:moveTo>
                      <a:pt x="21" y="0"/>
                    </a:moveTo>
                    <a:cubicBezTo>
                      <a:pt x="22" y="2"/>
                      <a:pt x="21" y="3"/>
                      <a:pt x="20" y="4"/>
                    </a:cubicBezTo>
                    <a:cubicBezTo>
                      <a:pt x="11" y="12"/>
                      <a:pt x="11" y="12"/>
                      <a:pt x="11" y="12"/>
                    </a:cubicBezTo>
                    <a:cubicBezTo>
                      <a:pt x="4" y="13"/>
                      <a:pt x="4" y="13"/>
                      <a:pt x="4" y="13"/>
                    </a:cubicBezTo>
                    <a:cubicBezTo>
                      <a:pt x="3" y="14"/>
                      <a:pt x="2" y="13"/>
                      <a:pt x="1" y="10"/>
                    </a:cubicBezTo>
                    <a:cubicBezTo>
                      <a:pt x="0" y="11"/>
                      <a:pt x="0" y="11"/>
                      <a:pt x="0" y="11"/>
                    </a:cubicBezTo>
                    <a:cubicBezTo>
                      <a:pt x="3" y="21"/>
                      <a:pt x="3" y="21"/>
                      <a:pt x="3" y="21"/>
                    </a:cubicBezTo>
                    <a:cubicBezTo>
                      <a:pt x="4" y="21"/>
                      <a:pt x="4" y="21"/>
                      <a:pt x="4" y="21"/>
                    </a:cubicBezTo>
                    <a:cubicBezTo>
                      <a:pt x="3" y="18"/>
                      <a:pt x="3" y="17"/>
                      <a:pt x="5" y="17"/>
                    </a:cubicBezTo>
                    <a:cubicBezTo>
                      <a:pt x="12" y="15"/>
                      <a:pt x="12" y="15"/>
                      <a:pt x="12" y="15"/>
                    </a:cubicBezTo>
                    <a:cubicBezTo>
                      <a:pt x="22" y="18"/>
                      <a:pt x="22" y="18"/>
                      <a:pt x="22" y="18"/>
                    </a:cubicBezTo>
                    <a:cubicBezTo>
                      <a:pt x="24" y="18"/>
                      <a:pt x="25" y="19"/>
                      <a:pt x="25" y="19"/>
                    </a:cubicBezTo>
                    <a:cubicBezTo>
                      <a:pt x="26" y="19"/>
                      <a:pt x="26" y="20"/>
                      <a:pt x="26" y="21"/>
                    </a:cubicBezTo>
                    <a:cubicBezTo>
                      <a:pt x="28" y="21"/>
                      <a:pt x="28" y="21"/>
                      <a:pt x="28" y="21"/>
                    </a:cubicBezTo>
                    <a:cubicBezTo>
                      <a:pt x="26" y="13"/>
                      <a:pt x="26" y="13"/>
                      <a:pt x="26" y="13"/>
                    </a:cubicBezTo>
                    <a:cubicBezTo>
                      <a:pt x="24" y="13"/>
                      <a:pt x="24" y="13"/>
                      <a:pt x="24" y="13"/>
                    </a:cubicBezTo>
                    <a:cubicBezTo>
                      <a:pt x="25" y="15"/>
                      <a:pt x="25" y="16"/>
                      <a:pt x="24" y="17"/>
                    </a:cubicBezTo>
                    <a:cubicBezTo>
                      <a:pt x="23" y="17"/>
                      <a:pt x="21" y="16"/>
                      <a:pt x="16" y="15"/>
                    </a:cubicBezTo>
                    <a:cubicBezTo>
                      <a:pt x="15" y="15"/>
                      <a:pt x="14" y="14"/>
                      <a:pt x="13" y="14"/>
                    </a:cubicBezTo>
                    <a:cubicBezTo>
                      <a:pt x="14" y="14"/>
                      <a:pt x="14" y="13"/>
                      <a:pt x="16" y="12"/>
                    </a:cubicBezTo>
                    <a:cubicBezTo>
                      <a:pt x="19" y="9"/>
                      <a:pt x="21" y="7"/>
                      <a:pt x="22" y="7"/>
                    </a:cubicBezTo>
                    <a:cubicBezTo>
                      <a:pt x="22" y="7"/>
                      <a:pt x="23" y="8"/>
                      <a:pt x="23" y="10"/>
                    </a:cubicBezTo>
                    <a:cubicBezTo>
                      <a:pt x="25" y="10"/>
                      <a:pt x="25" y="10"/>
                      <a:pt x="25" y="10"/>
                    </a:cubicBezTo>
                    <a:cubicBezTo>
                      <a:pt x="22" y="0"/>
                      <a:pt x="22" y="0"/>
                      <a:pt x="22" y="0"/>
                    </a:cubicBez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2" name="íṧliḋê"/>
              <p:cNvSpPr/>
              <p:nvPr/>
            </p:nvSpPr>
            <p:spPr bwMode="auto">
              <a:xfrm>
                <a:off x="3602038" y="2882900"/>
                <a:ext cx="26988" cy="36513"/>
              </a:xfrm>
              <a:custGeom>
                <a:avLst/>
                <a:gdLst>
                  <a:gd name="T0" fmla="*/ 8 w 8"/>
                  <a:gd name="T1" fmla="*/ 11 h 11"/>
                  <a:gd name="T2" fmla="*/ 3 w 8"/>
                  <a:gd name="T3" fmla="*/ 6 h 11"/>
                  <a:gd name="T4" fmla="*/ 5 w 8"/>
                  <a:gd name="T5" fmla="*/ 4 h 11"/>
                  <a:gd name="T6" fmla="*/ 8 w 8"/>
                  <a:gd name="T7" fmla="*/ 11 h 11"/>
                </a:gdLst>
                <a:ahLst/>
                <a:cxnLst>
                  <a:cxn ang="0">
                    <a:pos x="T0" y="T1"/>
                  </a:cxn>
                  <a:cxn ang="0">
                    <a:pos x="T2" y="T3"/>
                  </a:cxn>
                  <a:cxn ang="0">
                    <a:pos x="T4" y="T5"/>
                  </a:cxn>
                  <a:cxn ang="0">
                    <a:pos x="T6" y="T7"/>
                  </a:cxn>
                </a:cxnLst>
                <a:rect l="0" t="0" r="r" b="b"/>
                <a:pathLst>
                  <a:path w="8" h="11">
                    <a:moveTo>
                      <a:pt x="8" y="11"/>
                    </a:moveTo>
                    <a:cubicBezTo>
                      <a:pt x="3" y="6"/>
                      <a:pt x="3" y="6"/>
                      <a:pt x="3" y="6"/>
                    </a:cubicBezTo>
                    <a:cubicBezTo>
                      <a:pt x="0" y="3"/>
                      <a:pt x="3" y="0"/>
                      <a:pt x="5" y="4"/>
                    </a:cubicBezTo>
                    <a:lnTo>
                      <a:pt x="8" y="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3" name="iŝ1îḍé"/>
              <p:cNvSpPr/>
              <p:nvPr/>
            </p:nvSpPr>
            <p:spPr bwMode="auto">
              <a:xfrm>
                <a:off x="3525838" y="3846513"/>
                <a:ext cx="158750" cy="174625"/>
              </a:xfrm>
              <a:custGeom>
                <a:avLst/>
                <a:gdLst>
                  <a:gd name="T0" fmla="*/ 40 w 48"/>
                  <a:gd name="T1" fmla="*/ 3 h 53"/>
                  <a:gd name="T2" fmla="*/ 37 w 48"/>
                  <a:gd name="T3" fmla="*/ 4 h 53"/>
                  <a:gd name="T4" fmla="*/ 37 w 48"/>
                  <a:gd name="T5" fmla="*/ 10 h 53"/>
                  <a:gd name="T6" fmla="*/ 29 w 48"/>
                  <a:gd name="T7" fmla="*/ 23 h 53"/>
                  <a:gd name="T8" fmla="*/ 20 w 48"/>
                  <a:gd name="T9" fmla="*/ 34 h 53"/>
                  <a:gd name="T10" fmla="*/ 4 w 48"/>
                  <a:gd name="T11" fmla="*/ 37 h 53"/>
                  <a:gd name="T12" fmla="*/ 2 w 48"/>
                  <a:gd name="T13" fmla="*/ 38 h 53"/>
                  <a:gd name="T14" fmla="*/ 0 w 48"/>
                  <a:gd name="T15" fmla="*/ 40 h 53"/>
                  <a:gd name="T16" fmla="*/ 7 w 48"/>
                  <a:gd name="T17" fmla="*/ 41 h 53"/>
                  <a:gd name="T18" fmla="*/ 23 w 48"/>
                  <a:gd name="T19" fmla="*/ 36 h 53"/>
                  <a:gd name="T20" fmla="*/ 26 w 48"/>
                  <a:gd name="T21" fmla="*/ 35 h 53"/>
                  <a:gd name="T22" fmla="*/ 14 w 48"/>
                  <a:gd name="T23" fmla="*/ 47 h 53"/>
                  <a:gd name="T24" fmla="*/ 19 w 48"/>
                  <a:gd name="T25" fmla="*/ 47 h 53"/>
                  <a:gd name="T26" fmla="*/ 26 w 48"/>
                  <a:gd name="T27" fmla="*/ 45 h 53"/>
                  <a:gd name="T28" fmla="*/ 27 w 48"/>
                  <a:gd name="T29" fmla="*/ 46 h 53"/>
                  <a:gd name="T30" fmla="*/ 28 w 48"/>
                  <a:gd name="T31" fmla="*/ 49 h 53"/>
                  <a:gd name="T32" fmla="*/ 28 w 48"/>
                  <a:gd name="T33" fmla="*/ 53 h 53"/>
                  <a:gd name="T34" fmla="*/ 31 w 48"/>
                  <a:gd name="T35" fmla="*/ 50 h 53"/>
                  <a:gd name="T36" fmla="*/ 29 w 48"/>
                  <a:gd name="T37" fmla="*/ 45 h 53"/>
                  <a:gd name="T38" fmla="*/ 32 w 48"/>
                  <a:gd name="T39" fmla="*/ 43 h 53"/>
                  <a:gd name="T40" fmla="*/ 34 w 48"/>
                  <a:gd name="T41" fmla="*/ 42 h 53"/>
                  <a:gd name="T42" fmla="*/ 29 w 48"/>
                  <a:gd name="T43" fmla="*/ 39 h 53"/>
                  <a:gd name="T44" fmla="*/ 27 w 48"/>
                  <a:gd name="T45" fmla="*/ 39 h 53"/>
                  <a:gd name="T46" fmla="*/ 36 w 48"/>
                  <a:gd name="T47" fmla="*/ 32 h 53"/>
                  <a:gd name="T48" fmla="*/ 26 w 48"/>
                  <a:gd name="T49" fmla="*/ 32 h 53"/>
                  <a:gd name="T50" fmla="*/ 40 w 48"/>
                  <a:gd name="T51" fmla="*/ 3 h 53"/>
                  <a:gd name="T52" fmla="*/ 36 w 48"/>
                  <a:gd name="T53" fmla="*/ 23 h 53"/>
                  <a:gd name="T54" fmla="*/ 38 w 48"/>
                  <a:gd name="T55" fmla="*/ 21 h 53"/>
                  <a:gd name="T56" fmla="*/ 40 w 48"/>
                  <a:gd name="T57" fmla="*/ 20 h 53"/>
                  <a:gd name="T58" fmla="*/ 42 w 48"/>
                  <a:gd name="T59" fmla="*/ 17 h 53"/>
                  <a:gd name="T60" fmla="*/ 41 w 48"/>
                  <a:gd name="T61" fmla="*/ 21 h 53"/>
                  <a:gd name="T62" fmla="*/ 39 w 48"/>
                  <a:gd name="T63" fmla="*/ 22 h 53"/>
                  <a:gd name="T64" fmla="*/ 39 w 48"/>
                  <a:gd name="T65" fmla="*/ 25 h 53"/>
                  <a:gd name="T66" fmla="*/ 36 w 48"/>
                  <a:gd name="T67" fmla="*/ 23 h 53"/>
                  <a:gd name="T68" fmla="*/ 44 w 48"/>
                  <a:gd name="T69" fmla="*/ 9 h 53"/>
                  <a:gd name="T70" fmla="*/ 44 w 48"/>
                  <a:gd name="T71" fmla="*/ 12 h 53"/>
                  <a:gd name="T72" fmla="*/ 44 w 48"/>
                  <a:gd name="T73" fmla="*/ 16 h 53"/>
                  <a:gd name="T74" fmla="*/ 48 w 48"/>
                  <a:gd name="T75" fmla="*/ 16 h 53"/>
                  <a:gd name="T76" fmla="*/ 47 w 48"/>
                  <a:gd name="T77" fmla="*/ 13 h 53"/>
                  <a:gd name="T78" fmla="*/ 46 w 48"/>
                  <a:gd name="T79" fmla="*/ 12 h 53"/>
                  <a:gd name="T80" fmla="*/ 46 w 48"/>
                  <a:gd name="T81" fmla="*/ 11 h 53"/>
                  <a:gd name="T82" fmla="*/ 44 w 48"/>
                  <a:gd name="T83" fmla="*/ 9 h 53"/>
                  <a:gd name="T84" fmla="*/ 25 w 48"/>
                  <a:gd name="T85" fmla="*/ 44 h 53"/>
                  <a:gd name="T86" fmla="*/ 20 w 48"/>
                  <a:gd name="T87" fmla="*/ 44 h 53"/>
                  <a:gd name="T88" fmla="*/ 24 w 48"/>
                  <a:gd name="T89" fmla="*/ 40 h 53"/>
                  <a:gd name="T90" fmla="*/ 25 w 48"/>
                  <a:gd name="T91" fmla="*/ 41 h 53"/>
                  <a:gd name="T92" fmla="*/ 25 w 48"/>
                  <a:gd name="T93" fmla="*/ 42 h 53"/>
                  <a:gd name="T94" fmla="*/ 25 w 48"/>
                  <a:gd name="T95" fmla="*/ 44 h 53"/>
                  <a:gd name="T96" fmla="*/ 28 w 48"/>
                  <a:gd name="T97" fmla="*/ 41 h 53"/>
                  <a:gd name="T98" fmla="*/ 29 w 48"/>
                  <a:gd name="T99" fmla="*/ 42 h 53"/>
                  <a:gd name="T100" fmla="*/ 28 w 48"/>
                  <a:gd name="T101" fmla="*/ 43 h 53"/>
                  <a:gd name="T102" fmla="*/ 27 w 48"/>
                  <a:gd name="T103" fmla="*/ 42 h 53"/>
                  <a:gd name="T104" fmla="*/ 28 w 48"/>
                  <a:gd name="T105" fmla="*/ 4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 h="53">
                    <a:moveTo>
                      <a:pt x="40" y="3"/>
                    </a:moveTo>
                    <a:cubicBezTo>
                      <a:pt x="39" y="0"/>
                      <a:pt x="38" y="2"/>
                      <a:pt x="37" y="4"/>
                    </a:cubicBezTo>
                    <a:cubicBezTo>
                      <a:pt x="37" y="6"/>
                      <a:pt x="37" y="8"/>
                      <a:pt x="37" y="10"/>
                    </a:cubicBezTo>
                    <a:cubicBezTo>
                      <a:pt x="35" y="15"/>
                      <a:pt x="32" y="19"/>
                      <a:pt x="29" y="23"/>
                    </a:cubicBezTo>
                    <a:cubicBezTo>
                      <a:pt x="27" y="26"/>
                      <a:pt x="25" y="32"/>
                      <a:pt x="20" y="34"/>
                    </a:cubicBezTo>
                    <a:cubicBezTo>
                      <a:pt x="15" y="36"/>
                      <a:pt x="6" y="36"/>
                      <a:pt x="4" y="37"/>
                    </a:cubicBezTo>
                    <a:cubicBezTo>
                      <a:pt x="2" y="37"/>
                      <a:pt x="2" y="38"/>
                      <a:pt x="2" y="38"/>
                    </a:cubicBezTo>
                    <a:cubicBezTo>
                      <a:pt x="1" y="39"/>
                      <a:pt x="1" y="39"/>
                      <a:pt x="0" y="40"/>
                    </a:cubicBezTo>
                    <a:cubicBezTo>
                      <a:pt x="2" y="41"/>
                      <a:pt x="4" y="42"/>
                      <a:pt x="7" y="41"/>
                    </a:cubicBezTo>
                    <a:cubicBezTo>
                      <a:pt x="11" y="41"/>
                      <a:pt x="16" y="39"/>
                      <a:pt x="23" y="36"/>
                    </a:cubicBezTo>
                    <a:cubicBezTo>
                      <a:pt x="24" y="35"/>
                      <a:pt x="25" y="35"/>
                      <a:pt x="26" y="35"/>
                    </a:cubicBezTo>
                    <a:cubicBezTo>
                      <a:pt x="23" y="40"/>
                      <a:pt x="14" y="44"/>
                      <a:pt x="14" y="47"/>
                    </a:cubicBezTo>
                    <a:cubicBezTo>
                      <a:pt x="15" y="49"/>
                      <a:pt x="17" y="48"/>
                      <a:pt x="19" y="47"/>
                    </a:cubicBezTo>
                    <a:cubicBezTo>
                      <a:pt x="21" y="46"/>
                      <a:pt x="24" y="46"/>
                      <a:pt x="26" y="45"/>
                    </a:cubicBezTo>
                    <a:cubicBezTo>
                      <a:pt x="26" y="45"/>
                      <a:pt x="26" y="46"/>
                      <a:pt x="27" y="46"/>
                    </a:cubicBezTo>
                    <a:cubicBezTo>
                      <a:pt x="27" y="47"/>
                      <a:pt x="27" y="48"/>
                      <a:pt x="28" y="49"/>
                    </a:cubicBezTo>
                    <a:cubicBezTo>
                      <a:pt x="28" y="50"/>
                      <a:pt x="28" y="52"/>
                      <a:pt x="28" y="53"/>
                    </a:cubicBezTo>
                    <a:cubicBezTo>
                      <a:pt x="30" y="52"/>
                      <a:pt x="31" y="51"/>
                      <a:pt x="31" y="50"/>
                    </a:cubicBezTo>
                    <a:cubicBezTo>
                      <a:pt x="30" y="48"/>
                      <a:pt x="28" y="46"/>
                      <a:pt x="29" y="45"/>
                    </a:cubicBezTo>
                    <a:cubicBezTo>
                      <a:pt x="29" y="44"/>
                      <a:pt x="30" y="44"/>
                      <a:pt x="32" y="43"/>
                    </a:cubicBezTo>
                    <a:cubicBezTo>
                      <a:pt x="33" y="43"/>
                      <a:pt x="34" y="43"/>
                      <a:pt x="34" y="42"/>
                    </a:cubicBezTo>
                    <a:cubicBezTo>
                      <a:pt x="36" y="39"/>
                      <a:pt x="32" y="40"/>
                      <a:pt x="29" y="39"/>
                    </a:cubicBezTo>
                    <a:cubicBezTo>
                      <a:pt x="28" y="39"/>
                      <a:pt x="27" y="40"/>
                      <a:pt x="27" y="39"/>
                    </a:cubicBezTo>
                    <a:cubicBezTo>
                      <a:pt x="27" y="36"/>
                      <a:pt x="37" y="34"/>
                      <a:pt x="36" y="32"/>
                    </a:cubicBezTo>
                    <a:cubicBezTo>
                      <a:pt x="35" y="29"/>
                      <a:pt x="26" y="34"/>
                      <a:pt x="26" y="32"/>
                    </a:cubicBezTo>
                    <a:cubicBezTo>
                      <a:pt x="33" y="21"/>
                      <a:pt x="39" y="13"/>
                      <a:pt x="40" y="3"/>
                    </a:cubicBezTo>
                    <a:close/>
                    <a:moveTo>
                      <a:pt x="36" y="23"/>
                    </a:moveTo>
                    <a:cubicBezTo>
                      <a:pt x="36" y="22"/>
                      <a:pt x="37" y="21"/>
                      <a:pt x="38" y="21"/>
                    </a:cubicBezTo>
                    <a:cubicBezTo>
                      <a:pt x="40" y="20"/>
                      <a:pt x="40" y="20"/>
                      <a:pt x="40" y="20"/>
                    </a:cubicBezTo>
                    <a:cubicBezTo>
                      <a:pt x="40" y="18"/>
                      <a:pt x="41" y="17"/>
                      <a:pt x="42" y="17"/>
                    </a:cubicBezTo>
                    <a:cubicBezTo>
                      <a:pt x="46" y="21"/>
                      <a:pt x="43" y="23"/>
                      <a:pt x="41" y="21"/>
                    </a:cubicBezTo>
                    <a:cubicBezTo>
                      <a:pt x="39" y="22"/>
                      <a:pt x="39" y="22"/>
                      <a:pt x="39" y="22"/>
                    </a:cubicBezTo>
                    <a:cubicBezTo>
                      <a:pt x="39" y="23"/>
                      <a:pt x="39" y="25"/>
                      <a:pt x="39" y="25"/>
                    </a:cubicBezTo>
                    <a:cubicBezTo>
                      <a:pt x="38" y="28"/>
                      <a:pt x="36" y="28"/>
                      <a:pt x="36" y="23"/>
                    </a:cubicBezTo>
                    <a:close/>
                    <a:moveTo>
                      <a:pt x="44" y="9"/>
                    </a:moveTo>
                    <a:cubicBezTo>
                      <a:pt x="43" y="10"/>
                      <a:pt x="43" y="11"/>
                      <a:pt x="44" y="12"/>
                    </a:cubicBezTo>
                    <a:cubicBezTo>
                      <a:pt x="44" y="14"/>
                      <a:pt x="44" y="15"/>
                      <a:pt x="44" y="16"/>
                    </a:cubicBezTo>
                    <a:cubicBezTo>
                      <a:pt x="45" y="17"/>
                      <a:pt x="48" y="18"/>
                      <a:pt x="48" y="16"/>
                    </a:cubicBezTo>
                    <a:cubicBezTo>
                      <a:pt x="48" y="15"/>
                      <a:pt x="47" y="14"/>
                      <a:pt x="47" y="13"/>
                    </a:cubicBezTo>
                    <a:cubicBezTo>
                      <a:pt x="47" y="13"/>
                      <a:pt x="46" y="12"/>
                      <a:pt x="46" y="12"/>
                    </a:cubicBezTo>
                    <a:cubicBezTo>
                      <a:pt x="46" y="12"/>
                      <a:pt x="46" y="11"/>
                      <a:pt x="46" y="11"/>
                    </a:cubicBezTo>
                    <a:cubicBezTo>
                      <a:pt x="45" y="10"/>
                      <a:pt x="45" y="10"/>
                      <a:pt x="44" y="9"/>
                    </a:cubicBezTo>
                    <a:close/>
                    <a:moveTo>
                      <a:pt x="25" y="44"/>
                    </a:moveTo>
                    <a:cubicBezTo>
                      <a:pt x="23" y="45"/>
                      <a:pt x="20" y="45"/>
                      <a:pt x="20" y="44"/>
                    </a:cubicBezTo>
                    <a:cubicBezTo>
                      <a:pt x="24" y="40"/>
                      <a:pt x="24" y="40"/>
                      <a:pt x="24" y="40"/>
                    </a:cubicBezTo>
                    <a:cubicBezTo>
                      <a:pt x="24" y="40"/>
                      <a:pt x="25" y="40"/>
                      <a:pt x="25" y="41"/>
                    </a:cubicBezTo>
                    <a:cubicBezTo>
                      <a:pt x="25" y="42"/>
                      <a:pt x="25" y="42"/>
                      <a:pt x="25" y="42"/>
                    </a:cubicBezTo>
                    <a:cubicBezTo>
                      <a:pt x="25" y="44"/>
                      <a:pt x="25" y="44"/>
                      <a:pt x="25" y="44"/>
                    </a:cubicBezTo>
                    <a:close/>
                    <a:moveTo>
                      <a:pt x="28" y="41"/>
                    </a:moveTo>
                    <a:cubicBezTo>
                      <a:pt x="29" y="41"/>
                      <a:pt x="29" y="42"/>
                      <a:pt x="29" y="42"/>
                    </a:cubicBezTo>
                    <a:cubicBezTo>
                      <a:pt x="30" y="42"/>
                      <a:pt x="29" y="43"/>
                      <a:pt x="28" y="43"/>
                    </a:cubicBezTo>
                    <a:cubicBezTo>
                      <a:pt x="28" y="43"/>
                      <a:pt x="27" y="43"/>
                      <a:pt x="27" y="42"/>
                    </a:cubicBezTo>
                    <a:cubicBezTo>
                      <a:pt x="27" y="42"/>
                      <a:pt x="28" y="41"/>
                      <a:pt x="28"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4" name="îšlîďè"/>
              <p:cNvSpPr/>
              <p:nvPr/>
            </p:nvSpPr>
            <p:spPr bwMode="auto">
              <a:xfrm>
                <a:off x="3813175" y="3956050"/>
                <a:ext cx="128588" cy="161925"/>
              </a:xfrm>
              <a:custGeom>
                <a:avLst/>
                <a:gdLst>
                  <a:gd name="T0" fmla="*/ 27 w 39"/>
                  <a:gd name="T1" fmla="*/ 1 h 49"/>
                  <a:gd name="T2" fmla="*/ 31 w 39"/>
                  <a:gd name="T3" fmla="*/ 3 h 49"/>
                  <a:gd name="T4" fmla="*/ 30 w 39"/>
                  <a:gd name="T5" fmla="*/ 7 h 49"/>
                  <a:gd name="T6" fmla="*/ 34 w 39"/>
                  <a:gd name="T7" fmla="*/ 7 h 49"/>
                  <a:gd name="T8" fmla="*/ 36 w 39"/>
                  <a:gd name="T9" fmla="*/ 10 h 49"/>
                  <a:gd name="T10" fmla="*/ 29 w 39"/>
                  <a:gd name="T11" fmla="*/ 16 h 49"/>
                  <a:gd name="T12" fmla="*/ 28 w 39"/>
                  <a:gd name="T13" fmla="*/ 15 h 49"/>
                  <a:gd name="T14" fmla="*/ 29 w 39"/>
                  <a:gd name="T15" fmla="*/ 14 h 49"/>
                  <a:gd name="T16" fmla="*/ 32 w 39"/>
                  <a:gd name="T17" fmla="*/ 10 h 49"/>
                  <a:gd name="T18" fmla="*/ 30 w 39"/>
                  <a:gd name="T19" fmla="*/ 9 h 49"/>
                  <a:gd name="T20" fmla="*/ 27 w 39"/>
                  <a:gd name="T21" fmla="*/ 11 h 49"/>
                  <a:gd name="T22" fmla="*/ 25 w 39"/>
                  <a:gd name="T23" fmla="*/ 17 h 49"/>
                  <a:gd name="T24" fmla="*/ 23 w 39"/>
                  <a:gd name="T25" fmla="*/ 20 h 49"/>
                  <a:gd name="T26" fmla="*/ 28 w 39"/>
                  <a:gd name="T27" fmla="*/ 20 h 49"/>
                  <a:gd name="T28" fmla="*/ 38 w 39"/>
                  <a:gd name="T29" fmla="*/ 18 h 49"/>
                  <a:gd name="T30" fmla="*/ 38 w 39"/>
                  <a:gd name="T31" fmla="*/ 21 h 49"/>
                  <a:gd name="T32" fmla="*/ 36 w 39"/>
                  <a:gd name="T33" fmla="*/ 21 h 49"/>
                  <a:gd name="T34" fmla="*/ 31 w 39"/>
                  <a:gd name="T35" fmla="*/ 21 h 49"/>
                  <a:gd name="T36" fmla="*/ 22 w 39"/>
                  <a:gd name="T37" fmla="*/ 23 h 49"/>
                  <a:gd name="T38" fmla="*/ 19 w 39"/>
                  <a:gd name="T39" fmla="*/ 29 h 49"/>
                  <a:gd name="T40" fmla="*/ 21 w 39"/>
                  <a:gd name="T41" fmla="*/ 30 h 49"/>
                  <a:gd name="T42" fmla="*/ 24 w 39"/>
                  <a:gd name="T43" fmla="*/ 24 h 49"/>
                  <a:gd name="T44" fmla="*/ 26 w 39"/>
                  <a:gd name="T45" fmla="*/ 26 h 49"/>
                  <a:gd name="T46" fmla="*/ 26 w 39"/>
                  <a:gd name="T47" fmla="*/ 27 h 49"/>
                  <a:gd name="T48" fmla="*/ 24 w 39"/>
                  <a:gd name="T49" fmla="*/ 32 h 49"/>
                  <a:gd name="T50" fmla="*/ 27 w 39"/>
                  <a:gd name="T51" fmla="*/ 34 h 49"/>
                  <a:gd name="T52" fmla="*/ 23 w 39"/>
                  <a:gd name="T53" fmla="*/ 36 h 49"/>
                  <a:gd name="T54" fmla="*/ 21 w 39"/>
                  <a:gd name="T55" fmla="*/ 35 h 49"/>
                  <a:gd name="T56" fmla="*/ 1 w 39"/>
                  <a:gd name="T57" fmla="*/ 46 h 49"/>
                  <a:gd name="T58" fmla="*/ 18 w 39"/>
                  <a:gd name="T59" fmla="*/ 35 h 49"/>
                  <a:gd name="T60" fmla="*/ 19 w 39"/>
                  <a:gd name="T61" fmla="*/ 34 h 49"/>
                  <a:gd name="T62" fmla="*/ 17 w 39"/>
                  <a:gd name="T63" fmla="*/ 33 h 49"/>
                  <a:gd name="T64" fmla="*/ 16 w 39"/>
                  <a:gd name="T65" fmla="*/ 31 h 49"/>
                  <a:gd name="T66" fmla="*/ 18 w 39"/>
                  <a:gd name="T67" fmla="*/ 25 h 49"/>
                  <a:gd name="T68" fmla="*/ 13 w 39"/>
                  <a:gd name="T69" fmla="*/ 26 h 49"/>
                  <a:gd name="T70" fmla="*/ 5 w 39"/>
                  <a:gd name="T71" fmla="*/ 29 h 49"/>
                  <a:gd name="T72" fmla="*/ 3 w 39"/>
                  <a:gd name="T73" fmla="*/ 30 h 49"/>
                  <a:gd name="T74" fmla="*/ 2 w 39"/>
                  <a:gd name="T75" fmla="*/ 30 h 49"/>
                  <a:gd name="T76" fmla="*/ 1 w 39"/>
                  <a:gd name="T77" fmla="*/ 27 h 49"/>
                  <a:gd name="T78" fmla="*/ 4 w 39"/>
                  <a:gd name="T79" fmla="*/ 26 h 49"/>
                  <a:gd name="T80" fmla="*/ 12 w 39"/>
                  <a:gd name="T81" fmla="*/ 24 h 49"/>
                  <a:gd name="T82" fmla="*/ 20 w 39"/>
                  <a:gd name="T83" fmla="*/ 21 h 49"/>
                  <a:gd name="T84" fmla="*/ 23 w 39"/>
                  <a:gd name="T85" fmla="*/ 15 h 49"/>
                  <a:gd name="T86" fmla="*/ 22 w 39"/>
                  <a:gd name="T87" fmla="*/ 13 h 49"/>
                  <a:gd name="T88" fmla="*/ 19 w 39"/>
                  <a:gd name="T89" fmla="*/ 16 h 49"/>
                  <a:gd name="T90" fmla="*/ 18 w 39"/>
                  <a:gd name="T91" fmla="*/ 18 h 49"/>
                  <a:gd name="T92" fmla="*/ 16 w 39"/>
                  <a:gd name="T93" fmla="*/ 16 h 49"/>
                  <a:gd name="T94" fmla="*/ 17 w 39"/>
                  <a:gd name="T95" fmla="*/ 10 h 49"/>
                  <a:gd name="T96" fmla="*/ 19 w 39"/>
                  <a:gd name="T97" fmla="*/ 9 h 49"/>
                  <a:gd name="T98" fmla="*/ 19 w 39"/>
                  <a:gd name="T99" fmla="*/ 12 h 49"/>
                  <a:gd name="T100" fmla="*/ 25 w 39"/>
                  <a:gd name="T101" fmla="*/ 10 h 49"/>
                  <a:gd name="T102" fmla="*/ 27 w 39"/>
                  <a:gd name="T103" fmla="*/ 6 h 49"/>
                  <a:gd name="T104" fmla="*/ 28 w 39"/>
                  <a:gd name="T105" fmla="*/ 2 h 49"/>
                  <a:gd name="T106" fmla="*/ 27 w 39"/>
                  <a:gd name="T10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9" h="49">
                    <a:moveTo>
                      <a:pt x="27" y="1"/>
                    </a:moveTo>
                    <a:cubicBezTo>
                      <a:pt x="29" y="0"/>
                      <a:pt x="31" y="1"/>
                      <a:pt x="31" y="3"/>
                    </a:cubicBezTo>
                    <a:cubicBezTo>
                      <a:pt x="30" y="7"/>
                      <a:pt x="30" y="7"/>
                      <a:pt x="30" y="7"/>
                    </a:cubicBezTo>
                    <a:cubicBezTo>
                      <a:pt x="30" y="8"/>
                      <a:pt x="32" y="7"/>
                      <a:pt x="34" y="7"/>
                    </a:cubicBezTo>
                    <a:cubicBezTo>
                      <a:pt x="35" y="8"/>
                      <a:pt x="36" y="9"/>
                      <a:pt x="36" y="10"/>
                    </a:cubicBezTo>
                    <a:cubicBezTo>
                      <a:pt x="29" y="16"/>
                      <a:pt x="29" y="16"/>
                      <a:pt x="29" y="16"/>
                    </a:cubicBezTo>
                    <a:cubicBezTo>
                      <a:pt x="28" y="17"/>
                      <a:pt x="27" y="15"/>
                      <a:pt x="28" y="15"/>
                    </a:cubicBezTo>
                    <a:cubicBezTo>
                      <a:pt x="28" y="14"/>
                      <a:pt x="28" y="14"/>
                      <a:pt x="29" y="14"/>
                    </a:cubicBezTo>
                    <a:cubicBezTo>
                      <a:pt x="32" y="10"/>
                      <a:pt x="32" y="10"/>
                      <a:pt x="32" y="10"/>
                    </a:cubicBezTo>
                    <a:cubicBezTo>
                      <a:pt x="33" y="8"/>
                      <a:pt x="31" y="8"/>
                      <a:pt x="30" y="9"/>
                    </a:cubicBezTo>
                    <a:cubicBezTo>
                      <a:pt x="28" y="9"/>
                      <a:pt x="28" y="10"/>
                      <a:pt x="27" y="11"/>
                    </a:cubicBezTo>
                    <a:cubicBezTo>
                      <a:pt x="25" y="17"/>
                      <a:pt x="25" y="17"/>
                      <a:pt x="25" y="17"/>
                    </a:cubicBezTo>
                    <a:cubicBezTo>
                      <a:pt x="24" y="19"/>
                      <a:pt x="23" y="20"/>
                      <a:pt x="23" y="20"/>
                    </a:cubicBezTo>
                    <a:cubicBezTo>
                      <a:pt x="24" y="21"/>
                      <a:pt x="26" y="20"/>
                      <a:pt x="28" y="20"/>
                    </a:cubicBezTo>
                    <a:cubicBezTo>
                      <a:pt x="32" y="18"/>
                      <a:pt x="36" y="17"/>
                      <a:pt x="38" y="18"/>
                    </a:cubicBezTo>
                    <a:cubicBezTo>
                      <a:pt x="39" y="19"/>
                      <a:pt x="39" y="20"/>
                      <a:pt x="38" y="21"/>
                    </a:cubicBezTo>
                    <a:cubicBezTo>
                      <a:pt x="37" y="21"/>
                      <a:pt x="36" y="21"/>
                      <a:pt x="36" y="21"/>
                    </a:cubicBezTo>
                    <a:cubicBezTo>
                      <a:pt x="33" y="22"/>
                      <a:pt x="31" y="22"/>
                      <a:pt x="31" y="21"/>
                    </a:cubicBezTo>
                    <a:cubicBezTo>
                      <a:pt x="27" y="21"/>
                      <a:pt x="25" y="22"/>
                      <a:pt x="22" y="23"/>
                    </a:cubicBezTo>
                    <a:cubicBezTo>
                      <a:pt x="19" y="29"/>
                      <a:pt x="19" y="29"/>
                      <a:pt x="19" y="29"/>
                    </a:cubicBezTo>
                    <a:cubicBezTo>
                      <a:pt x="18" y="31"/>
                      <a:pt x="21" y="32"/>
                      <a:pt x="21" y="30"/>
                    </a:cubicBezTo>
                    <a:cubicBezTo>
                      <a:pt x="24" y="24"/>
                      <a:pt x="24" y="24"/>
                      <a:pt x="24" y="24"/>
                    </a:cubicBezTo>
                    <a:cubicBezTo>
                      <a:pt x="26" y="26"/>
                      <a:pt x="26" y="26"/>
                      <a:pt x="26" y="26"/>
                    </a:cubicBezTo>
                    <a:cubicBezTo>
                      <a:pt x="27" y="26"/>
                      <a:pt x="27" y="27"/>
                      <a:pt x="26" y="27"/>
                    </a:cubicBezTo>
                    <a:cubicBezTo>
                      <a:pt x="24" y="32"/>
                      <a:pt x="24" y="32"/>
                      <a:pt x="24" y="32"/>
                    </a:cubicBezTo>
                    <a:cubicBezTo>
                      <a:pt x="23" y="32"/>
                      <a:pt x="25" y="33"/>
                      <a:pt x="27" y="34"/>
                    </a:cubicBezTo>
                    <a:cubicBezTo>
                      <a:pt x="28" y="35"/>
                      <a:pt x="27" y="38"/>
                      <a:pt x="23" y="36"/>
                    </a:cubicBezTo>
                    <a:cubicBezTo>
                      <a:pt x="23" y="35"/>
                      <a:pt x="22" y="35"/>
                      <a:pt x="21" y="35"/>
                    </a:cubicBezTo>
                    <a:cubicBezTo>
                      <a:pt x="12" y="46"/>
                      <a:pt x="4" y="49"/>
                      <a:pt x="1" y="46"/>
                    </a:cubicBezTo>
                    <a:cubicBezTo>
                      <a:pt x="7" y="45"/>
                      <a:pt x="13" y="42"/>
                      <a:pt x="18" y="35"/>
                    </a:cubicBezTo>
                    <a:cubicBezTo>
                      <a:pt x="18" y="35"/>
                      <a:pt x="19" y="34"/>
                      <a:pt x="19" y="34"/>
                    </a:cubicBezTo>
                    <a:cubicBezTo>
                      <a:pt x="18" y="33"/>
                      <a:pt x="18" y="33"/>
                      <a:pt x="17" y="33"/>
                    </a:cubicBezTo>
                    <a:cubicBezTo>
                      <a:pt x="17" y="33"/>
                      <a:pt x="16" y="32"/>
                      <a:pt x="16" y="31"/>
                    </a:cubicBezTo>
                    <a:cubicBezTo>
                      <a:pt x="16" y="30"/>
                      <a:pt x="17" y="28"/>
                      <a:pt x="18" y="25"/>
                    </a:cubicBezTo>
                    <a:cubicBezTo>
                      <a:pt x="18" y="24"/>
                      <a:pt x="16" y="25"/>
                      <a:pt x="13" y="26"/>
                    </a:cubicBezTo>
                    <a:cubicBezTo>
                      <a:pt x="11" y="26"/>
                      <a:pt x="8" y="27"/>
                      <a:pt x="5" y="29"/>
                    </a:cubicBezTo>
                    <a:cubicBezTo>
                      <a:pt x="5" y="29"/>
                      <a:pt x="4" y="30"/>
                      <a:pt x="3" y="30"/>
                    </a:cubicBezTo>
                    <a:cubicBezTo>
                      <a:pt x="2" y="31"/>
                      <a:pt x="2" y="30"/>
                      <a:pt x="2" y="30"/>
                    </a:cubicBezTo>
                    <a:cubicBezTo>
                      <a:pt x="2" y="29"/>
                      <a:pt x="1" y="28"/>
                      <a:pt x="1" y="27"/>
                    </a:cubicBezTo>
                    <a:cubicBezTo>
                      <a:pt x="0" y="26"/>
                      <a:pt x="3" y="26"/>
                      <a:pt x="4" y="26"/>
                    </a:cubicBezTo>
                    <a:cubicBezTo>
                      <a:pt x="12" y="24"/>
                      <a:pt x="12" y="24"/>
                      <a:pt x="12" y="24"/>
                    </a:cubicBezTo>
                    <a:cubicBezTo>
                      <a:pt x="14" y="23"/>
                      <a:pt x="19" y="22"/>
                      <a:pt x="20" y="21"/>
                    </a:cubicBezTo>
                    <a:cubicBezTo>
                      <a:pt x="23" y="15"/>
                      <a:pt x="23" y="15"/>
                      <a:pt x="23" y="15"/>
                    </a:cubicBezTo>
                    <a:cubicBezTo>
                      <a:pt x="24" y="14"/>
                      <a:pt x="24" y="12"/>
                      <a:pt x="22" y="13"/>
                    </a:cubicBezTo>
                    <a:cubicBezTo>
                      <a:pt x="21" y="14"/>
                      <a:pt x="19" y="15"/>
                      <a:pt x="19" y="16"/>
                    </a:cubicBezTo>
                    <a:cubicBezTo>
                      <a:pt x="18" y="16"/>
                      <a:pt x="18" y="17"/>
                      <a:pt x="18" y="18"/>
                    </a:cubicBezTo>
                    <a:cubicBezTo>
                      <a:pt x="16" y="19"/>
                      <a:pt x="15" y="19"/>
                      <a:pt x="16" y="16"/>
                    </a:cubicBezTo>
                    <a:cubicBezTo>
                      <a:pt x="16" y="14"/>
                      <a:pt x="17" y="12"/>
                      <a:pt x="17" y="10"/>
                    </a:cubicBezTo>
                    <a:cubicBezTo>
                      <a:pt x="17" y="7"/>
                      <a:pt x="18" y="6"/>
                      <a:pt x="19" y="9"/>
                    </a:cubicBezTo>
                    <a:cubicBezTo>
                      <a:pt x="19" y="10"/>
                      <a:pt x="19" y="11"/>
                      <a:pt x="19" y="12"/>
                    </a:cubicBezTo>
                    <a:cubicBezTo>
                      <a:pt x="18" y="15"/>
                      <a:pt x="24" y="11"/>
                      <a:pt x="25" y="10"/>
                    </a:cubicBezTo>
                    <a:cubicBezTo>
                      <a:pt x="26" y="9"/>
                      <a:pt x="26" y="7"/>
                      <a:pt x="27" y="6"/>
                    </a:cubicBezTo>
                    <a:cubicBezTo>
                      <a:pt x="27" y="5"/>
                      <a:pt x="28" y="3"/>
                      <a:pt x="28" y="2"/>
                    </a:cubicBezTo>
                    <a:cubicBezTo>
                      <a:pt x="28" y="2"/>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5" name="ïşliďe"/>
              <p:cNvSpPr/>
              <p:nvPr/>
            </p:nvSpPr>
            <p:spPr bwMode="auto">
              <a:xfrm>
                <a:off x="4100513" y="3965575"/>
                <a:ext cx="88900" cy="139700"/>
              </a:xfrm>
              <a:custGeom>
                <a:avLst/>
                <a:gdLst>
                  <a:gd name="T0" fmla="*/ 4 w 27"/>
                  <a:gd name="T1" fmla="*/ 18 h 42"/>
                  <a:gd name="T2" fmla="*/ 11 w 27"/>
                  <a:gd name="T3" fmla="*/ 13 h 42"/>
                  <a:gd name="T4" fmla="*/ 12 w 27"/>
                  <a:gd name="T5" fmla="*/ 4 h 42"/>
                  <a:gd name="T6" fmla="*/ 12 w 27"/>
                  <a:gd name="T7" fmla="*/ 2 h 42"/>
                  <a:gd name="T8" fmla="*/ 13 w 27"/>
                  <a:gd name="T9" fmla="*/ 0 h 42"/>
                  <a:gd name="T10" fmla="*/ 15 w 27"/>
                  <a:gd name="T11" fmla="*/ 11 h 42"/>
                  <a:gd name="T12" fmla="*/ 17 w 27"/>
                  <a:gd name="T13" fmla="*/ 9 h 42"/>
                  <a:gd name="T14" fmla="*/ 19 w 27"/>
                  <a:gd name="T15" fmla="*/ 10 h 42"/>
                  <a:gd name="T16" fmla="*/ 14 w 27"/>
                  <a:gd name="T17" fmla="*/ 15 h 42"/>
                  <a:gd name="T18" fmla="*/ 14 w 27"/>
                  <a:gd name="T19" fmla="*/ 18 h 42"/>
                  <a:gd name="T20" fmla="*/ 13 w 27"/>
                  <a:gd name="T21" fmla="*/ 21 h 42"/>
                  <a:gd name="T22" fmla="*/ 15 w 27"/>
                  <a:gd name="T23" fmla="*/ 23 h 42"/>
                  <a:gd name="T24" fmla="*/ 27 w 27"/>
                  <a:gd name="T25" fmla="*/ 25 h 42"/>
                  <a:gd name="T26" fmla="*/ 23 w 27"/>
                  <a:gd name="T27" fmla="*/ 30 h 42"/>
                  <a:gd name="T28" fmla="*/ 13 w 27"/>
                  <a:gd name="T29" fmla="*/ 23 h 42"/>
                  <a:gd name="T30" fmla="*/ 12 w 27"/>
                  <a:gd name="T31" fmla="*/ 24 h 42"/>
                  <a:gd name="T32" fmla="*/ 0 w 27"/>
                  <a:gd name="T33" fmla="*/ 42 h 42"/>
                  <a:gd name="T34" fmla="*/ 10 w 27"/>
                  <a:gd name="T35" fmla="*/ 20 h 42"/>
                  <a:gd name="T36" fmla="*/ 4 w 27"/>
                  <a:gd name="T37" fmla="*/ 1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42">
                    <a:moveTo>
                      <a:pt x="4" y="18"/>
                    </a:moveTo>
                    <a:cubicBezTo>
                      <a:pt x="6" y="17"/>
                      <a:pt x="9" y="16"/>
                      <a:pt x="11" y="13"/>
                    </a:cubicBezTo>
                    <a:cubicBezTo>
                      <a:pt x="12" y="4"/>
                      <a:pt x="12" y="4"/>
                      <a:pt x="12" y="4"/>
                    </a:cubicBezTo>
                    <a:cubicBezTo>
                      <a:pt x="12" y="4"/>
                      <a:pt x="12" y="3"/>
                      <a:pt x="12" y="2"/>
                    </a:cubicBezTo>
                    <a:cubicBezTo>
                      <a:pt x="12" y="1"/>
                      <a:pt x="12" y="0"/>
                      <a:pt x="13" y="0"/>
                    </a:cubicBezTo>
                    <a:cubicBezTo>
                      <a:pt x="16" y="0"/>
                      <a:pt x="15" y="5"/>
                      <a:pt x="15" y="11"/>
                    </a:cubicBezTo>
                    <a:cubicBezTo>
                      <a:pt x="17" y="11"/>
                      <a:pt x="16" y="10"/>
                      <a:pt x="17" y="9"/>
                    </a:cubicBezTo>
                    <a:cubicBezTo>
                      <a:pt x="18" y="9"/>
                      <a:pt x="19" y="9"/>
                      <a:pt x="19" y="10"/>
                    </a:cubicBezTo>
                    <a:cubicBezTo>
                      <a:pt x="20" y="11"/>
                      <a:pt x="19" y="12"/>
                      <a:pt x="14" y="15"/>
                    </a:cubicBezTo>
                    <a:cubicBezTo>
                      <a:pt x="14" y="15"/>
                      <a:pt x="14" y="16"/>
                      <a:pt x="14" y="18"/>
                    </a:cubicBezTo>
                    <a:cubicBezTo>
                      <a:pt x="14" y="19"/>
                      <a:pt x="13" y="20"/>
                      <a:pt x="13" y="21"/>
                    </a:cubicBezTo>
                    <a:cubicBezTo>
                      <a:pt x="13" y="22"/>
                      <a:pt x="14" y="23"/>
                      <a:pt x="15" y="23"/>
                    </a:cubicBezTo>
                    <a:cubicBezTo>
                      <a:pt x="20" y="26"/>
                      <a:pt x="24" y="27"/>
                      <a:pt x="27" y="25"/>
                    </a:cubicBezTo>
                    <a:cubicBezTo>
                      <a:pt x="26" y="28"/>
                      <a:pt x="24" y="30"/>
                      <a:pt x="23" y="30"/>
                    </a:cubicBezTo>
                    <a:cubicBezTo>
                      <a:pt x="20" y="30"/>
                      <a:pt x="18" y="28"/>
                      <a:pt x="13" y="23"/>
                    </a:cubicBezTo>
                    <a:cubicBezTo>
                      <a:pt x="12" y="23"/>
                      <a:pt x="12" y="24"/>
                      <a:pt x="12" y="24"/>
                    </a:cubicBezTo>
                    <a:cubicBezTo>
                      <a:pt x="10" y="33"/>
                      <a:pt x="5" y="38"/>
                      <a:pt x="0" y="42"/>
                    </a:cubicBezTo>
                    <a:cubicBezTo>
                      <a:pt x="4" y="35"/>
                      <a:pt x="8" y="28"/>
                      <a:pt x="10" y="20"/>
                    </a:cubicBezTo>
                    <a:cubicBezTo>
                      <a:pt x="11" y="16"/>
                      <a:pt x="7" y="21"/>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6" name="íśļíḑè"/>
              <p:cNvSpPr/>
              <p:nvPr/>
            </p:nvSpPr>
            <p:spPr bwMode="auto">
              <a:xfrm>
                <a:off x="4340225" y="3941763"/>
                <a:ext cx="17463" cy="42863"/>
              </a:xfrm>
              <a:custGeom>
                <a:avLst/>
                <a:gdLst>
                  <a:gd name="T0" fmla="*/ 0 w 5"/>
                  <a:gd name="T1" fmla="*/ 0 h 13"/>
                  <a:gd name="T2" fmla="*/ 2 w 5"/>
                  <a:gd name="T3" fmla="*/ 4 h 13"/>
                  <a:gd name="T4" fmla="*/ 3 w 5"/>
                  <a:gd name="T5" fmla="*/ 8 h 13"/>
                  <a:gd name="T6" fmla="*/ 4 w 5"/>
                  <a:gd name="T7" fmla="*/ 5 h 13"/>
                  <a:gd name="T8" fmla="*/ 4 w 5"/>
                  <a:gd name="T9" fmla="*/ 4 h 13"/>
                  <a:gd name="T10" fmla="*/ 5 w 5"/>
                  <a:gd name="T11" fmla="*/ 4 h 13"/>
                  <a:gd name="T12" fmla="*/ 5 w 5"/>
                  <a:gd name="T13" fmla="*/ 11 h 13"/>
                  <a:gd name="T14" fmla="*/ 5 w 5"/>
                  <a:gd name="T15" fmla="*/ 12 h 13"/>
                  <a:gd name="T16" fmla="*/ 3 w 5"/>
                  <a:gd name="T17" fmla="*/ 12 h 13"/>
                  <a:gd name="T18" fmla="*/ 1 w 5"/>
                  <a:gd name="T19" fmla="*/ 9 h 13"/>
                  <a:gd name="T20" fmla="*/ 0 w 5"/>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 h="13">
                    <a:moveTo>
                      <a:pt x="0" y="0"/>
                    </a:moveTo>
                    <a:cubicBezTo>
                      <a:pt x="1" y="0"/>
                      <a:pt x="2" y="2"/>
                      <a:pt x="2" y="4"/>
                    </a:cubicBezTo>
                    <a:cubicBezTo>
                      <a:pt x="2" y="5"/>
                      <a:pt x="2" y="7"/>
                      <a:pt x="3" y="8"/>
                    </a:cubicBezTo>
                    <a:cubicBezTo>
                      <a:pt x="4" y="9"/>
                      <a:pt x="4" y="8"/>
                      <a:pt x="4" y="5"/>
                    </a:cubicBezTo>
                    <a:cubicBezTo>
                      <a:pt x="4" y="4"/>
                      <a:pt x="4" y="4"/>
                      <a:pt x="4" y="4"/>
                    </a:cubicBezTo>
                    <a:cubicBezTo>
                      <a:pt x="4" y="3"/>
                      <a:pt x="4" y="3"/>
                      <a:pt x="5" y="4"/>
                    </a:cubicBezTo>
                    <a:cubicBezTo>
                      <a:pt x="5" y="5"/>
                      <a:pt x="5" y="9"/>
                      <a:pt x="5" y="11"/>
                    </a:cubicBezTo>
                    <a:cubicBezTo>
                      <a:pt x="5" y="12"/>
                      <a:pt x="5" y="12"/>
                      <a:pt x="5" y="12"/>
                    </a:cubicBezTo>
                    <a:cubicBezTo>
                      <a:pt x="4" y="13"/>
                      <a:pt x="3" y="13"/>
                      <a:pt x="3" y="12"/>
                    </a:cubicBezTo>
                    <a:cubicBezTo>
                      <a:pt x="2" y="11"/>
                      <a:pt x="1" y="10"/>
                      <a:pt x="1" y="9"/>
                    </a:cubicBezTo>
                    <a:cubicBezTo>
                      <a:pt x="1" y="6"/>
                      <a:pt x="1" y="3"/>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7" name="ïṥḷíḍè"/>
              <p:cNvSpPr/>
              <p:nvPr/>
            </p:nvSpPr>
            <p:spPr bwMode="auto">
              <a:xfrm>
                <a:off x="4367213" y="3925888"/>
                <a:ext cx="52388" cy="73025"/>
              </a:xfrm>
              <a:custGeom>
                <a:avLst/>
                <a:gdLst>
                  <a:gd name="T0" fmla="*/ 1 w 16"/>
                  <a:gd name="T1" fmla="*/ 13 h 22"/>
                  <a:gd name="T2" fmla="*/ 3 w 16"/>
                  <a:gd name="T3" fmla="*/ 12 h 22"/>
                  <a:gd name="T4" fmla="*/ 7 w 16"/>
                  <a:gd name="T5" fmla="*/ 5 h 22"/>
                  <a:gd name="T6" fmla="*/ 14 w 16"/>
                  <a:gd name="T7" fmla="*/ 0 h 22"/>
                  <a:gd name="T8" fmla="*/ 8 w 16"/>
                  <a:gd name="T9" fmla="*/ 7 h 22"/>
                  <a:gd name="T10" fmla="*/ 8 w 16"/>
                  <a:gd name="T11" fmla="*/ 8 h 22"/>
                  <a:gd name="T12" fmla="*/ 8 w 16"/>
                  <a:gd name="T13" fmla="*/ 9 h 22"/>
                  <a:gd name="T14" fmla="*/ 16 w 16"/>
                  <a:gd name="T15" fmla="*/ 20 h 22"/>
                  <a:gd name="T16" fmla="*/ 14 w 16"/>
                  <a:gd name="T17" fmla="*/ 22 h 22"/>
                  <a:gd name="T18" fmla="*/ 5 w 16"/>
                  <a:gd name="T19" fmla="*/ 21 h 22"/>
                  <a:gd name="T20" fmla="*/ 12 w 16"/>
                  <a:gd name="T21" fmla="*/ 16 h 22"/>
                  <a:gd name="T22" fmla="*/ 8 w 16"/>
                  <a:gd name="T23" fmla="*/ 10 h 22"/>
                  <a:gd name="T24" fmla="*/ 7 w 16"/>
                  <a:gd name="T25" fmla="*/ 9 h 22"/>
                  <a:gd name="T26" fmla="*/ 1 w 16"/>
                  <a:gd name="T27" fmla="*/ 15 h 22"/>
                  <a:gd name="T28" fmla="*/ 1 w 16"/>
                  <a:gd name="T29" fmla="*/ 1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6" h="22">
                    <a:moveTo>
                      <a:pt x="1" y="13"/>
                    </a:moveTo>
                    <a:cubicBezTo>
                      <a:pt x="2" y="13"/>
                      <a:pt x="2" y="12"/>
                      <a:pt x="3" y="12"/>
                    </a:cubicBezTo>
                    <a:cubicBezTo>
                      <a:pt x="5" y="10"/>
                      <a:pt x="6" y="7"/>
                      <a:pt x="7" y="5"/>
                    </a:cubicBezTo>
                    <a:cubicBezTo>
                      <a:pt x="9" y="2"/>
                      <a:pt x="11" y="0"/>
                      <a:pt x="14" y="0"/>
                    </a:cubicBezTo>
                    <a:cubicBezTo>
                      <a:pt x="14" y="1"/>
                      <a:pt x="11" y="5"/>
                      <a:pt x="8" y="7"/>
                    </a:cubicBezTo>
                    <a:cubicBezTo>
                      <a:pt x="8" y="7"/>
                      <a:pt x="8" y="8"/>
                      <a:pt x="8" y="8"/>
                    </a:cubicBezTo>
                    <a:cubicBezTo>
                      <a:pt x="8" y="8"/>
                      <a:pt x="8" y="8"/>
                      <a:pt x="8" y="9"/>
                    </a:cubicBezTo>
                    <a:cubicBezTo>
                      <a:pt x="12" y="12"/>
                      <a:pt x="15" y="16"/>
                      <a:pt x="16" y="20"/>
                    </a:cubicBezTo>
                    <a:cubicBezTo>
                      <a:pt x="16" y="22"/>
                      <a:pt x="15" y="21"/>
                      <a:pt x="14" y="22"/>
                    </a:cubicBezTo>
                    <a:cubicBezTo>
                      <a:pt x="5" y="21"/>
                      <a:pt x="5" y="21"/>
                      <a:pt x="5" y="21"/>
                    </a:cubicBezTo>
                    <a:cubicBezTo>
                      <a:pt x="6" y="19"/>
                      <a:pt x="13" y="20"/>
                      <a:pt x="12" y="16"/>
                    </a:cubicBezTo>
                    <a:cubicBezTo>
                      <a:pt x="11" y="14"/>
                      <a:pt x="10" y="12"/>
                      <a:pt x="8" y="10"/>
                    </a:cubicBezTo>
                    <a:cubicBezTo>
                      <a:pt x="8" y="10"/>
                      <a:pt x="7" y="9"/>
                      <a:pt x="7" y="9"/>
                    </a:cubicBezTo>
                    <a:cubicBezTo>
                      <a:pt x="5" y="11"/>
                      <a:pt x="3" y="16"/>
                      <a:pt x="1" y="15"/>
                    </a:cubicBezTo>
                    <a:cubicBezTo>
                      <a:pt x="0" y="15"/>
                      <a:pt x="0" y="14"/>
                      <a:pt x="1"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8" name="ïSḻiḓe"/>
              <p:cNvSpPr/>
              <p:nvPr/>
            </p:nvSpPr>
            <p:spPr bwMode="auto">
              <a:xfrm>
                <a:off x="4318000" y="3908425"/>
                <a:ext cx="26988" cy="23813"/>
              </a:xfrm>
              <a:custGeom>
                <a:avLst/>
                <a:gdLst>
                  <a:gd name="T0" fmla="*/ 1 w 8"/>
                  <a:gd name="T1" fmla="*/ 0 h 7"/>
                  <a:gd name="T2" fmla="*/ 5 w 8"/>
                  <a:gd name="T3" fmla="*/ 2 h 7"/>
                  <a:gd name="T4" fmla="*/ 7 w 8"/>
                  <a:gd name="T5" fmla="*/ 4 h 7"/>
                  <a:gd name="T6" fmla="*/ 7 w 8"/>
                  <a:gd name="T7" fmla="*/ 7 h 7"/>
                  <a:gd name="T8" fmla="*/ 4 w 8"/>
                  <a:gd name="T9" fmla="*/ 4 h 7"/>
                  <a:gd name="T10" fmla="*/ 1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1" y="0"/>
                    </a:moveTo>
                    <a:cubicBezTo>
                      <a:pt x="2" y="0"/>
                      <a:pt x="3" y="1"/>
                      <a:pt x="5" y="2"/>
                    </a:cubicBezTo>
                    <a:cubicBezTo>
                      <a:pt x="6" y="3"/>
                      <a:pt x="6" y="2"/>
                      <a:pt x="7" y="4"/>
                    </a:cubicBezTo>
                    <a:cubicBezTo>
                      <a:pt x="8" y="5"/>
                      <a:pt x="8" y="7"/>
                      <a:pt x="7" y="7"/>
                    </a:cubicBezTo>
                    <a:cubicBezTo>
                      <a:pt x="6" y="7"/>
                      <a:pt x="5" y="6"/>
                      <a:pt x="4" y="4"/>
                    </a:cubicBezTo>
                    <a:cubicBezTo>
                      <a:pt x="3" y="2"/>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9" name="îsļiḋé"/>
              <p:cNvSpPr/>
              <p:nvPr/>
            </p:nvSpPr>
            <p:spPr bwMode="auto">
              <a:xfrm>
                <a:off x="4308475" y="3836988"/>
                <a:ext cx="98425" cy="112713"/>
              </a:xfrm>
              <a:custGeom>
                <a:avLst/>
                <a:gdLst>
                  <a:gd name="T0" fmla="*/ 1 w 30"/>
                  <a:gd name="T1" fmla="*/ 14 h 34"/>
                  <a:gd name="T2" fmla="*/ 10 w 30"/>
                  <a:gd name="T3" fmla="*/ 20 h 34"/>
                  <a:gd name="T4" fmla="*/ 12 w 30"/>
                  <a:gd name="T5" fmla="*/ 18 h 34"/>
                  <a:gd name="T6" fmla="*/ 9 w 30"/>
                  <a:gd name="T7" fmla="*/ 14 h 34"/>
                  <a:gd name="T8" fmla="*/ 9 w 30"/>
                  <a:gd name="T9" fmla="*/ 13 h 34"/>
                  <a:gd name="T10" fmla="*/ 9 w 30"/>
                  <a:gd name="T11" fmla="*/ 9 h 34"/>
                  <a:gd name="T12" fmla="*/ 6 w 30"/>
                  <a:gd name="T13" fmla="*/ 3 h 34"/>
                  <a:gd name="T14" fmla="*/ 6 w 30"/>
                  <a:gd name="T15" fmla="*/ 2 h 34"/>
                  <a:gd name="T16" fmla="*/ 11 w 30"/>
                  <a:gd name="T17" fmla="*/ 4 h 34"/>
                  <a:gd name="T18" fmla="*/ 11 w 30"/>
                  <a:gd name="T19" fmla="*/ 11 h 34"/>
                  <a:gd name="T20" fmla="*/ 18 w 30"/>
                  <a:gd name="T21" fmla="*/ 1 h 34"/>
                  <a:gd name="T22" fmla="*/ 21 w 30"/>
                  <a:gd name="T23" fmla="*/ 4 h 34"/>
                  <a:gd name="T24" fmla="*/ 22 w 30"/>
                  <a:gd name="T25" fmla="*/ 15 h 34"/>
                  <a:gd name="T26" fmla="*/ 23 w 30"/>
                  <a:gd name="T27" fmla="*/ 17 h 34"/>
                  <a:gd name="T28" fmla="*/ 30 w 30"/>
                  <a:gd name="T29" fmla="*/ 14 h 34"/>
                  <a:gd name="T30" fmla="*/ 24 w 30"/>
                  <a:gd name="T31" fmla="*/ 25 h 34"/>
                  <a:gd name="T32" fmla="*/ 23 w 30"/>
                  <a:gd name="T33" fmla="*/ 33 h 34"/>
                  <a:gd name="T34" fmla="*/ 23 w 30"/>
                  <a:gd name="T35" fmla="*/ 33 h 34"/>
                  <a:gd name="T36" fmla="*/ 22 w 30"/>
                  <a:gd name="T37" fmla="*/ 32 h 34"/>
                  <a:gd name="T38" fmla="*/ 18 w 30"/>
                  <a:gd name="T39" fmla="*/ 34 h 34"/>
                  <a:gd name="T40" fmla="*/ 24 w 30"/>
                  <a:gd name="T41" fmla="*/ 24 h 34"/>
                  <a:gd name="T42" fmla="*/ 26 w 30"/>
                  <a:gd name="T43" fmla="*/ 17 h 34"/>
                  <a:gd name="T44" fmla="*/ 15 w 30"/>
                  <a:gd name="T45" fmla="*/ 31 h 34"/>
                  <a:gd name="T46" fmla="*/ 19 w 30"/>
                  <a:gd name="T47" fmla="*/ 24 h 34"/>
                  <a:gd name="T48" fmla="*/ 17 w 30"/>
                  <a:gd name="T49" fmla="*/ 21 h 34"/>
                  <a:gd name="T50" fmla="*/ 16 w 30"/>
                  <a:gd name="T51" fmla="*/ 23 h 34"/>
                  <a:gd name="T52" fmla="*/ 13 w 30"/>
                  <a:gd name="T53" fmla="*/ 22 h 34"/>
                  <a:gd name="T54" fmla="*/ 13 w 30"/>
                  <a:gd name="T55" fmla="*/ 30 h 34"/>
                  <a:gd name="T56" fmla="*/ 12 w 30"/>
                  <a:gd name="T57" fmla="*/ 23 h 34"/>
                  <a:gd name="T58" fmla="*/ 12 w 30"/>
                  <a:gd name="T59" fmla="*/ 21 h 34"/>
                  <a:gd name="T60" fmla="*/ 10 w 30"/>
                  <a:gd name="T61" fmla="*/ 21 h 34"/>
                  <a:gd name="T62" fmla="*/ 10 w 30"/>
                  <a:gd name="T63" fmla="*/ 22 h 34"/>
                  <a:gd name="T64" fmla="*/ 1 w 30"/>
                  <a:gd name="T65" fmla="*/ 15 h 34"/>
                  <a:gd name="T66" fmla="*/ 1 w 30"/>
                  <a:gd name="T67" fmla="*/ 14 h 34"/>
                  <a:gd name="T68" fmla="*/ 14 w 30"/>
                  <a:gd name="T69" fmla="*/ 9 h 34"/>
                  <a:gd name="T70" fmla="*/ 19 w 30"/>
                  <a:gd name="T71" fmla="*/ 13 h 34"/>
                  <a:gd name="T72" fmla="*/ 17 w 30"/>
                  <a:gd name="T73" fmla="*/ 19 h 34"/>
                  <a:gd name="T74" fmla="*/ 20 w 30"/>
                  <a:gd name="T75" fmla="*/ 22 h 34"/>
                  <a:gd name="T76" fmla="*/ 19 w 30"/>
                  <a:gd name="T77" fmla="*/ 4 h 34"/>
                  <a:gd name="T78" fmla="*/ 14 w 30"/>
                  <a:gd name="T79" fmla="*/ 9 h 34"/>
                  <a:gd name="T80" fmla="*/ 14 w 30"/>
                  <a:gd name="T81" fmla="*/ 10 h 34"/>
                  <a:gd name="T82" fmla="*/ 12 w 30"/>
                  <a:gd name="T83" fmla="*/ 11 h 34"/>
                  <a:gd name="T84" fmla="*/ 13 w 30"/>
                  <a:gd name="T85" fmla="*/ 13 h 34"/>
                  <a:gd name="T86" fmla="*/ 14 w 30"/>
                  <a:gd name="T87" fmla="*/ 18 h 34"/>
                  <a:gd name="T88" fmla="*/ 15 w 30"/>
                  <a:gd name="T89" fmla="*/ 19 h 34"/>
                  <a:gd name="T90" fmla="*/ 15 w 30"/>
                  <a:gd name="T91" fmla="*/ 17 h 34"/>
                  <a:gd name="T92" fmla="*/ 16 w 30"/>
                  <a:gd name="T93" fmla="*/ 18 h 34"/>
                  <a:gd name="T94" fmla="*/ 17 w 30"/>
                  <a:gd name="T95" fmla="*/ 18 h 34"/>
                  <a:gd name="T96" fmla="*/ 17 w 30"/>
                  <a:gd name="T97" fmla="*/ 14 h 34"/>
                  <a:gd name="T98" fmla="*/ 14 w 30"/>
                  <a:gd name="T9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 h="34">
                    <a:moveTo>
                      <a:pt x="1" y="14"/>
                    </a:moveTo>
                    <a:cubicBezTo>
                      <a:pt x="2" y="13"/>
                      <a:pt x="6" y="15"/>
                      <a:pt x="10" y="20"/>
                    </a:cubicBezTo>
                    <a:cubicBezTo>
                      <a:pt x="11" y="19"/>
                      <a:pt x="11" y="19"/>
                      <a:pt x="12" y="18"/>
                    </a:cubicBezTo>
                    <a:cubicBezTo>
                      <a:pt x="12" y="16"/>
                      <a:pt x="10" y="15"/>
                      <a:pt x="9" y="14"/>
                    </a:cubicBezTo>
                    <a:cubicBezTo>
                      <a:pt x="9" y="14"/>
                      <a:pt x="9" y="13"/>
                      <a:pt x="9" y="13"/>
                    </a:cubicBezTo>
                    <a:cubicBezTo>
                      <a:pt x="9" y="12"/>
                      <a:pt x="9" y="10"/>
                      <a:pt x="9" y="9"/>
                    </a:cubicBezTo>
                    <a:cubicBezTo>
                      <a:pt x="8" y="6"/>
                      <a:pt x="7" y="4"/>
                      <a:pt x="6" y="3"/>
                    </a:cubicBezTo>
                    <a:cubicBezTo>
                      <a:pt x="5" y="2"/>
                      <a:pt x="5" y="2"/>
                      <a:pt x="6" y="2"/>
                    </a:cubicBezTo>
                    <a:cubicBezTo>
                      <a:pt x="9" y="2"/>
                      <a:pt x="12" y="1"/>
                      <a:pt x="11" y="4"/>
                    </a:cubicBezTo>
                    <a:cubicBezTo>
                      <a:pt x="11" y="8"/>
                      <a:pt x="10" y="12"/>
                      <a:pt x="11" y="11"/>
                    </a:cubicBezTo>
                    <a:cubicBezTo>
                      <a:pt x="14" y="6"/>
                      <a:pt x="16" y="2"/>
                      <a:pt x="18" y="1"/>
                    </a:cubicBezTo>
                    <a:cubicBezTo>
                      <a:pt x="20" y="0"/>
                      <a:pt x="21" y="2"/>
                      <a:pt x="21" y="4"/>
                    </a:cubicBezTo>
                    <a:cubicBezTo>
                      <a:pt x="22" y="7"/>
                      <a:pt x="22" y="11"/>
                      <a:pt x="22" y="15"/>
                    </a:cubicBezTo>
                    <a:cubicBezTo>
                      <a:pt x="22" y="18"/>
                      <a:pt x="22" y="19"/>
                      <a:pt x="23" y="17"/>
                    </a:cubicBezTo>
                    <a:cubicBezTo>
                      <a:pt x="24" y="16"/>
                      <a:pt x="29" y="9"/>
                      <a:pt x="30" y="14"/>
                    </a:cubicBezTo>
                    <a:cubicBezTo>
                      <a:pt x="30" y="17"/>
                      <a:pt x="28" y="21"/>
                      <a:pt x="24" y="25"/>
                    </a:cubicBezTo>
                    <a:cubicBezTo>
                      <a:pt x="24" y="28"/>
                      <a:pt x="24" y="30"/>
                      <a:pt x="23" y="33"/>
                    </a:cubicBezTo>
                    <a:cubicBezTo>
                      <a:pt x="23" y="33"/>
                      <a:pt x="23" y="33"/>
                      <a:pt x="23" y="33"/>
                    </a:cubicBezTo>
                    <a:cubicBezTo>
                      <a:pt x="23" y="31"/>
                      <a:pt x="22" y="31"/>
                      <a:pt x="22" y="32"/>
                    </a:cubicBezTo>
                    <a:cubicBezTo>
                      <a:pt x="21" y="32"/>
                      <a:pt x="20" y="34"/>
                      <a:pt x="18" y="34"/>
                    </a:cubicBezTo>
                    <a:cubicBezTo>
                      <a:pt x="22" y="30"/>
                      <a:pt x="22" y="25"/>
                      <a:pt x="24" y="24"/>
                    </a:cubicBezTo>
                    <a:cubicBezTo>
                      <a:pt x="26" y="20"/>
                      <a:pt x="27" y="17"/>
                      <a:pt x="26" y="17"/>
                    </a:cubicBezTo>
                    <a:cubicBezTo>
                      <a:pt x="22" y="19"/>
                      <a:pt x="16" y="31"/>
                      <a:pt x="15" y="31"/>
                    </a:cubicBezTo>
                    <a:cubicBezTo>
                      <a:pt x="16" y="28"/>
                      <a:pt x="17" y="26"/>
                      <a:pt x="19" y="24"/>
                    </a:cubicBezTo>
                    <a:cubicBezTo>
                      <a:pt x="19" y="22"/>
                      <a:pt x="18" y="21"/>
                      <a:pt x="17" y="21"/>
                    </a:cubicBezTo>
                    <a:cubicBezTo>
                      <a:pt x="17" y="21"/>
                      <a:pt x="17" y="22"/>
                      <a:pt x="16" y="23"/>
                    </a:cubicBezTo>
                    <a:cubicBezTo>
                      <a:pt x="15" y="23"/>
                      <a:pt x="14" y="21"/>
                      <a:pt x="13" y="22"/>
                    </a:cubicBezTo>
                    <a:cubicBezTo>
                      <a:pt x="14" y="27"/>
                      <a:pt x="14" y="31"/>
                      <a:pt x="13" y="30"/>
                    </a:cubicBezTo>
                    <a:cubicBezTo>
                      <a:pt x="13" y="28"/>
                      <a:pt x="13" y="25"/>
                      <a:pt x="12" y="23"/>
                    </a:cubicBezTo>
                    <a:cubicBezTo>
                      <a:pt x="12" y="22"/>
                      <a:pt x="12" y="22"/>
                      <a:pt x="12" y="21"/>
                    </a:cubicBezTo>
                    <a:cubicBezTo>
                      <a:pt x="11" y="20"/>
                      <a:pt x="11" y="20"/>
                      <a:pt x="10" y="21"/>
                    </a:cubicBezTo>
                    <a:cubicBezTo>
                      <a:pt x="10" y="21"/>
                      <a:pt x="10" y="21"/>
                      <a:pt x="10" y="22"/>
                    </a:cubicBezTo>
                    <a:cubicBezTo>
                      <a:pt x="9" y="22"/>
                      <a:pt x="4" y="16"/>
                      <a:pt x="1" y="15"/>
                    </a:cubicBezTo>
                    <a:cubicBezTo>
                      <a:pt x="0" y="14"/>
                      <a:pt x="1" y="14"/>
                      <a:pt x="1" y="14"/>
                    </a:cubicBezTo>
                    <a:close/>
                    <a:moveTo>
                      <a:pt x="14" y="9"/>
                    </a:moveTo>
                    <a:cubicBezTo>
                      <a:pt x="16" y="10"/>
                      <a:pt x="18" y="12"/>
                      <a:pt x="19" y="13"/>
                    </a:cubicBezTo>
                    <a:cubicBezTo>
                      <a:pt x="19" y="15"/>
                      <a:pt x="18" y="17"/>
                      <a:pt x="17" y="19"/>
                    </a:cubicBezTo>
                    <a:cubicBezTo>
                      <a:pt x="18" y="20"/>
                      <a:pt x="19" y="21"/>
                      <a:pt x="20" y="22"/>
                    </a:cubicBezTo>
                    <a:cubicBezTo>
                      <a:pt x="20" y="16"/>
                      <a:pt x="20" y="10"/>
                      <a:pt x="19" y="4"/>
                    </a:cubicBezTo>
                    <a:cubicBezTo>
                      <a:pt x="16" y="4"/>
                      <a:pt x="15" y="7"/>
                      <a:pt x="14" y="9"/>
                    </a:cubicBezTo>
                    <a:close/>
                    <a:moveTo>
                      <a:pt x="14" y="10"/>
                    </a:moveTo>
                    <a:cubicBezTo>
                      <a:pt x="13" y="10"/>
                      <a:pt x="13" y="10"/>
                      <a:pt x="12" y="11"/>
                    </a:cubicBezTo>
                    <a:cubicBezTo>
                      <a:pt x="12" y="12"/>
                      <a:pt x="12" y="12"/>
                      <a:pt x="13" y="13"/>
                    </a:cubicBezTo>
                    <a:cubicBezTo>
                      <a:pt x="15" y="14"/>
                      <a:pt x="13" y="17"/>
                      <a:pt x="14" y="18"/>
                    </a:cubicBezTo>
                    <a:cubicBezTo>
                      <a:pt x="14" y="19"/>
                      <a:pt x="14" y="19"/>
                      <a:pt x="15" y="19"/>
                    </a:cubicBezTo>
                    <a:cubicBezTo>
                      <a:pt x="15" y="19"/>
                      <a:pt x="15" y="17"/>
                      <a:pt x="15" y="17"/>
                    </a:cubicBezTo>
                    <a:cubicBezTo>
                      <a:pt x="15" y="17"/>
                      <a:pt x="16" y="19"/>
                      <a:pt x="16" y="18"/>
                    </a:cubicBezTo>
                    <a:cubicBezTo>
                      <a:pt x="17" y="18"/>
                      <a:pt x="17" y="18"/>
                      <a:pt x="17" y="18"/>
                    </a:cubicBezTo>
                    <a:cubicBezTo>
                      <a:pt x="17" y="14"/>
                      <a:pt x="17" y="14"/>
                      <a:pt x="17" y="14"/>
                    </a:cubicBezTo>
                    <a:cubicBezTo>
                      <a:pt x="17" y="12"/>
                      <a:pt x="15" y="11"/>
                      <a:pt x="14"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0" name="ïşľídé"/>
              <p:cNvSpPr/>
              <p:nvPr/>
            </p:nvSpPr>
            <p:spPr bwMode="auto">
              <a:xfrm>
                <a:off x="3216275" y="2651125"/>
                <a:ext cx="1543050" cy="1549400"/>
              </a:xfrm>
              <a:custGeom>
                <a:avLst/>
                <a:gdLst>
                  <a:gd name="T0" fmla="*/ 234 w 468"/>
                  <a:gd name="T1" fmla="*/ 0 h 468"/>
                  <a:gd name="T2" fmla="*/ 468 w 468"/>
                  <a:gd name="T3" fmla="*/ 234 h 468"/>
                  <a:gd name="T4" fmla="*/ 234 w 468"/>
                  <a:gd name="T5" fmla="*/ 468 h 468"/>
                  <a:gd name="T6" fmla="*/ 0 w 468"/>
                  <a:gd name="T7" fmla="*/ 234 h 468"/>
                  <a:gd name="T8" fmla="*/ 234 w 468"/>
                  <a:gd name="T9" fmla="*/ 0 h 468"/>
                  <a:gd name="T10" fmla="*/ 234 w 468"/>
                  <a:gd name="T11" fmla="*/ 11 h 468"/>
                  <a:gd name="T12" fmla="*/ 11 w 468"/>
                  <a:gd name="T13" fmla="*/ 234 h 468"/>
                  <a:gd name="T14" fmla="*/ 234 w 468"/>
                  <a:gd name="T15" fmla="*/ 458 h 468"/>
                  <a:gd name="T16" fmla="*/ 458 w 468"/>
                  <a:gd name="T17" fmla="*/ 234 h 468"/>
                  <a:gd name="T18" fmla="*/ 234 w 468"/>
                  <a:gd name="T19"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8" h="468">
                    <a:moveTo>
                      <a:pt x="234" y="0"/>
                    </a:moveTo>
                    <a:cubicBezTo>
                      <a:pt x="364" y="0"/>
                      <a:pt x="468" y="105"/>
                      <a:pt x="468" y="234"/>
                    </a:cubicBezTo>
                    <a:cubicBezTo>
                      <a:pt x="468" y="363"/>
                      <a:pt x="364" y="468"/>
                      <a:pt x="234" y="468"/>
                    </a:cubicBezTo>
                    <a:cubicBezTo>
                      <a:pt x="105" y="468"/>
                      <a:pt x="0" y="363"/>
                      <a:pt x="0" y="234"/>
                    </a:cubicBezTo>
                    <a:cubicBezTo>
                      <a:pt x="0" y="105"/>
                      <a:pt x="105" y="0"/>
                      <a:pt x="234" y="0"/>
                    </a:cubicBezTo>
                    <a:close/>
                    <a:moveTo>
                      <a:pt x="234" y="11"/>
                    </a:moveTo>
                    <a:cubicBezTo>
                      <a:pt x="111" y="11"/>
                      <a:pt x="11" y="111"/>
                      <a:pt x="11" y="234"/>
                    </a:cubicBezTo>
                    <a:cubicBezTo>
                      <a:pt x="11" y="358"/>
                      <a:pt x="111" y="458"/>
                      <a:pt x="234" y="458"/>
                    </a:cubicBezTo>
                    <a:cubicBezTo>
                      <a:pt x="358" y="458"/>
                      <a:pt x="458" y="358"/>
                      <a:pt x="458" y="234"/>
                    </a:cubicBezTo>
                    <a:cubicBezTo>
                      <a:pt x="458" y="111"/>
                      <a:pt x="358" y="11"/>
                      <a:pt x="234"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sp>
          <p:nvSpPr>
            <p:cNvPr id="13" name="îṡḻiḓê"/>
            <p:cNvSpPr/>
            <p:nvPr/>
          </p:nvSpPr>
          <p:spPr bwMode="auto">
            <a:xfrm>
              <a:off x="5596394" y="2698255"/>
              <a:ext cx="789892" cy="1073720"/>
            </a:xfrm>
            <a:custGeom>
              <a:avLst/>
              <a:gdLst>
                <a:gd name="T0" fmla="*/ 103 w 142"/>
                <a:gd name="T1" fmla="*/ 5 h 192"/>
                <a:gd name="T2" fmla="*/ 100 w 142"/>
                <a:gd name="T3" fmla="*/ 29 h 192"/>
                <a:gd name="T4" fmla="*/ 118 w 142"/>
                <a:gd name="T5" fmla="*/ 22 h 192"/>
                <a:gd name="T6" fmla="*/ 98 w 142"/>
                <a:gd name="T7" fmla="*/ 62 h 192"/>
                <a:gd name="T8" fmla="*/ 94 w 142"/>
                <a:gd name="T9" fmla="*/ 54 h 192"/>
                <a:gd name="T10" fmla="*/ 100 w 142"/>
                <a:gd name="T11" fmla="*/ 53 h 192"/>
                <a:gd name="T12" fmla="*/ 107 w 142"/>
                <a:gd name="T13" fmla="*/ 32 h 192"/>
                <a:gd name="T14" fmla="*/ 96 w 142"/>
                <a:gd name="T15" fmla="*/ 38 h 192"/>
                <a:gd name="T16" fmla="*/ 83 w 142"/>
                <a:gd name="T17" fmla="*/ 80 h 192"/>
                <a:gd name="T18" fmla="*/ 125 w 142"/>
                <a:gd name="T19" fmla="*/ 66 h 192"/>
                <a:gd name="T20" fmla="*/ 140 w 142"/>
                <a:gd name="T21" fmla="*/ 65 h 192"/>
                <a:gd name="T22" fmla="*/ 136 w 142"/>
                <a:gd name="T23" fmla="*/ 76 h 192"/>
                <a:gd name="T24" fmla="*/ 77 w 142"/>
                <a:gd name="T25" fmla="*/ 94 h 192"/>
                <a:gd name="T26" fmla="*/ 73 w 142"/>
                <a:gd name="T27" fmla="*/ 122 h 192"/>
                <a:gd name="T28" fmla="*/ 81 w 142"/>
                <a:gd name="T29" fmla="*/ 111 h 192"/>
                <a:gd name="T30" fmla="*/ 85 w 142"/>
                <a:gd name="T31" fmla="*/ 95 h 192"/>
                <a:gd name="T32" fmla="*/ 98 w 142"/>
                <a:gd name="T33" fmla="*/ 103 h 192"/>
                <a:gd name="T34" fmla="*/ 94 w 142"/>
                <a:gd name="T35" fmla="*/ 110 h 192"/>
                <a:gd name="T36" fmla="*/ 90 w 142"/>
                <a:gd name="T37" fmla="*/ 124 h 192"/>
                <a:gd name="T38" fmla="*/ 106 w 142"/>
                <a:gd name="T39" fmla="*/ 131 h 192"/>
                <a:gd name="T40" fmla="*/ 104 w 142"/>
                <a:gd name="T41" fmla="*/ 140 h 192"/>
                <a:gd name="T42" fmla="*/ 84 w 142"/>
                <a:gd name="T43" fmla="*/ 139 h 192"/>
                <a:gd name="T44" fmla="*/ 37 w 142"/>
                <a:gd name="T45" fmla="*/ 185 h 192"/>
                <a:gd name="T46" fmla="*/ 14 w 142"/>
                <a:gd name="T47" fmla="*/ 190 h 192"/>
                <a:gd name="T48" fmla="*/ 10 w 142"/>
                <a:gd name="T49" fmla="*/ 176 h 192"/>
                <a:gd name="T50" fmla="*/ 36 w 142"/>
                <a:gd name="T51" fmla="*/ 174 h 192"/>
                <a:gd name="T52" fmla="*/ 47 w 142"/>
                <a:gd name="T53" fmla="*/ 164 h 192"/>
                <a:gd name="T54" fmla="*/ 71 w 142"/>
                <a:gd name="T55" fmla="*/ 136 h 192"/>
                <a:gd name="T56" fmla="*/ 59 w 142"/>
                <a:gd name="T57" fmla="*/ 121 h 192"/>
                <a:gd name="T58" fmla="*/ 64 w 142"/>
                <a:gd name="T59" fmla="*/ 100 h 192"/>
                <a:gd name="T60" fmla="*/ 41 w 142"/>
                <a:gd name="T61" fmla="*/ 111 h 192"/>
                <a:gd name="T62" fmla="*/ 19 w 142"/>
                <a:gd name="T63" fmla="*/ 122 h 192"/>
                <a:gd name="T64" fmla="*/ 12 w 142"/>
                <a:gd name="T65" fmla="*/ 127 h 192"/>
                <a:gd name="T66" fmla="*/ 0 w 142"/>
                <a:gd name="T67" fmla="*/ 114 h 192"/>
                <a:gd name="T68" fmla="*/ 70 w 142"/>
                <a:gd name="T69" fmla="*/ 86 h 192"/>
                <a:gd name="T70" fmla="*/ 77 w 142"/>
                <a:gd name="T71" fmla="*/ 52 h 192"/>
                <a:gd name="T72" fmla="*/ 65 w 142"/>
                <a:gd name="T73" fmla="*/ 65 h 192"/>
                <a:gd name="T74" fmla="*/ 53 w 142"/>
                <a:gd name="T75" fmla="*/ 78 h 192"/>
                <a:gd name="T76" fmla="*/ 52 w 142"/>
                <a:gd name="T77" fmla="*/ 34 h 192"/>
                <a:gd name="T78" fmla="*/ 62 w 142"/>
                <a:gd name="T79" fmla="*/ 53 h 192"/>
                <a:gd name="T80" fmla="*/ 83 w 142"/>
                <a:gd name="T81" fmla="*/ 37 h 192"/>
                <a:gd name="T82" fmla="*/ 83 w 142"/>
                <a:gd name="T83" fmla="*/ 3 h 192"/>
                <a:gd name="T84" fmla="*/ 103 w 142"/>
                <a:gd name="T85" fmla="*/ 5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2" h="192">
                  <a:moveTo>
                    <a:pt x="103" y="5"/>
                  </a:moveTo>
                  <a:cubicBezTo>
                    <a:pt x="107" y="13"/>
                    <a:pt x="101" y="20"/>
                    <a:pt x="100" y="29"/>
                  </a:cubicBezTo>
                  <a:cubicBezTo>
                    <a:pt x="107" y="27"/>
                    <a:pt x="110" y="23"/>
                    <a:pt x="118" y="22"/>
                  </a:cubicBezTo>
                  <a:cubicBezTo>
                    <a:pt x="136" y="35"/>
                    <a:pt x="108" y="54"/>
                    <a:pt x="98" y="62"/>
                  </a:cubicBezTo>
                  <a:cubicBezTo>
                    <a:pt x="95" y="60"/>
                    <a:pt x="94" y="58"/>
                    <a:pt x="94" y="54"/>
                  </a:cubicBezTo>
                  <a:cubicBezTo>
                    <a:pt x="96" y="53"/>
                    <a:pt x="98" y="53"/>
                    <a:pt x="100" y="53"/>
                  </a:cubicBezTo>
                  <a:cubicBezTo>
                    <a:pt x="101" y="45"/>
                    <a:pt x="108" y="40"/>
                    <a:pt x="107" y="32"/>
                  </a:cubicBezTo>
                  <a:cubicBezTo>
                    <a:pt x="102" y="32"/>
                    <a:pt x="100" y="36"/>
                    <a:pt x="96" y="38"/>
                  </a:cubicBezTo>
                  <a:cubicBezTo>
                    <a:pt x="93" y="53"/>
                    <a:pt x="84" y="63"/>
                    <a:pt x="83" y="80"/>
                  </a:cubicBezTo>
                  <a:cubicBezTo>
                    <a:pt x="96" y="75"/>
                    <a:pt x="110" y="70"/>
                    <a:pt x="125" y="66"/>
                  </a:cubicBezTo>
                  <a:cubicBezTo>
                    <a:pt x="130" y="65"/>
                    <a:pt x="135" y="62"/>
                    <a:pt x="140" y="65"/>
                  </a:cubicBezTo>
                  <a:cubicBezTo>
                    <a:pt x="142" y="70"/>
                    <a:pt x="137" y="72"/>
                    <a:pt x="136" y="76"/>
                  </a:cubicBezTo>
                  <a:cubicBezTo>
                    <a:pt x="117" y="83"/>
                    <a:pt x="92" y="83"/>
                    <a:pt x="77" y="94"/>
                  </a:cubicBezTo>
                  <a:cubicBezTo>
                    <a:pt x="76" y="103"/>
                    <a:pt x="68" y="113"/>
                    <a:pt x="73" y="122"/>
                  </a:cubicBezTo>
                  <a:cubicBezTo>
                    <a:pt x="79" y="122"/>
                    <a:pt x="80" y="115"/>
                    <a:pt x="81" y="111"/>
                  </a:cubicBezTo>
                  <a:cubicBezTo>
                    <a:pt x="83" y="105"/>
                    <a:pt x="84" y="100"/>
                    <a:pt x="85" y="95"/>
                  </a:cubicBezTo>
                  <a:cubicBezTo>
                    <a:pt x="92" y="95"/>
                    <a:pt x="98" y="98"/>
                    <a:pt x="98" y="103"/>
                  </a:cubicBezTo>
                  <a:cubicBezTo>
                    <a:pt x="98" y="105"/>
                    <a:pt x="95" y="107"/>
                    <a:pt x="94" y="110"/>
                  </a:cubicBezTo>
                  <a:cubicBezTo>
                    <a:pt x="91" y="115"/>
                    <a:pt x="92" y="120"/>
                    <a:pt x="90" y="124"/>
                  </a:cubicBezTo>
                  <a:cubicBezTo>
                    <a:pt x="94" y="128"/>
                    <a:pt x="101" y="128"/>
                    <a:pt x="106" y="131"/>
                  </a:cubicBezTo>
                  <a:cubicBezTo>
                    <a:pt x="106" y="134"/>
                    <a:pt x="106" y="137"/>
                    <a:pt x="104" y="140"/>
                  </a:cubicBezTo>
                  <a:cubicBezTo>
                    <a:pt x="99" y="142"/>
                    <a:pt x="92" y="139"/>
                    <a:pt x="84" y="139"/>
                  </a:cubicBezTo>
                  <a:cubicBezTo>
                    <a:pt x="72" y="154"/>
                    <a:pt x="60" y="177"/>
                    <a:pt x="37" y="185"/>
                  </a:cubicBezTo>
                  <a:cubicBezTo>
                    <a:pt x="31" y="188"/>
                    <a:pt x="21" y="192"/>
                    <a:pt x="14" y="190"/>
                  </a:cubicBezTo>
                  <a:cubicBezTo>
                    <a:pt x="9" y="188"/>
                    <a:pt x="6" y="181"/>
                    <a:pt x="10" y="176"/>
                  </a:cubicBezTo>
                  <a:cubicBezTo>
                    <a:pt x="19" y="173"/>
                    <a:pt x="28" y="177"/>
                    <a:pt x="36" y="174"/>
                  </a:cubicBezTo>
                  <a:cubicBezTo>
                    <a:pt x="39" y="172"/>
                    <a:pt x="43" y="167"/>
                    <a:pt x="47" y="164"/>
                  </a:cubicBezTo>
                  <a:cubicBezTo>
                    <a:pt x="56" y="156"/>
                    <a:pt x="66" y="147"/>
                    <a:pt x="71" y="136"/>
                  </a:cubicBezTo>
                  <a:cubicBezTo>
                    <a:pt x="66" y="132"/>
                    <a:pt x="60" y="129"/>
                    <a:pt x="59" y="121"/>
                  </a:cubicBezTo>
                  <a:cubicBezTo>
                    <a:pt x="58" y="114"/>
                    <a:pt x="65" y="109"/>
                    <a:pt x="64" y="100"/>
                  </a:cubicBezTo>
                  <a:cubicBezTo>
                    <a:pt x="57" y="101"/>
                    <a:pt x="49" y="106"/>
                    <a:pt x="41" y="111"/>
                  </a:cubicBezTo>
                  <a:cubicBezTo>
                    <a:pt x="34" y="115"/>
                    <a:pt x="25" y="118"/>
                    <a:pt x="19" y="122"/>
                  </a:cubicBezTo>
                  <a:cubicBezTo>
                    <a:pt x="17" y="124"/>
                    <a:pt x="15" y="127"/>
                    <a:pt x="12" y="127"/>
                  </a:cubicBezTo>
                  <a:cubicBezTo>
                    <a:pt x="5" y="128"/>
                    <a:pt x="1" y="121"/>
                    <a:pt x="0" y="114"/>
                  </a:cubicBezTo>
                  <a:cubicBezTo>
                    <a:pt x="25" y="106"/>
                    <a:pt x="47" y="96"/>
                    <a:pt x="70" y="86"/>
                  </a:cubicBezTo>
                  <a:cubicBezTo>
                    <a:pt x="71" y="74"/>
                    <a:pt x="79" y="63"/>
                    <a:pt x="77" y="52"/>
                  </a:cubicBezTo>
                  <a:cubicBezTo>
                    <a:pt x="71" y="54"/>
                    <a:pt x="68" y="60"/>
                    <a:pt x="65" y="65"/>
                  </a:cubicBezTo>
                  <a:cubicBezTo>
                    <a:pt x="62" y="70"/>
                    <a:pt x="61" y="78"/>
                    <a:pt x="53" y="78"/>
                  </a:cubicBezTo>
                  <a:cubicBezTo>
                    <a:pt x="46" y="66"/>
                    <a:pt x="54" y="48"/>
                    <a:pt x="52" y="34"/>
                  </a:cubicBezTo>
                  <a:cubicBezTo>
                    <a:pt x="60" y="36"/>
                    <a:pt x="61" y="44"/>
                    <a:pt x="62" y="53"/>
                  </a:cubicBezTo>
                  <a:cubicBezTo>
                    <a:pt x="73" y="52"/>
                    <a:pt x="77" y="43"/>
                    <a:pt x="83" y="37"/>
                  </a:cubicBezTo>
                  <a:cubicBezTo>
                    <a:pt x="84" y="26"/>
                    <a:pt x="89" y="12"/>
                    <a:pt x="83" y="3"/>
                  </a:cubicBezTo>
                  <a:cubicBezTo>
                    <a:pt x="89" y="0"/>
                    <a:pt x="96" y="3"/>
                    <a:pt x="103"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 name="íš1îďê"/>
            <p:cNvSpPr/>
            <p:nvPr/>
          </p:nvSpPr>
          <p:spPr bwMode="auto">
            <a:xfrm>
              <a:off x="6605481" y="2812096"/>
              <a:ext cx="637148" cy="923865"/>
            </a:xfrm>
            <a:custGeom>
              <a:avLst/>
              <a:gdLst>
                <a:gd name="T0" fmla="*/ 71 w 115"/>
                <a:gd name="T1" fmla="*/ 48 h 167"/>
                <a:gd name="T2" fmla="*/ 90 w 115"/>
                <a:gd name="T3" fmla="*/ 48 h 167"/>
                <a:gd name="T4" fmla="*/ 69 w 115"/>
                <a:gd name="T5" fmla="*/ 65 h 167"/>
                <a:gd name="T6" fmla="*/ 61 w 115"/>
                <a:gd name="T7" fmla="*/ 93 h 167"/>
                <a:gd name="T8" fmla="*/ 78 w 115"/>
                <a:gd name="T9" fmla="*/ 105 h 167"/>
                <a:gd name="T10" fmla="*/ 115 w 115"/>
                <a:gd name="T11" fmla="*/ 111 h 167"/>
                <a:gd name="T12" fmla="*/ 110 w 115"/>
                <a:gd name="T13" fmla="*/ 122 h 167"/>
                <a:gd name="T14" fmla="*/ 84 w 115"/>
                <a:gd name="T15" fmla="*/ 126 h 167"/>
                <a:gd name="T16" fmla="*/ 58 w 115"/>
                <a:gd name="T17" fmla="*/ 99 h 167"/>
                <a:gd name="T18" fmla="*/ 28 w 115"/>
                <a:gd name="T19" fmla="*/ 150 h 167"/>
                <a:gd name="T20" fmla="*/ 0 w 115"/>
                <a:gd name="T21" fmla="*/ 167 h 167"/>
                <a:gd name="T22" fmla="*/ 6 w 115"/>
                <a:gd name="T23" fmla="*/ 158 h 167"/>
                <a:gd name="T24" fmla="*/ 29 w 115"/>
                <a:gd name="T25" fmla="*/ 127 h 167"/>
                <a:gd name="T26" fmla="*/ 48 w 115"/>
                <a:gd name="T27" fmla="*/ 78 h 167"/>
                <a:gd name="T28" fmla="*/ 24 w 115"/>
                <a:gd name="T29" fmla="*/ 71 h 167"/>
                <a:gd name="T30" fmla="*/ 33 w 115"/>
                <a:gd name="T31" fmla="*/ 68 h 167"/>
                <a:gd name="T32" fmla="*/ 55 w 115"/>
                <a:gd name="T33" fmla="*/ 57 h 167"/>
                <a:gd name="T34" fmla="*/ 63 w 115"/>
                <a:gd name="T35" fmla="*/ 6 h 167"/>
                <a:gd name="T36" fmla="*/ 77 w 115"/>
                <a:gd name="T37" fmla="*/ 12 h 167"/>
                <a:gd name="T38" fmla="*/ 71 w 115"/>
                <a:gd name="T39" fmla="*/ 4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5" h="167">
                  <a:moveTo>
                    <a:pt x="71" y="48"/>
                  </a:moveTo>
                  <a:cubicBezTo>
                    <a:pt x="75" y="47"/>
                    <a:pt x="88" y="39"/>
                    <a:pt x="90" y="48"/>
                  </a:cubicBezTo>
                  <a:cubicBezTo>
                    <a:pt x="92" y="57"/>
                    <a:pt x="77" y="63"/>
                    <a:pt x="69" y="65"/>
                  </a:cubicBezTo>
                  <a:cubicBezTo>
                    <a:pt x="67" y="73"/>
                    <a:pt x="59" y="83"/>
                    <a:pt x="61" y="93"/>
                  </a:cubicBezTo>
                  <a:cubicBezTo>
                    <a:pt x="63" y="97"/>
                    <a:pt x="72" y="101"/>
                    <a:pt x="78" y="105"/>
                  </a:cubicBezTo>
                  <a:cubicBezTo>
                    <a:pt x="90" y="111"/>
                    <a:pt x="102" y="114"/>
                    <a:pt x="115" y="111"/>
                  </a:cubicBezTo>
                  <a:cubicBezTo>
                    <a:pt x="115" y="115"/>
                    <a:pt x="113" y="119"/>
                    <a:pt x="110" y="122"/>
                  </a:cubicBezTo>
                  <a:cubicBezTo>
                    <a:pt x="102" y="129"/>
                    <a:pt x="94" y="134"/>
                    <a:pt x="84" y="126"/>
                  </a:cubicBezTo>
                  <a:cubicBezTo>
                    <a:pt x="74" y="119"/>
                    <a:pt x="67" y="104"/>
                    <a:pt x="58" y="99"/>
                  </a:cubicBezTo>
                  <a:cubicBezTo>
                    <a:pt x="48" y="116"/>
                    <a:pt x="40" y="135"/>
                    <a:pt x="28" y="150"/>
                  </a:cubicBezTo>
                  <a:cubicBezTo>
                    <a:pt x="21" y="157"/>
                    <a:pt x="12" y="166"/>
                    <a:pt x="0" y="167"/>
                  </a:cubicBezTo>
                  <a:cubicBezTo>
                    <a:pt x="0" y="163"/>
                    <a:pt x="4" y="160"/>
                    <a:pt x="6" y="158"/>
                  </a:cubicBezTo>
                  <a:cubicBezTo>
                    <a:pt x="14" y="149"/>
                    <a:pt x="22" y="138"/>
                    <a:pt x="29" y="127"/>
                  </a:cubicBezTo>
                  <a:cubicBezTo>
                    <a:pt x="38" y="113"/>
                    <a:pt x="47" y="97"/>
                    <a:pt x="48" y="78"/>
                  </a:cubicBezTo>
                  <a:cubicBezTo>
                    <a:pt x="42" y="79"/>
                    <a:pt x="28" y="80"/>
                    <a:pt x="24" y="71"/>
                  </a:cubicBezTo>
                  <a:cubicBezTo>
                    <a:pt x="27" y="68"/>
                    <a:pt x="30" y="69"/>
                    <a:pt x="33" y="68"/>
                  </a:cubicBezTo>
                  <a:cubicBezTo>
                    <a:pt x="42" y="66"/>
                    <a:pt x="50" y="62"/>
                    <a:pt x="55" y="57"/>
                  </a:cubicBezTo>
                  <a:cubicBezTo>
                    <a:pt x="64" y="44"/>
                    <a:pt x="57" y="25"/>
                    <a:pt x="63" y="6"/>
                  </a:cubicBezTo>
                  <a:cubicBezTo>
                    <a:pt x="67" y="0"/>
                    <a:pt x="76" y="7"/>
                    <a:pt x="77" y="12"/>
                  </a:cubicBezTo>
                  <a:cubicBezTo>
                    <a:pt x="79" y="23"/>
                    <a:pt x="70" y="39"/>
                    <a:pt x="71"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nvGrpSpPr>
            <p:cNvPr id="15" name="íṩlíḍe"/>
            <p:cNvGrpSpPr/>
            <p:nvPr/>
          </p:nvGrpSpPr>
          <p:grpSpPr>
            <a:xfrm>
              <a:off x="4589708" y="2583543"/>
              <a:ext cx="742163" cy="1193232"/>
              <a:chOff x="4691308" y="2684429"/>
              <a:chExt cx="679414" cy="1092346"/>
            </a:xfrm>
            <a:grpFill/>
          </p:grpSpPr>
          <p:sp>
            <p:nvSpPr>
              <p:cNvPr id="40" name="ïṡľïďê"/>
              <p:cNvSpPr/>
              <p:nvPr/>
            </p:nvSpPr>
            <p:spPr bwMode="auto">
              <a:xfrm>
                <a:off x="4691308" y="2684429"/>
                <a:ext cx="679414" cy="1092346"/>
              </a:xfrm>
              <a:custGeom>
                <a:avLst/>
                <a:gdLst>
                  <a:gd name="T0" fmla="*/ 77 w 136"/>
                  <a:gd name="T1" fmla="*/ 132 h 218"/>
                  <a:gd name="T2" fmla="*/ 107 w 136"/>
                  <a:gd name="T3" fmla="*/ 109 h 218"/>
                  <a:gd name="T4" fmla="*/ 99 w 136"/>
                  <a:gd name="T5" fmla="*/ 131 h 218"/>
                  <a:gd name="T6" fmla="*/ 91 w 136"/>
                  <a:gd name="T7" fmla="*/ 154 h 218"/>
                  <a:gd name="T8" fmla="*/ 120 w 136"/>
                  <a:gd name="T9" fmla="*/ 142 h 218"/>
                  <a:gd name="T10" fmla="*/ 118 w 136"/>
                  <a:gd name="T11" fmla="*/ 160 h 218"/>
                  <a:gd name="T12" fmla="*/ 111 w 136"/>
                  <a:gd name="T13" fmla="*/ 169 h 218"/>
                  <a:gd name="T14" fmla="*/ 123 w 136"/>
                  <a:gd name="T15" fmla="*/ 178 h 218"/>
                  <a:gd name="T16" fmla="*/ 122 w 136"/>
                  <a:gd name="T17" fmla="*/ 198 h 218"/>
                  <a:gd name="T18" fmla="*/ 103 w 136"/>
                  <a:gd name="T19" fmla="*/ 181 h 218"/>
                  <a:gd name="T20" fmla="*/ 85 w 136"/>
                  <a:gd name="T21" fmla="*/ 198 h 218"/>
                  <a:gd name="T22" fmla="*/ 71 w 136"/>
                  <a:gd name="T23" fmla="*/ 218 h 218"/>
                  <a:gd name="T24" fmla="*/ 68 w 136"/>
                  <a:gd name="T25" fmla="*/ 181 h 218"/>
                  <a:gd name="T26" fmla="*/ 75 w 136"/>
                  <a:gd name="T27" fmla="*/ 156 h 218"/>
                  <a:gd name="T28" fmla="*/ 46 w 136"/>
                  <a:gd name="T29" fmla="*/ 191 h 218"/>
                  <a:gd name="T30" fmla="*/ 7 w 136"/>
                  <a:gd name="T31" fmla="*/ 215 h 218"/>
                  <a:gd name="T32" fmla="*/ 24 w 136"/>
                  <a:gd name="T33" fmla="*/ 182 h 218"/>
                  <a:gd name="T34" fmla="*/ 41 w 136"/>
                  <a:gd name="T35" fmla="*/ 168 h 218"/>
                  <a:gd name="T36" fmla="*/ 65 w 136"/>
                  <a:gd name="T37" fmla="*/ 112 h 218"/>
                  <a:gd name="T38" fmla="*/ 64 w 136"/>
                  <a:gd name="T39" fmla="*/ 105 h 218"/>
                  <a:gd name="T40" fmla="*/ 66 w 136"/>
                  <a:gd name="T41" fmla="*/ 86 h 218"/>
                  <a:gd name="T42" fmla="*/ 65 w 136"/>
                  <a:gd name="T43" fmla="*/ 71 h 218"/>
                  <a:gd name="T44" fmla="*/ 66 w 136"/>
                  <a:gd name="T45" fmla="*/ 64 h 218"/>
                  <a:gd name="T46" fmla="*/ 64 w 136"/>
                  <a:gd name="T47" fmla="*/ 52 h 218"/>
                  <a:gd name="T48" fmla="*/ 64 w 136"/>
                  <a:gd name="T49" fmla="*/ 37 h 218"/>
                  <a:gd name="T50" fmla="*/ 57 w 136"/>
                  <a:gd name="T51" fmla="*/ 22 h 218"/>
                  <a:gd name="T52" fmla="*/ 52 w 136"/>
                  <a:gd name="T53" fmla="*/ 2 h 218"/>
                  <a:gd name="T54" fmla="*/ 53 w 136"/>
                  <a:gd name="T55" fmla="*/ 1 h 218"/>
                  <a:gd name="T56" fmla="*/ 65 w 136"/>
                  <a:gd name="T57" fmla="*/ 8 h 218"/>
                  <a:gd name="T58" fmla="*/ 77 w 136"/>
                  <a:gd name="T59" fmla="*/ 82 h 218"/>
                  <a:gd name="T60" fmla="*/ 77 w 136"/>
                  <a:gd name="T61" fmla="*/ 132 h 218"/>
                  <a:gd name="T62" fmla="*/ 100 w 136"/>
                  <a:gd name="T63" fmla="*/ 159 h 218"/>
                  <a:gd name="T64" fmla="*/ 101 w 136"/>
                  <a:gd name="T65" fmla="*/ 165 h 218"/>
                  <a:gd name="T66" fmla="*/ 106 w 136"/>
                  <a:gd name="T67" fmla="*/ 160 h 218"/>
                  <a:gd name="T68" fmla="*/ 100 w 136"/>
                  <a:gd name="T69" fmla="*/ 159 h 218"/>
                  <a:gd name="T70" fmla="*/ 81 w 136"/>
                  <a:gd name="T71" fmla="*/ 185 h 218"/>
                  <a:gd name="T72" fmla="*/ 93 w 136"/>
                  <a:gd name="T73" fmla="*/ 175 h 218"/>
                  <a:gd name="T74" fmla="*/ 86 w 136"/>
                  <a:gd name="T75" fmla="*/ 168 h 218"/>
                  <a:gd name="T76" fmla="*/ 81 w 136"/>
                  <a:gd name="T77" fmla="*/ 18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218">
                    <a:moveTo>
                      <a:pt x="77" y="132"/>
                    </a:moveTo>
                    <a:cubicBezTo>
                      <a:pt x="92" y="129"/>
                      <a:pt x="89" y="109"/>
                      <a:pt x="107" y="109"/>
                    </a:cubicBezTo>
                    <a:cubicBezTo>
                      <a:pt x="111" y="118"/>
                      <a:pt x="103" y="124"/>
                      <a:pt x="99" y="131"/>
                    </a:cubicBezTo>
                    <a:cubicBezTo>
                      <a:pt x="96" y="138"/>
                      <a:pt x="93" y="145"/>
                      <a:pt x="91" y="154"/>
                    </a:cubicBezTo>
                    <a:cubicBezTo>
                      <a:pt x="102" y="151"/>
                      <a:pt x="108" y="144"/>
                      <a:pt x="120" y="142"/>
                    </a:cubicBezTo>
                    <a:cubicBezTo>
                      <a:pt x="129" y="150"/>
                      <a:pt x="124" y="153"/>
                      <a:pt x="118" y="160"/>
                    </a:cubicBezTo>
                    <a:cubicBezTo>
                      <a:pt x="116" y="162"/>
                      <a:pt x="111" y="167"/>
                      <a:pt x="111" y="169"/>
                    </a:cubicBezTo>
                    <a:cubicBezTo>
                      <a:pt x="111" y="173"/>
                      <a:pt x="119" y="176"/>
                      <a:pt x="123" y="178"/>
                    </a:cubicBezTo>
                    <a:cubicBezTo>
                      <a:pt x="131" y="183"/>
                      <a:pt x="136" y="194"/>
                      <a:pt x="122" y="198"/>
                    </a:cubicBezTo>
                    <a:cubicBezTo>
                      <a:pt x="118" y="190"/>
                      <a:pt x="112" y="180"/>
                      <a:pt x="103" y="181"/>
                    </a:cubicBezTo>
                    <a:cubicBezTo>
                      <a:pt x="98" y="181"/>
                      <a:pt x="88" y="195"/>
                      <a:pt x="85" y="198"/>
                    </a:cubicBezTo>
                    <a:cubicBezTo>
                      <a:pt x="79" y="206"/>
                      <a:pt x="75" y="214"/>
                      <a:pt x="71" y="218"/>
                    </a:cubicBezTo>
                    <a:cubicBezTo>
                      <a:pt x="59" y="212"/>
                      <a:pt x="63" y="195"/>
                      <a:pt x="68" y="181"/>
                    </a:cubicBezTo>
                    <a:cubicBezTo>
                      <a:pt x="71" y="172"/>
                      <a:pt x="77" y="164"/>
                      <a:pt x="75" y="156"/>
                    </a:cubicBezTo>
                    <a:cubicBezTo>
                      <a:pt x="65" y="166"/>
                      <a:pt x="56" y="179"/>
                      <a:pt x="46" y="191"/>
                    </a:cubicBezTo>
                    <a:cubicBezTo>
                      <a:pt x="36" y="202"/>
                      <a:pt x="24" y="214"/>
                      <a:pt x="7" y="215"/>
                    </a:cubicBezTo>
                    <a:cubicBezTo>
                      <a:pt x="0" y="198"/>
                      <a:pt x="13" y="189"/>
                      <a:pt x="24" y="182"/>
                    </a:cubicBezTo>
                    <a:cubicBezTo>
                      <a:pt x="31" y="177"/>
                      <a:pt x="35" y="173"/>
                      <a:pt x="41" y="168"/>
                    </a:cubicBezTo>
                    <a:cubicBezTo>
                      <a:pt x="57" y="155"/>
                      <a:pt x="67" y="140"/>
                      <a:pt x="65" y="112"/>
                    </a:cubicBezTo>
                    <a:cubicBezTo>
                      <a:pt x="64" y="110"/>
                      <a:pt x="64" y="108"/>
                      <a:pt x="64" y="105"/>
                    </a:cubicBezTo>
                    <a:cubicBezTo>
                      <a:pt x="63" y="99"/>
                      <a:pt x="67" y="92"/>
                      <a:pt x="66" y="86"/>
                    </a:cubicBezTo>
                    <a:cubicBezTo>
                      <a:pt x="66" y="81"/>
                      <a:pt x="64" y="76"/>
                      <a:pt x="65" y="71"/>
                    </a:cubicBezTo>
                    <a:cubicBezTo>
                      <a:pt x="65" y="68"/>
                      <a:pt x="66" y="66"/>
                      <a:pt x="66" y="64"/>
                    </a:cubicBezTo>
                    <a:cubicBezTo>
                      <a:pt x="67" y="59"/>
                      <a:pt x="65" y="56"/>
                      <a:pt x="64" y="52"/>
                    </a:cubicBezTo>
                    <a:cubicBezTo>
                      <a:pt x="63" y="47"/>
                      <a:pt x="65" y="41"/>
                      <a:pt x="64" y="37"/>
                    </a:cubicBezTo>
                    <a:cubicBezTo>
                      <a:pt x="62" y="32"/>
                      <a:pt x="59" y="27"/>
                      <a:pt x="57" y="22"/>
                    </a:cubicBezTo>
                    <a:cubicBezTo>
                      <a:pt x="54" y="14"/>
                      <a:pt x="50" y="9"/>
                      <a:pt x="52" y="2"/>
                    </a:cubicBezTo>
                    <a:cubicBezTo>
                      <a:pt x="52" y="2"/>
                      <a:pt x="53" y="1"/>
                      <a:pt x="53" y="1"/>
                    </a:cubicBezTo>
                    <a:cubicBezTo>
                      <a:pt x="57" y="0"/>
                      <a:pt x="63" y="4"/>
                      <a:pt x="65" y="8"/>
                    </a:cubicBezTo>
                    <a:cubicBezTo>
                      <a:pt x="75" y="23"/>
                      <a:pt x="76" y="56"/>
                      <a:pt x="77" y="82"/>
                    </a:cubicBezTo>
                    <a:cubicBezTo>
                      <a:pt x="78" y="100"/>
                      <a:pt x="72" y="119"/>
                      <a:pt x="77" y="132"/>
                    </a:cubicBezTo>
                    <a:close/>
                    <a:moveTo>
                      <a:pt x="100" y="159"/>
                    </a:moveTo>
                    <a:cubicBezTo>
                      <a:pt x="100" y="161"/>
                      <a:pt x="100" y="164"/>
                      <a:pt x="101" y="165"/>
                    </a:cubicBezTo>
                    <a:cubicBezTo>
                      <a:pt x="104" y="165"/>
                      <a:pt x="105" y="163"/>
                      <a:pt x="106" y="160"/>
                    </a:cubicBezTo>
                    <a:cubicBezTo>
                      <a:pt x="105" y="158"/>
                      <a:pt x="103" y="159"/>
                      <a:pt x="100" y="159"/>
                    </a:cubicBezTo>
                    <a:close/>
                    <a:moveTo>
                      <a:pt x="81" y="185"/>
                    </a:moveTo>
                    <a:cubicBezTo>
                      <a:pt x="88" y="186"/>
                      <a:pt x="89" y="178"/>
                      <a:pt x="93" y="175"/>
                    </a:cubicBezTo>
                    <a:cubicBezTo>
                      <a:pt x="90" y="173"/>
                      <a:pt x="90" y="168"/>
                      <a:pt x="86" y="168"/>
                    </a:cubicBezTo>
                    <a:cubicBezTo>
                      <a:pt x="84" y="173"/>
                      <a:pt x="82" y="179"/>
                      <a:pt x="81" y="1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1" name="îšlíḍé"/>
              <p:cNvSpPr/>
              <p:nvPr/>
            </p:nvSpPr>
            <p:spPr bwMode="auto">
              <a:xfrm>
                <a:off x="5111440" y="2763653"/>
                <a:ext cx="153649" cy="127241"/>
              </a:xfrm>
              <a:custGeom>
                <a:avLst/>
                <a:gdLst>
                  <a:gd name="T0" fmla="*/ 1 w 31"/>
                  <a:gd name="T1" fmla="*/ 0 h 25"/>
                  <a:gd name="T2" fmla="*/ 31 w 31"/>
                  <a:gd name="T3" fmla="*/ 21 h 25"/>
                  <a:gd name="T4" fmla="*/ 18 w 31"/>
                  <a:gd name="T5" fmla="*/ 25 h 25"/>
                  <a:gd name="T6" fmla="*/ 10 w 31"/>
                  <a:gd name="T7" fmla="*/ 16 h 25"/>
                  <a:gd name="T8" fmla="*/ 1 w 31"/>
                  <a:gd name="T9" fmla="*/ 6 h 25"/>
                  <a:gd name="T10" fmla="*/ 1 w 31"/>
                  <a:gd name="T11" fmla="*/ 0 h 25"/>
                </a:gdLst>
                <a:ahLst/>
                <a:cxnLst>
                  <a:cxn ang="0">
                    <a:pos x="T0" y="T1"/>
                  </a:cxn>
                  <a:cxn ang="0">
                    <a:pos x="T2" y="T3"/>
                  </a:cxn>
                  <a:cxn ang="0">
                    <a:pos x="T4" y="T5"/>
                  </a:cxn>
                  <a:cxn ang="0">
                    <a:pos x="T6" y="T7"/>
                  </a:cxn>
                  <a:cxn ang="0">
                    <a:pos x="T8" y="T9"/>
                  </a:cxn>
                  <a:cxn ang="0">
                    <a:pos x="T10" y="T11"/>
                  </a:cxn>
                </a:cxnLst>
                <a:rect l="0" t="0" r="r" b="b"/>
                <a:pathLst>
                  <a:path w="31" h="25">
                    <a:moveTo>
                      <a:pt x="1" y="0"/>
                    </a:moveTo>
                    <a:cubicBezTo>
                      <a:pt x="15" y="1"/>
                      <a:pt x="28" y="7"/>
                      <a:pt x="31" y="21"/>
                    </a:cubicBezTo>
                    <a:cubicBezTo>
                      <a:pt x="28" y="24"/>
                      <a:pt x="24" y="25"/>
                      <a:pt x="18" y="25"/>
                    </a:cubicBezTo>
                    <a:cubicBezTo>
                      <a:pt x="20" y="17"/>
                      <a:pt x="13" y="18"/>
                      <a:pt x="10" y="16"/>
                    </a:cubicBezTo>
                    <a:cubicBezTo>
                      <a:pt x="8" y="14"/>
                      <a:pt x="2" y="9"/>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2" name="íS1ïḍé"/>
              <p:cNvSpPr/>
              <p:nvPr/>
            </p:nvSpPr>
            <p:spPr bwMode="auto">
              <a:xfrm>
                <a:off x="5121043" y="2924505"/>
                <a:ext cx="139244" cy="225671"/>
              </a:xfrm>
              <a:custGeom>
                <a:avLst/>
                <a:gdLst>
                  <a:gd name="T0" fmla="*/ 22 w 28"/>
                  <a:gd name="T1" fmla="*/ 19 h 45"/>
                  <a:gd name="T2" fmla="*/ 13 w 28"/>
                  <a:gd name="T3" fmla="*/ 21 h 45"/>
                  <a:gd name="T4" fmla="*/ 20 w 28"/>
                  <a:gd name="T5" fmla="*/ 39 h 45"/>
                  <a:gd name="T6" fmla="*/ 11 w 28"/>
                  <a:gd name="T7" fmla="*/ 44 h 45"/>
                  <a:gd name="T8" fmla="*/ 0 w 28"/>
                  <a:gd name="T9" fmla="*/ 32 h 45"/>
                  <a:gd name="T10" fmla="*/ 8 w 28"/>
                  <a:gd name="T11" fmla="*/ 18 h 45"/>
                  <a:gd name="T12" fmla="*/ 8 w 28"/>
                  <a:gd name="T13" fmla="*/ 1 h 45"/>
                  <a:gd name="T14" fmla="*/ 27 w 28"/>
                  <a:gd name="T15" fmla="*/ 9 h 45"/>
                  <a:gd name="T16" fmla="*/ 22 w 28"/>
                  <a:gd name="T17" fmla="*/ 1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45">
                    <a:moveTo>
                      <a:pt x="22" y="19"/>
                    </a:moveTo>
                    <a:cubicBezTo>
                      <a:pt x="18" y="18"/>
                      <a:pt x="15" y="18"/>
                      <a:pt x="13" y="21"/>
                    </a:cubicBezTo>
                    <a:cubicBezTo>
                      <a:pt x="12" y="28"/>
                      <a:pt x="21" y="32"/>
                      <a:pt x="20" y="39"/>
                    </a:cubicBezTo>
                    <a:cubicBezTo>
                      <a:pt x="19" y="42"/>
                      <a:pt x="14" y="45"/>
                      <a:pt x="11" y="44"/>
                    </a:cubicBezTo>
                    <a:cubicBezTo>
                      <a:pt x="6" y="44"/>
                      <a:pt x="2" y="35"/>
                      <a:pt x="0" y="32"/>
                    </a:cubicBezTo>
                    <a:cubicBezTo>
                      <a:pt x="0" y="26"/>
                      <a:pt x="7" y="23"/>
                      <a:pt x="8" y="18"/>
                    </a:cubicBezTo>
                    <a:cubicBezTo>
                      <a:pt x="9" y="12"/>
                      <a:pt x="4" y="7"/>
                      <a:pt x="8" y="1"/>
                    </a:cubicBezTo>
                    <a:cubicBezTo>
                      <a:pt x="13" y="0"/>
                      <a:pt x="26" y="2"/>
                      <a:pt x="27" y="9"/>
                    </a:cubicBezTo>
                    <a:cubicBezTo>
                      <a:pt x="28" y="13"/>
                      <a:pt x="24" y="15"/>
                      <a:pt x="2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6" name="î$1idè"/>
            <p:cNvGrpSpPr/>
            <p:nvPr/>
          </p:nvGrpSpPr>
          <p:grpSpPr>
            <a:xfrm>
              <a:off x="7561942" y="2580837"/>
              <a:ext cx="677905" cy="1186334"/>
              <a:chOff x="7344147" y="2674826"/>
              <a:chExt cx="624197" cy="1092345"/>
            </a:xfrm>
            <a:grpFill/>
          </p:grpSpPr>
          <p:sp>
            <p:nvSpPr>
              <p:cNvPr id="36" name="ïṩľiḓe"/>
              <p:cNvSpPr/>
              <p:nvPr/>
            </p:nvSpPr>
            <p:spPr bwMode="auto">
              <a:xfrm>
                <a:off x="7473788" y="2674826"/>
                <a:ext cx="494556" cy="734632"/>
              </a:xfrm>
              <a:custGeom>
                <a:avLst/>
                <a:gdLst>
                  <a:gd name="T0" fmla="*/ 42 w 99"/>
                  <a:gd name="T1" fmla="*/ 45 h 147"/>
                  <a:gd name="T2" fmla="*/ 93 w 99"/>
                  <a:gd name="T3" fmla="*/ 30 h 147"/>
                  <a:gd name="T4" fmla="*/ 65 w 99"/>
                  <a:gd name="T5" fmla="*/ 93 h 147"/>
                  <a:gd name="T6" fmla="*/ 99 w 99"/>
                  <a:gd name="T7" fmla="*/ 87 h 147"/>
                  <a:gd name="T8" fmla="*/ 57 w 99"/>
                  <a:gd name="T9" fmla="*/ 119 h 147"/>
                  <a:gd name="T10" fmla="*/ 34 w 99"/>
                  <a:gd name="T11" fmla="*/ 147 h 147"/>
                  <a:gd name="T12" fmla="*/ 35 w 99"/>
                  <a:gd name="T13" fmla="*/ 138 h 147"/>
                  <a:gd name="T14" fmla="*/ 18 w 99"/>
                  <a:gd name="T15" fmla="*/ 137 h 147"/>
                  <a:gd name="T16" fmla="*/ 28 w 99"/>
                  <a:gd name="T17" fmla="*/ 130 h 147"/>
                  <a:gd name="T18" fmla="*/ 47 w 99"/>
                  <a:gd name="T19" fmla="*/ 116 h 147"/>
                  <a:gd name="T20" fmla="*/ 78 w 99"/>
                  <a:gd name="T21" fmla="*/ 100 h 147"/>
                  <a:gd name="T22" fmla="*/ 44 w 99"/>
                  <a:gd name="T23" fmla="*/ 112 h 147"/>
                  <a:gd name="T24" fmla="*/ 11 w 99"/>
                  <a:gd name="T25" fmla="*/ 121 h 147"/>
                  <a:gd name="T26" fmla="*/ 41 w 99"/>
                  <a:gd name="T27" fmla="*/ 92 h 147"/>
                  <a:gd name="T28" fmla="*/ 28 w 99"/>
                  <a:gd name="T29" fmla="*/ 89 h 147"/>
                  <a:gd name="T30" fmla="*/ 5 w 99"/>
                  <a:gd name="T31" fmla="*/ 114 h 147"/>
                  <a:gd name="T32" fmla="*/ 18 w 99"/>
                  <a:gd name="T33" fmla="*/ 91 h 147"/>
                  <a:gd name="T34" fmla="*/ 20 w 99"/>
                  <a:gd name="T35" fmla="*/ 74 h 147"/>
                  <a:gd name="T36" fmla="*/ 15 w 99"/>
                  <a:gd name="T37" fmla="*/ 78 h 147"/>
                  <a:gd name="T38" fmla="*/ 0 w 99"/>
                  <a:gd name="T39" fmla="*/ 32 h 147"/>
                  <a:gd name="T40" fmla="*/ 7 w 99"/>
                  <a:gd name="T41" fmla="*/ 31 h 147"/>
                  <a:gd name="T42" fmla="*/ 23 w 99"/>
                  <a:gd name="T43" fmla="*/ 72 h 147"/>
                  <a:gd name="T44" fmla="*/ 31 w 99"/>
                  <a:gd name="T45" fmla="*/ 63 h 147"/>
                  <a:gd name="T46" fmla="*/ 27 w 99"/>
                  <a:gd name="T47" fmla="*/ 49 h 147"/>
                  <a:gd name="T48" fmla="*/ 34 w 99"/>
                  <a:gd name="T49" fmla="*/ 41 h 147"/>
                  <a:gd name="T50" fmla="*/ 43 w 99"/>
                  <a:gd name="T51" fmla="*/ 12 h 147"/>
                  <a:gd name="T52" fmla="*/ 42 w 99"/>
                  <a:gd name="T53" fmla="*/ 1 h 147"/>
                  <a:gd name="T54" fmla="*/ 46 w 99"/>
                  <a:gd name="T55" fmla="*/ 1 h 147"/>
                  <a:gd name="T56" fmla="*/ 61 w 99"/>
                  <a:gd name="T57" fmla="*/ 15 h 147"/>
                  <a:gd name="T58" fmla="*/ 42 w 99"/>
                  <a:gd name="T59" fmla="*/ 45 h 147"/>
                  <a:gd name="T60" fmla="*/ 56 w 99"/>
                  <a:gd name="T61" fmla="*/ 47 h 147"/>
                  <a:gd name="T62" fmla="*/ 66 w 99"/>
                  <a:gd name="T63" fmla="*/ 64 h 147"/>
                  <a:gd name="T64" fmla="*/ 61 w 99"/>
                  <a:gd name="T65" fmla="*/ 73 h 147"/>
                  <a:gd name="T66" fmla="*/ 58 w 99"/>
                  <a:gd name="T67" fmla="*/ 74 h 147"/>
                  <a:gd name="T68" fmla="*/ 55 w 99"/>
                  <a:gd name="T69" fmla="*/ 79 h 147"/>
                  <a:gd name="T70" fmla="*/ 46 w 99"/>
                  <a:gd name="T71" fmla="*/ 88 h 147"/>
                  <a:gd name="T72" fmla="*/ 48 w 99"/>
                  <a:gd name="T73" fmla="*/ 97 h 147"/>
                  <a:gd name="T74" fmla="*/ 77 w 99"/>
                  <a:gd name="T75" fmla="*/ 52 h 147"/>
                  <a:gd name="T76" fmla="*/ 79 w 99"/>
                  <a:gd name="T77" fmla="*/ 37 h 147"/>
                  <a:gd name="T78" fmla="*/ 56 w 99"/>
                  <a:gd name="T79" fmla="*/ 47 h 147"/>
                  <a:gd name="T80" fmla="*/ 36 w 99"/>
                  <a:gd name="T81" fmla="*/ 76 h 147"/>
                  <a:gd name="T82" fmla="*/ 42 w 99"/>
                  <a:gd name="T83" fmla="*/ 73 h 147"/>
                  <a:gd name="T84" fmla="*/ 43 w 99"/>
                  <a:gd name="T85" fmla="*/ 80 h 147"/>
                  <a:gd name="T86" fmla="*/ 52 w 99"/>
                  <a:gd name="T87" fmla="*/ 50 h 147"/>
                  <a:gd name="T88" fmla="*/ 44 w 99"/>
                  <a:gd name="T89" fmla="*/ 50 h 147"/>
                  <a:gd name="T90" fmla="*/ 36 w 99"/>
                  <a:gd name="T91" fmla="*/ 76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147">
                    <a:moveTo>
                      <a:pt x="42" y="45"/>
                    </a:moveTo>
                    <a:cubicBezTo>
                      <a:pt x="56" y="37"/>
                      <a:pt x="72" y="22"/>
                      <a:pt x="93" y="30"/>
                    </a:cubicBezTo>
                    <a:cubicBezTo>
                      <a:pt x="92" y="57"/>
                      <a:pt x="68" y="66"/>
                      <a:pt x="65" y="93"/>
                    </a:cubicBezTo>
                    <a:cubicBezTo>
                      <a:pt x="74" y="90"/>
                      <a:pt x="89" y="82"/>
                      <a:pt x="99" y="87"/>
                    </a:cubicBezTo>
                    <a:cubicBezTo>
                      <a:pt x="99" y="110"/>
                      <a:pt x="77" y="115"/>
                      <a:pt x="57" y="119"/>
                    </a:cubicBezTo>
                    <a:cubicBezTo>
                      <a:pt x="52" y="131"/>
                      <a:pt x="42" y="141"/>
                      <a:pt x="34" y="147"/>
                    </a:cubicBezTo>
                    <a:cubicBezTo>
                      <a:pt x="33" y="143"/>
                      <a:pt x="35" y="142"/>
                      <a:pt x="35" y="138"/>
                    </a:cubicBezTo>
                    <a:cubicBezTo>
                      <a:pt x="29" y="137"/>
                      <a:pt x="22" y="142"/>
                      <a:pt x="18" y="137"/>
                    </a:cubicBezTo>
                    <a:cubicBezTo>
                      <a:pt x="17" y="131"/>
                      <a:pt x="25" y="131"/>
                      <a:pt x="28" y="130"/>
                    </a:cubicBezTo>
                    <a:cubicBezTo>
                      <a:pt x="36" y="127"/>
                      <a:pt x="43" y="123"/>
                      <a:pt x="47" y="116"/>
                    </a:cubicBezTo>
                    <a:cubicBezTo>
                      <a:pt x="60" y="113"/>
                      <a:pt x="70" y="107"/>
                      <a:pt x="78" y="100"/>
                    </a:cubicBezTo>
                    <a:cubicBezTo>
                      <a:pt x="65" y="98"/>
                      <a:pt x="53" y="107"/>
                      <a:pt x="44" y="112"/>
                    </a:cubicBezTo>
                    <a:cubicBezTo>
                      <a:pt x="33" y="114"/>
                      <a:pt x="25" y="121"/>
                      <a:pt x="11" y="121"/>
                    </a:cubicBezTo>
                    <a:cubicBezTo>
                      <a:pt x="15" y="107"/>
                      <a:pt x="50" y="114"/>
                      <a:pt x="41" y="92"/>
                    </a:cubicBezTo>
                    <a:cubicBezTo>
                      <a:pt x="38" y="97"/>
                      <a:pt x="29" y="94"/>
                      <a:pt x="28" y="89"/>
                    </a:cubicBezTo>
                    <a:cubicBezTo>
                      <a:pt x="16" y="93"/>
                      <a:pt x="20" y="113"/>
                      <a:pt x="5" y="114"/>
                    </a:cubicBezTo>
                    <a:cubicBezTo>
                      <a:pt x="6" y="107"/>
                      <a:pt x="14" y="99"/>
                      <a:pt x="18" y="91"/>
                    </a:cubicBezTo>
                    <a:cubicBezTo>
                      <a:pt x="20" y="86"/>
                      <a:pt x="24" y="80"/>
                      <a:pt x="20" y="74"/>
                    </a:cubicBezTo>
                    <a:cubicBezTo>
                      <a:pt x="17" y="74"/>
                      <a:pt x="18" y="78"/>
                      <a:pt x="15" y="78"/>
                    </a:cubicBezTo>
                    <a:cubicBezTo>
                      <a:pt x="5" y="68"/>
                      <a:pt x="8" y="45"/>
                      <a:pt x="0" y="32"/>
                    </a:cubicBezTo>
                    <a:cubicBezTo>
                      <a:pt x="2" y="31"/>
                      <a:pt x="5" y="32"/>
                      <a:pt x="7" y="31"/>
                    </a:cubicBezTo>
                    <a:cubicBezTo>
                      <a:pt x="15" y="42"/>
                      <a:pt x="20" y="56"/>
                      <a:pt x="23" y="72"/>
                    </a:cubicBezTo>
                    <a:cubicBezTo>
                      <a:pt x="27" y="69"/>
                      <a:pt x="31" y="68"/>
                      <a:pt x="31" y="63"/>
                    </a:cubicBezTo>
                    <a:cubicBezTo>
                      <a:pt x="32" y="58"/>
                      <a:pt x="27" y="54"/>
                      <a:pt x="27" y="49"/>
                    </a:cubicBezTo>
                    <a:cubicBezTo>
                      <a:pt x="28" y="46"/>
                      <a:pt x="32" y="44"/>
                      <a:pt x="34" y="41"/>
                    </a:cubicBezTo>
                    <a:cubicBezTo>
                      <a:pt x="38" y="36"/>
                      <a:pt x="45" y="24"/>
                      <a:pt x="43" y="12"/>
                    </a:cubicBezTo>
                    <a:cubicBezTo>
                      <a:pt x="43" y="9"/>
                      <a:pt x="40" y="6"/>
                      <a:pt x="42" y="1"/>
                    </a:cubicBezTo>
                    <a:cubicBezTo>
                      <a:pt x="42" y="1"/>
                      <a:pt x="45" y="0"/>
                      <a:pt x="46" y="1"/>
                    </a:cubicBezTo>
                    <a:cubicBezTo>
                      <a:pt x="50" y="1"/>
                      <a:pt x="61" y="13"/>
                      <a:pt x="61" y="15"/>
                    </a:cubicBezTo>
                    <a:cubicBezTo>
                      <a:pt x="64" y="27"/>
                      <a:pt x="43" y="33"/>
                      <a:pt x="42" y="45"/>
                    </a:cubicBezTo>
                    <a:close/>
                    <a:moveTo>
                      <a:pt x="56" y="47"/>
                    </a:moveTo>
                    <a:cubicBezTo>
                      <a:pt x="59" y="53"/>
                      <a:pt x="64" y="57"/>
                      <a:pt x="66" y="64"/>
                    </a:cubicBezTo>
                    <a:cubicBezTo>
                      <a:pt x="64" y="67"/>
                      <a:pt x="64" y="70"/>
                      <a:pt x="61" y="73"/>
                    </a:cubicBezTo>
                    <a:cubicBezTo>
                      <a:pt x="61" y="74"/>
                      <a:pt x="59" y="73"/>
                      <a:pt x="58" y="74"/>
                    </a:cubicBezTo>
                    <a:cubicBezTo>
                      <a:pt x="57" y="75"/>
                      <a:pt x="56" y="78"/>
                      <a:pt x="55" y="79"/>
                    </a:cubicBezTo>
                    <a:cubicBezTo>
                      <a:pt x="51" y="82"/>
                      <a:pt x="46" y="83"/>
                      <a:pt x="46" y="88"/>
                    </a:cubicBezTo>
                    <a:cubicBezTo>
                      <a:pt x="46" y="91"/>
                      <a:pt x="50" y="93"/>
                      <a:pt x="48" y="97"/>
                    </a:cubicBezTo>
                    <a:cubicBezTo>
                      <a:pt x="62" y="86"/>
                      <a:pt x="68" y="68"/>
                      <a:pt x="77" y="52"/>
                    </a:cubicBezTo>
                    <a:cubicBezTo>
                      <a:pt x="77" y="46"/>
                      <a:pt x="80" y="41"/>
                      <a:pt x="79" y="37"/>
                    </a:cubicBezTo>
                    <a:cubicBezTo>
                      <a:pt x="71" y="38"/>
                      <a:pt x="61" y="41"/>
                      <a:pt x="56" y="47"/>
                    </a:cubicBezTo>
                    <a:close/>
                    <a:moveTo>
                      <a:pt x="36" y="76"/>
                    </a:moveTo>
                    <a:cubicBezTo>
                      <a:pt x="39" y="76"/>
                      <a:pt x="38" y="73"/>
                      <a:pt x="42" y="73"/>
                    </a:cubicBezTo>
                    <a:cubicBezTo>
                      <a:pt x="43" y="75"/>
                      <a:pt x="43" y="78"/>
                      <a:pt x="43" y="80"/>
                    </a:cubicBezTo>
                    <a:cubicBezTo>
                      <a:pt x="54" y="75"/>
                      <a:pt x="59" y="63"/>
                      <a:pt x="52" y="50"/>
                    </a:cubicBezTo>
                    <a:cubicBezTo>
                      <a:pt x="49" y="50"/>
                      <a:pt x="47" y="50"/>
                      <a:pt x="44" y="50"/>
                    </a:cubicBezTo>
                    <a:cubicBezTo>
                      <a:pt x="48" y="61"/>
                      <a:pt x="39" y="67"/>
                      <a:pt x="36"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7" name="íṣlïḓê"/>
              <p:cNvSpPr/>
              <p:nvPr/>
            </p:nvSpPr>
            <p:spPr bwMode="auto">
              <a:xfrm>
                <a:off x="7440177" y="2998928"/>
                <a:ext cx="88827" cy="201664"/>
              </a:xfrm>
              <a:custGeom>
                <a:avLst/>
                <a:gdLst>
                  <a:gd name="T0" fmla="*/ 14 w 18"/>
                  <a:gd name="T1" fmla="*/ 37 h 40"/>
                  <a:gd name="T2" fmla="*/ 4 w 18"/>
                  <a:gd name="T3" fmla="*/ 40 h 40"/>
                  <a:gd name="T4" fmla="*/ 0 w 18"/>
                  <a:gd name="T5" fmla="*/ 1 h 40"/>
                  <a:gd name="T6" fmla="*/ 1 w 18"/>
                  <a:gd name="T7" fmla="*/ 1 h 40"/>
                  <a:gd name="T8" fmla="*/ 2 w 18"/>
                  <a:gd name="T9" fmla="*/ 0 h 40"/>
                  <a:gd name="T10" fmla="*/ 10 w 18"/>
                  <a:gd name="T11" fmla="*/ 14 h 40"/>
                  <a:gd name="T12" fmla="*/ 17 w 18"/>
                  <a:gd name="T13" fmla="*/ 22 h 40"/>
                  <a:gd name="T14" fmla="*/ 14 w 18"/>
                  <a:gd name="T15" fmla="*/ 37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0">
                    <a:moveTo>
                      <a:pt x="14" y="37"/>
                    </a:moveTo>
                    <a:cubicBezTo>
                      <a:pt x="11" y="39"/>
                      <a:pt x="8" y="39"/>
                      <a:pt x="4" y="40"/>
                    </a:cubicBezTo>
                    <a:cubicBezTo>
                      <a:pt x="3" y="27"/>
                      <a:pt x="2" y="13"/>
                      <a:pt x="0" y="1"/>
                    </a:cubicBezTo>
                    <a:cubicBezTo>
                      <a:pt x="0" y="1"/>
                      <a:pt x="0" y="1"/>
                      <a:pt x="1" y="1"/>
                    </a:cubicBezTo>
                    <a:cubicBezTo>
                      <a:pt x="1" y="1"/>
                      <a:pt x="2" y="1"/>
                      <a:pt x="2" y="0"/>
                    </a:cubicBezTo>
                    <a:cubicBezTo>
                      <a:pt x="7" y="1"/>
                      <a:pt x="6" y="8"/>
                      <a:pt x="10" y="14"/>
                    </a:cubicBezTo>
                    <a:cubicBezTo>
                      <a:pt x="12" y="17"/>
                      <a:pt x="16" y="20"/>
                      <a:pt x="17" y="22"/>
                    </a:cubicBezTo>
                    <a:cubicBezTo>
                      <a:pt x="18" y="28"/>
                      <a:pt x="14" y="31"/>
                      <a:pt x="14"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8" name="ïšlîḍê"/>
              <p:cNvSpPr/>
              <p:nvPr/>
            </p:nvSpPr>
            <p:spPr bwMode="auto">
              <a:xfrm>
                <a:off x="7344147" y="3241405"/>
                <a:ext cx="144046" cy="259282"/>
              </a:xfrm>
              <a:custGeom>
                <a:avLst/>
                <a:gdLst>
                  <a:gd name="T0" fmla="*/ 20 w 29"/>
                  <a:gd name="T1" fmla="*/ 0 h 52"/>
                  <a:gd name="T2" fmla="*/ 14 w 29"/>
                  <a:gd name="T3" fmla="*/ 32 h 52"/>
                  <a:gd name="T4" fmla="*/ 27 w 29"/>
                  <a:gd name="T5" fmla="*/ 19 h 52"/>
                  <a:gd name="T6" fmla="*/ 20 w 29"/>
                  <a:gd name="T7" fmla="*/ 42 h 52"/>
                  <a:gd name="T8" fmla="*/ 8 w 29"/>
                  <a:gd name="T9" fmla="*/ 52 h 52"/>
                  <a:gd name="T10" fmla="*/ 2 w 29"/>
                  <a:gd name="T11" fmla="*/ 30 h 52"/>
                  <a:gd name="T12" fmla="*/ 10 w 29"/>
                  <a:gd name="T13" fmla="*/ 16 h 52"/>
                  <a:gd name="T14" fmla="*/ 19 w 29"/>
                  <a:gd name="T15" fmla="*/ 0 h 52"/>
                  <a:gd name="T16" fmla="*/ 20 w 29"/>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52">
                    <a:moveTo>
                      <a:pt x="20" y="0"/>
                    </a:moveTo>
                    <a:cubicBezTo>
                      <a:pt x="25" y="13"/>
                      <a:pt x="14" y="20"/>
                      <a:pt x="14" y="32"/>
                    </a:cubicBezTo>
                    <a:cubicBezTo>
                      <a:pt x="21" y="30"/>
                      <a:pt x="20" y="21"/>
                      <a:pt x="27" y="19"/>
                    </a:cubicBezTo>
                    <a:cubicBezTo>
                      <a:pt x="29" y="27"/>
                      <a:pt x="25" y="35"/>
                      <a:pt x="20" y="42"/>
                    </a:cubicBezTo>
                    <a:cubicBezTo>
                      <a:pt x="17" y="46"/>
                      <a:pt x="12" y="52"/>
                      <a:pt x="8" y="52"/>
                    </a:cubicBezTo>
                    <a:cubicBezTo>
                      <a:pt x="2" y="51"/>
                      <a:pt x="0" y="39"/>
                      <a:pt x="2" y="30"/>
                    </a:cubicBezTo>
                    <a:cubicBezTo>
                      <a:pt x="3" y="27"/>
                      <a:pt x="8" y="21"/>
                      <a:pt x="10" y="16"/>
                    </a:cubicBezTo>
                    <a:cubicBezTo>
                      <a:pt x="13" y="10"/>
                      <a:pt x="17" y="5"/>
                      <a:pt x="19" y="0"/>
                    </a:cubicBezTo>
                    <a:cubicBezTo>
                      <a:pt x="20" y="0"/>
                      <a:pt x="20" y="0"/>
                      <a:pt x="2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9" name="iS1îḓe"/>
              <p:cNvSpPr/>
              <p:nvPr/>
            </p:nvSpPr>
            <p:spPr bwMode="auto">
              <a:xfrm>
                <a:off x="7473788" y="3344637"/>
                <a:ext cx="379320" cy="422534"/>
              </a:xfrm>
              <a:custGeom>
                <a:avLst/>
                <a:gdLst>
                  <a:gd name="T0" fmla="*/ 76 w 76"/>
                  <a:gd name="T1" fmla="*/ 6 h 84"/>
                  <a:gd name="T2" fmla="*/ 42 w 76"/>
                  <a:gd name="T3" fmla="*/ 22 h 84"/>
                  <a:gd name="T4" fmla="*/ 48 w 76"/>
                  <a:gd name="T5" fmla="*/ 57 h 84"/>
                  <a:gd name="T6" fmla="*/ 37 w 76"/>
                  <a:gd name="T7" fmla="*/ 84 h 84"/>
                  <a:gd name="T8" fmla="*/ 19 w 76"/>
                  <a:gd name="T9" fmla="*/ 74 h 84"/>
                  <a:gd name="T10" fmla="*/ 4 w 76"/>
                  <a:gd name="T11" fmla="*/ 59 h 84"/>
                  <a:gd name="T12" fmla="*/ 32 w 76"/>
                  <a:gd name="T13" fmla="*/ 64 h 84"/>
                  <a:gd name="T14" fmla="*/ 34 w 76"/>
                  <a:gd name="T15" fmla="*/ 25 h 84"/>
                  <a:gd name="T16" fmla="*/ 1 w 76"/>
                  <a:gd name="T17" fmla="*/ 32 h 84"/>
                  <a:gd name="T18" fmla="*/ 0 w 76"/>
                  <a:gd name="T19" fmla="*/ 26 h 84"/>
                  <a:gd name="T20" fmla="*/ 26 w 76"/>
                  <a:gd name="T21" fmla="*/ 20 h 84"/>
                  <a:gd name="T22" fmla="*/ 36 w 76"/>
                  <a:gd name="T23" fmla="*/ 15 h 84"/>
                  <a:gd name="T24" fmla="*/ 76 w 76"/>
                  <a:gd name="T25" fmla="*/ 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 h="84">
                    <a:moveTo>
                      <a:pt x="76" y="6"/>
                    </a:moveTo>
                    <a:cubicBezTo>
                      <a:pt x="75" y="22"/>
                      <a:pt x="55" y="18"/>
                      <a:pt x="42" y="22"/>
                    </a:cubicBezTo>
                    <a:cubicBezTo>
                      <a:pt x="44" y="33"/>
                      <a:pt x="48" y="45"/>
                      <a:pt x="48" y="57"/>
                    </a:cubicBezTo>
                    <a:cubicBezTo>
                      <a:pt x="48" y="68"/>
                      <a:pt x="42" y="78"/>
                      <a:pt x="37" y="84"/>
                    </a:cubicBezTo>
                    <a:cubicBezTo>
                      <a:pt x="31" y="83"/>
                      <a:pt x="25" y="78"/>
                      <a:pt x="19" y="74"/>
                    </a:cubicBezTo>
                    <a:cubicBezTo>
                      <a:pt x="13" y="69"/>
                      <a:pt x="7" y="65"/>
                      <a:pt x="4" y="59"/>
                    </a:cubicBezTo>
                    <a:cubicBezTo>
                      <a:pt x="13" y="61"/>
                      <a:pt x="22" y="66"/>
                      <a:pt x="32" y="64"/>
                    </a:cubicBezTo>
                    <a:cubicBezTo>
                      <a:pt x="34" y="52"/>
                      <a:pt x="35" y="40"/>
                      <a:pt x="34" y="25"/>
                    </a:cubicBezTo>
                    <a:cubicBezTo>
                      <a:pt x="25" y="27"/>
                      <a:pt x="13" y="39"/>
                      <a:pt x="1" y="32"/>
                    </a:cubicBezTo>
                    <a:cubicBezTo>
                      <a:pt x="0" y="30"/>
                      <a:pt x="0" y="28"/>
                      <a:pt x="0" y="26"/>
                    </a:cubicBezTo>
                    <a:cubicBezTo>
                      <a:pt x="9" y="23"/>
                      <a:pt x="17" y="23"/>
                      <a:pt x="26" y="20"/>
                    </a:cubicBezTo>
                    <a:cubicBezTo>
                      <a:pt x="29" y="19"/>
                      <a:pt x="33" y="17"/>
                      <a:pt x="36" y="15"/>
                    </a:cubicBezTo>
                    <a:cubicBezTo>
                      <a:pt x="46" y="10"/>
                      <a:pt x="63" y="0"/>
                      <a:pt x="76"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7" name="ïŝḻïdè"/>
            <p:cNvGrpSpPr/>
            <p:nvPr/>
          </p:nvGrpSpPr>
          <p:grpSpPr>
            <a:xfrm>
              <a:off x="4649513" y="3946051"/>
              <a:ext cx="3567404" cy="243887"/>
              <a:chOff x="4649503" y="3967974"/>
              <a:chExt cx="3246722" cy="221964"/>
            </a:xfrm>
            <a:grpFill/>
          </p:grpSpPr>
          <p:sp>
            <p:nvSpPr>
              <p:cNvPr id="18" name="í$ḻiḓé"/>
              <p:cNvSpPr/>
              <p:nvPr/>
            </p:nvSpPr>
            <p:spPr bwMode="auto">
              <a:xfrm>
                <a:off x="4649503" y="3999310"/>
                <a:ext cx="169736" cy="190628"/>
              </a:xfrm>
              <a:custGeom>
                <a:avLst/>
                <a:gdLst>
                  <a:gd name="T0" fmla="*/ 29 w 31"/>
                  <a:gd name="T1" fmla="*/ 12 h 35"/>
                  <a:gd name="T2" fmla="*/ 18 w 31"/>
                  <a:gd name="T3" fmla="*/ 2 h 35"/>
                  <a:gd name="T4" fmla="*/ 10 w 31"/>
                  <a:gd name="T5" fmla="*/ 5 h 35"/>
                  <a:gd name="T6" fmla="*/ 6 w 31"/>
                  <a:gd name="T7" fmla="*/ 18 h 35"/>
                  <a:gd name="T8" fmla="*/ 19 w 31"/>
                  <a:gd name="T9" fmla="*/ 33 h 35"/>
                  <a:gd name="T10" fmla="*/ 30 w 31"/>
                  <a:gd name="T11" fmla="*/ 28 h 35"/>
                  <a:gd name="T12" fmla="*/ 31 w 31"/>
                  <a:gd name="T13" fmla="*/ 29 h 35"/>
                  <a:gd name="T14" fmla="*/ 17 w 31"/>
                  <a:gd name="T15" fmla="*/ 35 h 35"/>
                  <a:gd name="T16" fmla="*/ 0 w 31"/>
                  <a:gd name="T17" fmla="*/ 18 h 35"/>
                  <a:gd name="T18" fmla="*/ 17 w 31"/>
                  <a:gd name="T19" fmla="*/ 0 h 35"/>
                  <a:gd name="T20" fmla="*/ 25 w 31"/>
                  <a:gd name="T21" fmla="*/ 1 h 35"/>
                  <a:gd name="T22" fmla="*/ 27 w 31"/>
                  <a:gd name="T23" fmla="*/ 2 h 35"/>
                  <a:gd name="T24" fmla="*/ 29 w 31"/>
                  <a:gd name="T25" fmla="*/ 0 h 35"/>
                  <a:gd name="T26" fmla="*/ 30 w 31"/>
                  <a:gd name="T27" fmla="*/ 0 h 35"/>
                  <a:gd name="T28" fmla="*/ 31 w 31"/>
                  <a:gd name="T29" fmla="*/ 12 h 35"/>
                  <a:gd name="T30" fmla="*/ 29 w 31"/>
                  <a:gd name="T31" fmla="*/ 1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5">
                    <a:moveTo>
                      <a:pt x="29" y="12"/>
                    </a:moveTo>
                    <a:cubicBezTo>
                      <a:pt x="28" y="5"/>
                      <a:pt x="24" y="2"/>
                      <a:pt x="18" y="2"/>
                    </a:cubicBezTo>
                    <a:cubicBezTo>
                      <a:pt x="15" y="2"/>
                      <a:pt x="12" y="3"/>
                      <a:pt x="10" y="5"/>
                    </a:cubicBezTo>
                    <a:cubicBezTo>
                      <a:pt x="7" y="8"/>
                      <a:pt x="6" y="12"/>
                      <a:pt x="6" y="18"/>
                    </a:cubicBezTo>
                    <a:cubicBezTo>
                      <a:pt x="6" y="28"/>
                      <a:pt x="10" y="33"/>
                      <a:pt x="19" y="33"/>
                    </a:cubicBezTo>
                    <a:cubicBezTo>
                      <a:pt x="23" y="33"/>
                      <a:pt x="27" y="32"/>
                      <a:pt x="30" y="28"/>
                    </a:cubicBezTo>
                    <a:cubicBezTo>
                      <a:pt x="31" y="29"/>
                      <a:pt x="31" y="29"/>
                      <a:pt x="31" y="29"/>
                    </a:cubicBezTo>
                    <a:cubicBezTo>
                      <a:pt x="28" y="33"/>
                      <a:pt x="23" y="35"/>
                      <a:pt x="17" y="35"/>
                    </a:cubicBezTo>
                    <a:cubicBezTo>
                      <a:pt x="6" y="35"/>
                      <a:pt x="0" y="29"/>
                      <a:pt x="0" y="18"/>
                    </a:cubicBezTo>
                    <a:cubicBezTo>
                      <a:pt x="0" y="7"/>
                      <a:pt x="6" y="1"/>
                      <a:pt x="17" y="0"/>
                    </a:cubicBezTo>
                    <a:cubicBezTo>
                      <a:pt x="20" y="0"/>
                      <a:pt x="22" y="0"/>
                      <a:pt x="25" y="1"/>
                    </a:cubicBezTo>
                    <a:cubicBezTo>
                      <a:pt x="26" y="1"/>
                      <a:pt x="26" y="2"/>
                      <a:pt x="27" y="2"/>
                    </a:cubicBezTo>
                    <a:cubicBezTo>
                      <a:pt x="28" y="2"/>
                      <a:pt x="29" y="1"/>
                      <a:pt x="29" y="0"/>
                    </a:cubicBezTo>
                    <a:cubicBezTo>
                      <a:pt x="30" y="0"/>
                      <a:pt x="30" y="0"/>
                      <a:pt x="30" y="0"/>
                    </a:cubicBezTo>
                    <a:cubicBezTo>
                      <a:pt x="31" y="12"/>
                      <a:pt x="31" y="12"/>
                      <a:pt x="31" y="12"/>
                    </a:cubicBezTo>
                    <a:cubicBezTo>
                      <a:pt x="29" y="12"/>
                      <a:pt x="29" y="12"/>
                      <a:pt x="29"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9" name="ïṡľîḓé"/>
              <p:cNvSpPr/>
              <p:nvPr/>
            </p:nvSpPr>
            <p:spPr bwMode="auto">
              <a:xfrm>
                <a:off x="4834910" y="4004533"/>
                <a:ext cx="190628" cy="185405"/>
              </a:xfrm>
              <a:custGeom>
                <a:avLst/>
                <a:gdLst>
                  <a:gd name="T0" fmla="*/ 0 w 35"/>
                  <a:gd name="T1" fmla="*/ 33 h 34"/>
                  <a:gd name="T2" fmla="*/ 4 w 35"/>
                  <a:gd name="T3" fmla="*/ 32 h 34"/>
                  <a:gd name="T4" fmla="*/ 4 w 35"/>
                  <a:gd name="T5" fmla="*/ 28 h 34"/>
                  <a:gd name="T6" fmla="*/ 4 w 35"/>
                  <a:gd name="T7" fmla="*/ 5 h 34"/>
                  <a:gd name="T8" fmla="*/ 4 w 35"/>
                  <a:gd name="T9" fmla="*/ 2 h 34"/>
                  <a:gd name="T10" fmla="*/ 0 w 35"/>
                  <a:gd name="T11" fmla="*/ 1 h 34"/>
                  <a:gd name="T12" fmla="*/ 0 w 35"/>
                  <a:gd name="T13" fmla="*/ 0 h 34"/>
                  <a:gd name="T14" fmla="*/ 14 w 35"/>
                  <a:gd name="T15" fmla="*/ 0 h 34"/>
                  <a:gd name="T16" fmla="*/ 14 w 35"/>
                  <a:gd name="T17" fmla="*/ 1 h 34"/>
                  <a:gd name="T18" fmla="*/ 11 w 35"/>
                  <a:gd name="T19" fmla="*/ 2 h 34"/>
                  <a:gd name="T20" fmla="*/ 10 w 35"/>
                  <a:gd name="T21" fmla="*/ 5 h 34"/>
                  <a:gd name="T22" fmla="*/ 10 w 35"/>
                  <a:gd name="T23" fmla="*/ 15 h 34"/>
                  <a:gd name="T24" fmla="*/ 25 w 35"/>
                  <a:gd name="T25" fmla="*/ 15 h 34"/>
                  <a:gd name="T26" fmla="*/ 25 w 35"/>
                  <a:gd name="T27" fmla="*/ 5 h 34"/>
                  <a:gd name="T28" fmla="*/ 25 w 35"/>
                  <a:gd name="T29" fmla="*/ 2 h 34"/>
                  <a:gd name="T30" fmla="*/ 21 w 35"/>
                  <a:gd name="T31" fmla="*/ 1 h 34"/>
                  <a:gd name="T32" fmla="*/ 21 w 35"/>
                  <a:gd name="T33" fmla="*/ 0 h 34"/>
                  <a:gd name="T34" fmla="*/ 35 w 35"/>
                  <a:gd name="T35" fmla="*/ 0 h 34"/>
                  <a:gd name="T36" fmla="*/ 35 w 35"/>
                  <a:gd name="T37" fmla="*/ 1 h 34"/>
                  <a:gd name="T38" fmla="*/ 32 w 35"/>
                  <a:gd name="T39" fmla="*/ 2 h 34"/>
                  <a:gd name="T40" fmla="*/ 31 w 35"/>
                  <a:gd name="T41" fmla="*/ 5 h 34"/>
                  <a:gd name="T42" fmla="*/ 31 w 35"/>
                  <a:gd name="T43" fmla="*/ 28 h 34"/>
                  <a:gd name="T44" fmla="*/ 32 w 35"/>
                  <a:gd name="T45" fmla="*/ 32 h 34"/>
                  <a:gd name="T46" fmla="*/ 35 w 35"/>
                  <a:gd name="T47" fmla="*/ 33 h 34"/>
                  <a:gd name="T48" fmla="*/ 35 w 35"/>
                  <a:gd name="T49" fmla="*/ 34 h 34"/>
                  <a:gd name="T50" fmla="*/ 21 w 35"/>
                  <a:gd name="T51" fmla="*/ 34 h 34"/>
                  <a:gd name="T52" fmla="*/ 21 w 35"/>
                  <a:gd name="T53" fmla="*/ 33 h 34"/>
                  <a:gd name="T54" fmla="*/ 25 w 35"/>
                  <a:gd name="T55" fmla="*/ 32 h 34"/>
                  <a:gd name="T56" fmla="*/ 25 w 35"/>
                  <a:gd name="T57" fmla="*/ 28 h 34"/>
                  <a:gd name="T58" fmla="*/ 25 w 35"/>
                  <a:gd name="T59" fmla="*/ 18 h 34"/>
                  <a:gd name="T60" fmla="*/ 10 w 35"/>
                  <a:gd name="T61" fmla="*/ 18 h 34"/>
                  <a:gd name="T62" fmla="*/ 10 w 35"/>
                  <a:gd name="T63" fmla="*/ 28 h 34"/>
                  <a:gd name="T64" fmla="*/ 11 w 35"/>
                  <a:gd name="T65" fmla="*/ 32 h 34"/>
                  <a:gd name="T66" fmla="*/ 14 w 35"/>
                  <a:gd name="T67" fmla="*/ 33 h 34"/>
                  <a:gd name="T68" fmla="*/ 14 w 35"/>
                  <a:gd name="T69" fmla="*/ 34 h 34"/>
                  <a:gd name="T70" fmla="*/ 0 w 35"/>
                  <a:gd name="T71" fmla="*/ 34 h 34"/>
                  <a:gd name="T72" fmla="*/ 0 w 35"/>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 h="34">
                    <a:moveTo>
                      <a:pt x="0" y="33"/>
                    </a:move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14" y="1"/>
                      <a:pt x="14" y="1"/>
                      <a:pt x="14" y="1"/>
                    </a:cubicBezTo>
                    <a:cubicBezTo>
                      <a:pt x="12" y="1"/>
                      <a:pt x="11" y="1"/>
                      <a:pt x="11" y="2"/>
                    </a:cubicBezTo>
                    <a:cubicBezTo>
                      <a:pt x="10" y="2"/>
                      <a:pt x="10" y="3"/>
                      <a:pt x="10" y="5"/>
                    </a:cubicBezTo>
                    <a:cubicBezTo>
                      <a:pt x="10" y="15"/>
                      <a:pt x="10" y="15"/>
                      <a:pt x="10" y="15"/>
                    </a:cubicBezTo>
                    <a:cubicBezTo>
                      <a:pt x="25" y="15"/>
                      <a:pt x="25" y="15"/>
                      <a:pt x="25" y="15"/>
                    </a:cubicBezTo>
                    <a:cubicBezTo>
                      <a:pt x="25" y="5"/>
                      <a:pt x="25" y="5"/>
                      <a:pt x="25" y="5"/>
                    </a:cubicBezTo>
                    <a:cubicBezTo>
                      <a:pt x="25" y="3"/>
                      <a:pt x="25" y="2"/>
                      <a:pt x="25" y="2"/>
                    </a:cubicBezTo>
                    <a:cubicBezTo>
                      <a:pt x="24" y="1"/>
                      <a:pt x="23" y="1"/>
                      <a:pt x="21" y="1"/>
                    </a:cubicBezTo>
                    <a:cubicBezTo>
                      <a:pt x="21" y="0"/>
                      <a:pt x="21" y="0"/>
                      <a:pt x="21" y="0"/>
                    </a:cubicBezTo>
                    <a:cubicBezTo>
                      <a:pt x="35" y="0"/>
                      <a:pt x="35" y="0"/>
                      <a:pt x="35" y="0"/>
                    </a:cubicBezTo>
                    <a:cubicBezTo>
                      <a:pt x="35" y="1"/>
                      <a:pt x="35" y="1"/>
                      <a:pt x="35" y="1"/>
                    </a:cubicBezTo>
                    <a:cubicBezTo>
                      <a:pt x="33" y="1"/>
                      <a:pt x="32" y="1"/>
                      <a:pt x="32" y="2"/>
                    </a:cubicBezTo>
                    <a:cubicBezTo>
                      <a:pt x="31" y="2"/>
                      <a:pt x="31" y="3"/>
                      <a:pt x="31" y="5"/>
                    </a:cubicBezTo>
                    <a:cubicBezTo>
                      <a:pt x="31" y="28"/>
                      <a:pt x="31" y="28"/>
                      <a:pt x="31" y="28"/>
                    </a:cubicBezTo>
                    <a:cubicBezTo>
                      <a:pt x="31" y="30"/>
                      <a:pt x="31" y="31"/>
                      <a:pt x="32" y="32"/>
                    </a:cubicBezTo>
                    <a:cubicBezTo>
                      <a:pt x="32" y="33"/>
                      <a:pt x="34" y="33"/>
                      <a:pt x="35" y="33"/>
                    </a:cubicBezTo>
                    <a:cubicBezTo>
                      <a:pt x="35" y="34"/>
                      <a:pt x="35" y="34"/>
                      <a:pt x="35" y="34"/>
                    </a:cubicBezTo>
                    <a:cubicBezTo>
                      <a:pt x="21" y="34"/>
                      <a:pt x="21" y="34"/>
                      <a:pt x="21" y="34"/>
                    </a:cubicBezTo>
                    <a:cubicBezTo>
                      <a:pt x="21" y="33"/>
                      <a:pt x="21" y="33"/>
                      <a:pt x="21" y="33"/>
                    </a:cubicBezTo>
                    <a:cubicBezTo>
                      <a:pt x="23" y="33"/>
                      <a:pt x="24" y="32"/>
                      <a:pt x="25" y="32"/>
                    </a:cubicBezTo>
                    <a:cubicBezTo>
                      <a:pt x="25" y="31"/>
                      <a:pt x="25" y="30"/>
                      <a:pt x="25" y="28"/>
                    </a:cubicBezTo>
                    <a:cubicBezTo>
                      <a:pt x="25" y="18"/>
                      <a:pt x="25" y="18"/>
                      <a:pt x="25" y="18"/>
                    </a:cubicBezTo>
                    <a:cubicBezTo>
                      <a:pt x="10" y="18"/>
                      <a:pt x="10" y="18"/>
                      <a:pt x="10" y="18"/>
                    </a:cubicBezTo>
                    <a:cubicBezTo>
                      <a:pt x="10" y="28"/>
                      <a:pt x="10" y="28"/>
                      <a:pt x="10" y="28"/>
                    </a:cubicBezTo>
                    <a:cubicBezTo>
                      <a:pt x="10" y="30"/>
                      <a:pt x="10" y="31"/>
                      <a:pt x="11" y="32"/>
                    </a:cubicBezTo>
                    <a:cubicBezTo>
                      <a:pt x="11" y="33"/>
                      <a:pt x="12" y="33"/>
                      <a:pt x="14" y="33"/>
                    </a:cubicBezTo>
                    <a:cubicBezTo>
                      <a:pt x="14" y="34"/>
                      <a:pt x="14" y="34"/>
                      <a:pt x="14"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0" name="îṥļíḑè"/>
              <p:cNvSpPr/>
              <p:nvPr/>
            </p:nvSpPr>
            <p:spPr bwMode="auto">
              <a:xfrm>
                <a:off x="5035981"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5 w 36"/>
                  <a:gd name="T11" fmla="*/ 29 h 35"/>
                  <a:gd name="T12" fmla="*/ 23 w 36"/>
                  <a:gd name="T13" fmla="*/ 24 h 35"/>
                  <a:gd name="T14" fmla="*/ 10 w 36"/>
                  <a:gd name="T15" fmla="*/ 24 h 35"/>
                  <a:gd name="T16" fmla="*/ 7 w 36"/>
                  <a:gd name="T17" fmla="*/ 30 h 35"/>
                  <a:gd name="T18" fmla="*/ 7 w 36"/>
                  <a:gd name="T19" fmla="*/ 32 h 35"/>
                  <a:gd name="T20" fmla="*/ 10 w 36"/>
                  <a:gd name="T21" fmla="*/ 34 h 35"/>
                  <a:gd name="T22" fmla="*/ 10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3 w 36"/>
                  <a:gd name="T41" fmla="*/ 33 h 35"/>
                  <a:gd name="T42" fmla="*/ 36 w 36"/>
                  <a:gd name="T43" fmla="*/ 34 h 35"/>
                  <a:gd name="T44" fmla="*/ 36 w 36"/>
                  <a:gd name="T45" fmla="*/ 35 h 35"/>
                  <a:gd name="T46" fmla="*/ 22 w 36"/>
                  <a:gd name="T47" fmla="*/ 22 h 35"/>
                  <a:gd name="T48" fmla="*/ 17 w 36"/>
                  <a:gd name="T49" fmla="*/ 7 h 35"/>
                  <a:gd name="T50" fmla="*/ 10 w 36"/>
                  <a:gd name="T51" fmla="*/ 22 h 35"/>
                  <a:gd name="T52" fmla="*/ 22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6" y="33"/>
                      <a:pt x="26" y="32"/>
                    </a:cubicBezTo>
                    <a:cubicBezTo>
                      <a:pt x="26" y="32"/>
                      <a:pt x="26" y="31"/>
                      <a:pt x="26" y="30"/>
                    </a:cubicBezTo>
                    <a:cubicBezTo>
                      <a:pt x="26" y="29"/>
                      <a:pt x="25" y="29"/>
                      <a:pt x="25"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0" y="34"/>
                    </a:cubicBezTo>
                    <a:cubicBezTo>
                      <a:pt x="10" y="35"/>
                      <a:pt x="10" y="35"/>
                      <a:pt x="10" y="35"/>
                    </a:cubicBezTo>
                    <a:cubicBezTo>
                      <a:pt x="0" y="35"/>
                      <a:pt x="0" y="35"/>
                      <a:pt x="0" y="35"/>
                    </a:cubicBezTo>
                    <a:cubicBezTo>
                      <a:pt x="0" y="34"/>
                      <a:pt x="0" y="34"/>
                      <a:pt x="0" y="34"/>
                    </a:cubicBezTo>
                    <a:cubicBezTo>
                      <a:pt x="1" y="34"/>
                      <a:pt x="2" y="34"/>
                      <a:pt x="3" y="33"/>
                    </a:cubicBezTo>
                    <a:cubicBezTo>
                      <a:pt x="3" y="32"/>
                      <a:pt x="5" y="30"/>
                      <a:pt x="6" y="26"/>
                    </a:cubicBezTo>
                    <a:cubicBezTo>
                      <a:pt x="6" y="26"/>
                      <a:pt x="6" y="26"/>
                      <a:pt x="7" y="25"/>
                    </a:cubicBezTo>
                    <a:cubicBezTo>
                      <a:pt x="17" y="0"/>
                      <a:pt x="17" y="0"/>
                      <a:pt x="17" y="0"/>
                    </a:cubicBezTo>
                    <a:cubicBezTo>
                      <a:pt x="18" y="0"/>
                      <a:pt x="18" y="0"/>
                      <a:pt x="18" y="0"/>
                    </a:cubicBezTo>
                    <a:cubicBezTo>
                      <a:pt x="31" y="30"/>
                      <a:pt x="31" y="30"/>
                      <a:pt x="31" y="30"/>
                    </a:cubicBezTo>
                    <a:cubicBezTo>
                      <a:pt x="32" y="31"/>
                      <a:pt x="33" y="33"/>
                      <a:pt x="33" y="33"/>
                    </a:cubicBezTo>
                    <a:cubicBezTo>
                      <a:pt x="34" y="34"/>
                      <a:pt x="35" y="34"/>
                      <a:pt x="36" y="34"/>
                    </a:cubicBezTo>
                    <a:cubicBezTo>
                      <a:pt x="36" y="35"/>
                      <a:pt x="36" y="35"/>
                      <a:pt x="36" y="35"/>
                    </a:cubicBezTo>
                    <a:close/>
                    <a:moveTo>
                      <a:pt x="22" y="22"/>
                    </a:moveTo>
                    <a:cubicBezTo>
                      <a:pt x="17" y="7"/>
                      <a:pt x="17" y="7"/>
                      <a:pt x="17" y="7"/>
                    </a:cubicBezTo>
                    <a:cubicBezTo>
                      <a:pt x="10" y="22"/>
                      <a:pt x="10" y="22"/>
                      <a:pt x="10" y="22"/>
                    </a:cubicBezTo>
                    <a:cubicBezTo>
                      <a:pt x="22" y="22"/>
                      <a:pt x="22" y="22"/>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1" name="îŝliḍé"/>
              <p:cNvSpPr/>
              <p:nvPr/>
            </p:nvSpPr>
            <p:spPr bwMode="auto">
              <a:xfrm>
                <a:off x="5237055" y="4004533"/>
                <a:ext cx="195850" cy="185405"/>
              </a:xfrm>
              <a:custGeom>
                <a:avLst/>
                <a:gdLst>
                  <a:gd name="T0" fmla="*/ 36 w 36"/>
                  <a:gd name="T1" fmla="*/ 1 h 34"/>
                  <a:gd name="T2" fmla="*/ 33 w 36"/>
                  <a:gd name="T3" fmla="*/ 2 h 34"/>
                  <a:gd name="T4" fmla="*/ 32 w 36"/>
                  <a:gd name="T5" fmla="*/ 7 h 34"/>
                  <a:gd name="T6" fmla="*/ 32 w 36"/>
                  <a:gd name="T7" fmla="*/ 34 h 34"/>
                  <a:gd name="T8" fmla="*/ 31 w 36"/>
                  <a:gd name="T9" fmla="*/ 34 h 34"/>
                  <a:gd name="T10" fmla="*/ 8 w 36"/>
                  <a:gd name="T11" fmla="*/ 6 h 34"/>
                  <a:gd name="T12" fmla="*/ 8 w 36"/>
                  <a:gd name="T13" fmla="*/ 6 h 34"/>
                  <a:gd name="T14" fmla="*/ 8 w 36"/>
                  <a:gd name="T15" fmla="*/ 26 h 34"/>
                  <a:gd name="T16" fmla="*/ 9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2" name="îŝļiďè"/>
              <p:cNvSpPr/>
              <p:nvPr/>
            </p:nvSpPr>
            <p:spPr bwMode="auto">
              <a:xfrm>
                <a:off x="5443350" y="3999310"/>
                <a:ext cx="195850" cy="190628"/>
              </a:xfrm>
              <a:custGeom>
                <a:avLst/>
                <a:gdLst>
                  <a:gd name="T0" fmla="*/ 36 w 36"/>
                  <a:gd name="T1" fmla="*/ 18 h 35"/>
                  <a:gd name="T2" fmla="*/ 33 w 36"/>
                  <a:gd name="T3" fmla="*/ 18 h 35"/>
                  <a:gd name="T4" fmla="*/ 32 w 36"/>
                  <a:gd name="T5" fmla="*/ 22 h 35"/>
                  <a:gd name="T6" fmla="*/ 32 w 36"/>
                  <a:gd name="T7" fmla="*/ 32 h 35"/>
                  <a:gd name="T8" fmla="*/ 20 w 36"/>
                  <a:gd name="T9" fmla="*/ 35 h 35"/>
                  <a:gd name="T10" fmla="*/ 5 w 36"/>
                  <a:gd name="T11" fmla="*/ 30 h 35"/>
                  <a:gd name="T12" fmla="*/ 1 w 36"/>
                  <a:gd name="T13" fmla="*/ 17 h 35"/>
                  <a:gd name="T14" fmla="*/ 19 w 36"/>
                  <a:gd name="T15" fmla="*/ 0 h 35"/>
                  <a:gd name="T16" fmla="*/ 26 w 36"/>
                  <a:gd name="T17" fmla="*/ 1 h 35"/>
                  <a:gd name="T18" fmla="*/ 28 w 36"/>
                  <a:gd name="T19" fmla="*/ 2 h 35"/>
                  <a:gd name="T20" fmla="*/ 30 w 36"/>
                  <a:gd name="T21" fmla="*/ 0 h 35"/>
                  <a:gd name="T22" fmla="*/ 31 w 36"/>
                  <a:gd name="T23" fmla="*/ 0 h 35"/>
                  <a:gd name="T24" fmla="*/ 32 w 36"/>
                  <a:gd name="T25" fmla="*/ 11 h 35"/>
                  <a:gd name="T26" fmla="*/ 30 w 36"/>
                  <a:gd name="T27" fmla="*/ 11 h 35"/>
                  <a:gd name="T28" fmla="*/ 19 w 36"/>
                  <a:gd name="T29" fmla="*/ 2 h 35"/>
                  <a:gd name="T30" fmla="*/ 7 w 36"/>
                  <a:gd name="T31" fmla="*/ 18 h 35"/>
                  <a:gd name="T32" fmla="*/ 20 w 36"/>
                  <a:gd name="T33" fmla="*/ 34 h 35"/>
                  <a:gd name="T34" fmla="*/ 27 w 36"/>
                  <a:gd name="T35" fmla="*/ 31 h 35"/>
                  <a:gd name="T36" fmla="*/ 27 w 36"/>
                  <a:gd name="T37" fmla="*/ 22 h 35"/>
                  <a:gd name="T38" fmla="*/ 26 w 36"/>
                  <a:gd name="T39" fmla="*/ 18 h 35"/>
                  <a:gd name="T40" fmla="*/ 23 w 36"/>
                  <a:gd name="T41" fmla="*/ 18 h 35"/>
                  <a:gd name="T42" fmla="*/ 23 w 36"/>
                  <a:gd name="T43" fmla="*/ 17 h 35"/>
                  <a:gd name="T44" fmla="*/ 36 w 36"/>
                  <a:gd name="T45" fmla="*/ 17 h 35"/>
                  <a:gd name="T46" fmla="*/ 36 w 36"/>
                  <a:gd name="T4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5">
                    <a:moveTo>
                      <a:pt x="36" y="18"/>
                    </a:moveTo>
                    <a:cubicBezTo>
                      <a:pt x="34" y="18"/>
                      <a:pt x="34" y="18"/>
                      <a:pt x="33" y="18"/>
                    </a:cubicBezTo>
                    <a:cubicBezTo>
                      <a:pt x="33" y="19"/>
                      <a:pt x="32" y="20"/>
                      <a:pt x="32" y="22"/>
                    </a:cubicBezTo>
                    <a:cubicBezTo>
                      <a:pt x="32" y="32"/>
                      <a:pt x="32" y="32"/>
                      <a:pt x="32" y="32"/>
                    </a:cubicBezTo>
                    <a:cubicBezTo>
                      <a:pt x="29" y="34"/>
                      <a:pt x="25" y="35"/>
                      <a:pt x="20" y="35"/>
                    </a:cubicBezTo>
                    <a:cubicBezTo>
                      <a:pt x="13" y="35"/>
                      <a:pt x="8" y="34"/>
                      <a:pt x="5" y="30"/>
                    </a:cubicBezTo>
                    <a:cubicBezTo>
                      <a:pt x="2" y="27"/>
                      <a:pt x="0" y="23"/>
                      <a:pt x="1" y="17"/>
                    </a:cubicBezTo>
                    <a:cubicBezTo>
                      <a:pt x="2" y="7"/>
                      <a:pt x="8" y="1"/>
                      <a:pt x="19" y="0"/>
                    </a:cubicBezTo>
                    <a:cubicBezTo>
                      <a:pt x="21" y="0"/>
                      <a:pt x="23" y="0"/>
                      <a:pt x="26" y="1"/>
                    </a:cubicBezTo>
                    <a:cubicBezTo>
                      <a:pt x="27" y="1"/>
                      <a:pt x="27" y="2"/>
                      <a:pt x="28" y="2"/>
                    </a:cubicBezTo>
                    <a:cubicBezTo>
                      <a:pt x="29" y="1"/>
                      <a:pt x="30" y="1"/>
                      <a:pt x="30" y="0"/>
                    </a:cubicBezTo>
                    <a:cubicBezTo>
                      <a:pt x="31" y="0"/>
                      <a:pt x="31" y="0"/>
                      <a:pt x="31" y="0"/>
                    </a:cubicBezTo>
                    <a:cubicBezTo>
                      <a:pt x="32" y="11"/>
                      <a:pt x="32" y="11"/>
                      <a:pt x="32" y="11"/>
                    </a:cubicBezTo>
                    <a:cubicBezTo>
                      <a:pt x="30" y="11"/>
                      <a:pt x="30" y="11"/>
                      <a:pt x="30" y="11"/>
                    </a:cubicBezTo>
                    <a:cubicBezTo>
                      <a:pt x="28" y="5"/>
                      <a:pt x="25" y="2"/>
                      <a:pt x="19" y="2"/>
                    </a:cubicBezTo>
                    <a:cubicBezTo>
                      <a:pt x="11" y="3"/>
                      <a:pt x="7" y="8"/>
                      <a:pt x="7" y="18"/>
                    </a:cubicBezTo>
                    <a:cubicBezTo>
                      <a:pt x="7" y="28"/>
                      <a:pt x="11" y="33"/>
                      <a:pt x="20" y="34"/>
                    </a:cubicBezTo>
                    <a:cubicBezTo>
                      <a:pt x="24" y="33"/>
                      <a:pt x="27" y="32"/>
                      <a:pt x="27" y="31"/>
                    </a:cubicBezTo>
                    <a:cubicBezTo>
                      <a:pt x="27" y="22"/>
                      <a:pt x="27" y="22"/>
                      <a:pt x="27" y="22"/>
                    </a:cubicBezTo>
                    <a:cubicBezTo>
                      <a:pt x="27" y="20"/>
                      <a:pt x="27" y="19"/>
                      <a:pt x="26" y="18"/>
                    </a:cubicBezTo>
                    <a:cubicBezTo>
                      <a:pt x="26" y="18"/>
                      <a:pt x="25" y="18"/>
                      <a:pt x="23" y="18"/>
                    </a:cubicBezTo>
                    <a:cubicBezTo>
                      <a:pt x="23" y="17"/>
                      <a:pt x="23" y="17"/>
                      <a:pt x="23" y="17"/>
                    </a:cubicBezTo>
                    <a:cubicBezTo>
                      <a:pt x="36" y="17"/>
                      <a:pt x="36" y="17"/>
                      <a:pt x="36" y="17"/>
                    </a:cubicBezTo>
                    <a:cubicBezTo>
                      <a:pt x="36" y="18"/>
                      <a:pt x="36" y="18"/>
                      <a:pt x="36"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3" name="îṩḷiḓé"/>
              <p:cNvSpPr/>
              <p:nvPr/>
            </p:nvSpPr>
            <p:spPr bwMode="auto">
              <a:xfrm>
                <a:off x="5691429" y="3967974"/>
                <a:ext cx="39170" cy="80952"/>
              </a:xfrm>
              <a:custGeom>
                <a:avLst/>
                <a:gdLst>
                  <a:gd name="T0" fmla="*/ 0 w 7"/>
                  <a:gd name="T1" fmla="*/ 14 h 15"/>
                  <a:gd name="T2" fmla="*/ 4 w 7"/>
                  <a:gd name="T3" fmla="*/ 7 h 15"/>
                  <a:gd name="T4" fmla="*/ 0 w 7"/>
                  <a:gd name="T5" fmla="*/ 4 h 15"/>
                  <a:gd name="T6" fmla="*/ 3 w 7"/>
                  <a:gd name="T7" fmla="*/ 1 h 15"/>
                  <a:gd name="T8" fmla="*/ 7 w 7"/>
                  <a:gd name="T9" fmla="*/ 6 h 15"/>
                  <a:gd name="T10" fmla="*/ 1 w 7"/>
                  <a:gd name="T11" fmla="*/ 15 h 15"/>
                  <a:gd name="T12" fmla="*/ 0 w 7"/>
                  <a:gd name="T13" fmla="*/ 14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0" y="14"/>
                    </a:moveTo>
                    <a:cubicBezTo>
                      <a:pt x="3" y="12"/>
                      <a:pt x="4" y="10"/>
                      <a:pt x="4" y="7"/>
                    </a:cubicBezTo>
                    <a:cubicBezTo>
                      <a:pt x="1" y="8"/>
                      <a:pt x="0" y="6"/>
                      <a:pt x="0" y="4"/>
                    </a:cubicBezTo>
                    <a:cubicBezTo>
                      <a:pt x="0" y="2"/>
                      <a:pt x="1" y="0"/>
                      <a:pt x="3" y="1"/>
                    </a:cubicBezTo>
                    <a:cubicBezTo>
                      <a:pt x="6" y="1"/>
                      <a:pt x="7" y="3"/>
                      <a:pt x="7" y="6"/>
                    </a:cubicBezTo>
                    <a:cubicBezTo>
                      <a:pt x="7" y="10"/>
                      <a:pt x="4" y="13"/>
                      <a:pt x="1" y="15"/>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4" name="i$ḷíďè"/>
              <p:cNvSpPr/>
              <p:nvPr/>
            </p:nvSpPr>
            <p:spPr bwMode="auto">
              <a:xfrm>
                <a:off x="5720212" y="3999310"/>
                <a:ext cx="195850" cy="190628"/>
              </a:xfrm>
              <a:custGeom>
                <a:avLst/>
                <a:gdLst>
                  <a:gd name="T0" fmla="*/ 36 w 36"/>
                  <a:gd name="T1" fmla="*/ 35 h 35"/>
                  <a:gd name="T2" fmla="*/ 23 w 36"/>
                  <a:gd name="T3" fmla="*/ 35 h 35"/>
                  <a:gd name="T4" fmla="*/ 23 w 36"/>
                  <a:gd name="T5" fmla="*/ 34 h 35"/>
                  <a:gd name="T6" fmla="*/ 26 w 36"/>
                  <a:gd name="T7" fmla="*/ 32 h 35"/>
                  <a:gd name="T8" fmla="*/ 26 w 36"/>
                  <a:gd name="T9" fmla="*/ 30 h 35"/>
                  <a:gd name="T10" fmla="*/ 26 w 36"/>
                  <a:gd name="T11" fmla="*/ 29 h 35"/>
                  <a:gd name="T12" fmla="*/ 23 w 36"/>
                  <a:gd name="T13" fmla="*/ 24 h 35"/>
                  <a:gd name="T14" fmla="*/ 10 w 36"/>
                  <a:gd name="T15" fmla="*/ 24 h 35"/>
                  <a:gd name="T16" fmla="*/ 7 w 36"/>
                  <a:gd name="T17" fmla="*/ 30 h 35"/>
                  <a:gd name="T18" fmla="*/ 7 w 36"/>
                  <a:gd name="T19" fmla="*/ 32 h 35"/>
                  <a:gd name="T20" fmla="*/ 11 w 36"/>
                  <a:gd name="T21" fmla="*/ 34 h 35"/>
                  <a:gd name="T22" fmla="*/ 11 w 36"/>
                  <a:gd name="T23" fmla="*/ 35 h 35"/>
                  <a:gd name="T24" fmla="*/ 0 w 36"/>
                  <a:gd name="T25" fmla="*/ 35 h 35"/>
                  <a:gd name="T26" fmla="*/ 0 w 36"/>
                  <a:gd name="T27" fmla="*/ 34 h 35"/>
                  <a:gd name="T28" fmla="*/ 3 w 36"/>
                  <a:gd name="T29" fmla="*/ 33 h 35"/>
                  <a:gd name="T30" fmla="*/ 6 w 36"/>
                  <a:gd name="T31" fmla="*/ 26 h 35"/>
                  <a:gd name="T32" fmla="*/ 7 w 36"/>
                  <a:gd name="T33" fmla="*/ 25 h 35"/>
                  <a:gd name="T34" fmla="*/ 17 w 36"/>
                  <a:gd name="T35" fmla="*/ 0 h 35"/>
                  <a:gd name="T36" fmla="*/ 18 w 36"/>
                  <a:gd name="T37" fmla="*/ 0 h 35"/>
                  <a:gd name="T38" fmla="*/ 31 w 36"/>
                  <a:gd name="T39" fmla="*/ 30 h 35"/>
                  <a:gd name="T40" fmla="*/ 34 w 36"/>
                  <a:gd name="T41" fmla="*/ 33 h 35"/>
                  <a:gd name="T42" fmla="*/ 36 w 36"/>
                  <a:gd name="T43" fmla="*/ 34 h 35"/>
                  <a:gd name="T44" fmla="*/ 36 w 36"/>
                  <a:gd name="T45" fmla="*/ 35 h 35"/>
                  <a:gd name="T46" fmla="*/ 23 w 36"/>
                  <a:gd name="T47" fmla="*/ 22 h 35"/>
                  <a:gd name="T48" fmla="*/ 17 w 36"/>
                  <a:gd name="T49" fmla="*/ 7 h 35"/>
                  <a:gd name="T50" fmla="*/ 11 w 36"/>
                  <a:gd name="T51" fmla="*/ 22 h 35"/>
                  <a:gd name="T52" fmla="*/ 23 w 36"/>
                  <a:gd name="T53"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5">
                    <a:moveTo>
                      <a:pt x="36" y="35"/>
                    </a:moveTo>
                    <a:cubicBezTo>
                      <a:pt x="23" y="35"/>
                      <a:pt x="23" y="35"/>
                      <a:pt x="23" y="35"/>
                    </a:cubicBezTo>
                    <a:cubicBezTo>
                      <a:pt x="23" y="34"/>
                      <a:pt x="23" y="34"/>
                      <a:pt x="23" y="34"/>
                    </a:cubicBezTo>
                    <a:cubicBezTo>
                      <a:pt x="25" y="34"/>
                      <a:pt x="27" y="33"/>
                      <a:pt x="26" y="32"/>
                    </a:cubicBezTo>
                    <a:cubicBezTo>
                      <a:pt x="26" y="32"/>
                      <a:pt x="26" y="31"/>
                      <a:pt x="26" y="30"/>
                    </a:cubicBezTo>
                    <a:cubicBezTo>
                      <a:pt x="26" y="29"/>
                      <a:pt x="26" y="29"/>
                      <a:pt x="26" y="29"/>
                    </a:cubicBezTo>
                    <a:cubicBezTo>
                      <a:pt x="23" y="24"/>
                      <a:pt x="23" y="24"/>
                      <a:pt x="23" y="24"/>
                    </a:cubicBezTo>
                    <a:cubicBezTo>
                      <a:pt x="10" y="24"/>
                      <a:pt x="10" y="24"/>
                      <a:pt x="10" y="24"/>
                    </a:cubicBezTo>
                    <a:cubicBezTo>
                      <a:pt x="7" y="30"/>
                      <a:pt x="7" y="30"/>
                      <a:pt x="7" y="30"/>
                    </a:cubicBezTo>
                    <a:cubicBezTo>
                      <a:pt x="7" y="31"/>
                      <a:pt x="7" y="31"/>
                      <a:pt x="7" y="32"/>
                    </a:cubicBezTo>
                    <a:cubicBezTo>
                      <a:pt x="7" y="33"/>
                      <a:pt x="8" y="34"/>
                      <a:pt x="11" y="34"/>
                    </a:cubicBezTo>
                    <a:cubicBezTo>
                      <a:pt x="11" y="35"/>
                      <a:pt x="11" y="35"/>
                      <a:pt x="11" y="35"/>
                    </a:cubicBezTo>
                    <a:cubicBezTo>
                      <a:pt x="0" y="35"/>
                      <a:pt x="0" y="35"/>
                      <a:pt x="0" y="35"/>
                    </a:cubicBezTo>
                    <a:cubicBezTo>
                      <a:pt x="0" y="34"/>
                      <a:pt x="0" y="34"/>
                      <a:pt x="0" y="34"/>
                    </a:cubicBezTo>
                    <a:cubicBezTo>
                      <a:pt x="1" y="34"/>
                      <a:pt x="2" y="34"/>
                      <a:pt x="3" y="33"/>
                    </a:cubicBezTo>
                    <a:cubicBezTo>
                      <a:pt x="4" y="32"/>
                      <a:pt x="5" y="30"/>
                      <a:pt x="6" y="26"/>
                    </a:cubicBezTo>
                    <a:cubicBezTo>
                      <a:pt x="6" y="26"/>
                      <a:pt x="7" y="26"/>
                      <a:pt x="7" y="25"/>
                    </a:cubicBezTo>
                    <a:cubicBezTo>
                      <a:pt x="17" y="0"/>
                      <a:pt x="17" y="0"/>
                      <a:pt x="17" y="0"/>
                    </a:cubicBezTo>
                    <a:cubicBezTo>
                      <a:pt x="18" y="0"/>
                      <a:pt x="18" y="0"/>
                      <a:pt x="18" y="0"/>
                    </a:cubicBezTo>
                    <a:cubicBezTo>
                      <a:pt x="31" y="30"/>
                      <a:pt x="31" y="30"/>
                      <a:pt x="31" y="30"/>
                    </a:cubicBezTo>
                    <a:cubicBezTo>
                      <a:pt x="32" y="31"/>
                      <a:pt x="33" y="33"/>
                      <a:pt x="34" y="33"/>
                    </a:cubicBezTo>
                    <a:cubicBezTo>
                      <a:pt x="34" y="34"/>
                      <a:pt x="35" y="34"/>
                      <a:pt x="36" y="34"/>
                    </a:cubicBezTo>
                    <a:cubicBezTo>
                      <a:pt x="36" y="35"/>
                      <a:pt x="36" y="35"/>
                      <a:pt x="36" y="35"/>
                    </a:cubicBezTo>
                    <a:close/>
                    <a:moveTo>
                      <a:pt x="23" y="22"/>
                    </a:moveTo>
                    <a:cubicBezTo>
                      <a:pt x="17" y="7"/>
                      <a:pt x="17" y="7"/>
                      <a:pt x="17" y="7"/>
                    </a:cubicBezTo>
                    <a:cubicBezTo>
                      <a:pt x="11" y="22"/>
                      <a:pt x="11" y="22"/>
                      <a:pt x="11" y="22"/>
                    </a:cubicBezTo>
                    <a:cubicBezTo>
                      <a:pt x="23" y="22"/>
                      <a:pt x="23" y="22"/>
                      <a:pt x="2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5" name="íś1îdê"/>
              <p:cNvSpPr/>
              <p:nvPr/>
            </p:nvSpPr>
            <p:spPr bwMode="auto">
              <a:xfrm>
                <a:off x="5921284" y="4004533"/>
                <a:ext cx="201072" cy="185405"/>
              </a:xfrm>
              <a:custGeom>
                <a:avLst/>
                <a:gdLst>
                  <a:gd name="T0" fmla="*/ 37 w 37"/>
                  <a:gd name="T1" fmla="*/ 1 h 34"/>
                  <a:gd name="T2" fmla="*/ 33 w 37"/>
                  <a:gd name="T3" fmla="*/ 2 h 34"/>
                  <a:gd name="T4" fmla="*/ 32 w 37"/>
                  <a:gd name="T5" fmla="*/ 7 h 34"/>
                  <a:gd name="T6" fmla="*/ 32 w 37"/>
                  <a:gd name="T7" fmla="*/ 34 h 34"/>
                  <a:gd name="T8" fmla="*/ 31 w 37"/>
                  <a:gd name="T9" fmla="*/ 34 h 34"/>
                  <a:gd name="T10" fmla="*/ 8 w 37"/>
                  <a:gd name="T11" fmla="*/ 6 h 34"/>
                  <a:gd name="T12" fmla="*/ 8 w 37"/>
                  <a:gd name="T13" fmla="*/ 6 h 34"/>
                  <a:gd name="T14" fmla="*/ 8 w 37"/>
                  <a:gd name="T15" fmla="*/ 26 h 34"/>
                  <a:gd name="T16" fmla="*/ 9 w 37"/>
                  <a:gd name="T17" fmla="*/ 32 h 34"/>
                  <a:gd name="T18" fmla="*/ 13 w 37"/>
                  <a:gd name="T19" fmla="*/ 33 h 34"/>
                  <a:gd name="T20" fmla="*/ 13 w 37"/>
                  <a:gd name="T21" fmla="*/ 34 h 34"/>
                  <a:gd name="T22" fmla="*/ 0 w 37"/>
                  <a:gd name="T23" fmla="*/ 34 h 34"/>
                  <a:gd name="T24" fmla="*/ 0 w 37"/>
                  <a:gd name="T25" fmla="*/ 33 h 34"/>
                  <a:gd name="T26" fmla="*/ 4 w 37"/>
                  <a:gd name="T27" fmla="*/ 32 h 34"/>
                  <a:gd name="T28" fmla="*/ 5 w 37"/>
                  <a:gd name="T29" fmla="*/ 26 h 34"/>
                  <a:gd name="T30" fmla="*/ 5 w 37"/>
                  <a:gd name="T31" fmla="*/ 3 h 34"/>
                  <a:gd name="T32" fmla="*/ 0 w 37"/>
                  <a:gd name="T33" fmla="*/ 1 h 34"/>
                  <a:gd name="T34" fmla="*/ 0 w 37"/>
                  <a:gd name="T35" fmla="*/ 0 h 34"/>
                  <a:gd name="T36" fmla="*/ 9 w 37"/>
                  <a:gd name="T37" fmla="*/ 0 h 34"/>
                  <a:gd name="T38" fmla="*/ 29 w 37"/>
                  <a:gd name="T39" fmla="*/ 25 h 34"/>
                  <a:gd name="T40" fmla="*/ 29 w 37"/>
                  <a:gd name="T41" fmla="*/ 7 h 34"/>
                  <a:gd name="T42" fmla="*/ 28 w 37"/>
                  <a:gd name="T43" fmla="*/ 2 h 34"/>
                  <a:gd name="T44" fmla="*/ 24 w 37"/>
                  <a:gd name="T45" fmla="*/ 1 h 34"/>
                  <a:gd name="T46" fmla="*/ 24 w 37"/>
                  <a:gd name="T47" fmla="*/ 0 h 34"/>
                  <a:gd name="T48" fmla="*/ 37 w 37"/>
                  <a:gd name="T49" fmla="*/ 0 h 34"/>
                  <a:gd name="T50" fmla="*/ 37 w 37"/>
                  <a:gd name="T51" fmla="*/ 0 h 34"/>
                  <a:gd name="T52" fmla="*/ 37 w 37"/>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34">
                    <a:moveTo>
                      <a:pt x="37" y="1"/>
                    </a:moveTo>
                    <a:cubicBezTo>
                      <a:pt x="34" y="1"/>
                      <a:pt x="33" y="1"/>
                      <a:pt x="33" y="2"/>
                    </a:cubicBezTo>
                    <a:cubicBezTo>
                      <a:pt x="32" y="3"/>
                      <a:pt x="32" y="5"/>
                      <a:pt x="32" y="7"/>
                    </a:cubicBezTo>
                    <a:cubicBezTo>
                      <a:pt x="32" y="34"/>
                      <a:pt x="32" y="34"/>
                      <a:pt x="32" y="34"/>
                    </a:cubicBezTo>
                    <a:cubicBezTo>
                      <a:pt x="31" y="34"/>
                      <a:pt x="31" y="34"/>
                      <a:pt x="31" y="34"/>
                    </a:cubicBezTo>
                    <a:cubicBezTo>
                      <a:pt x="8" y="6"/>
                      <a:pt x="8" y="6"/>
                      <a:pt x="8" y="6"/>
                    </a:cubicBezTo>
                    <a:cubicBezTo>
                      <a:pt x="8" y="6"/>
                      <a:pt x="8" y="6"/>
                      <a:pt x="8" y="6"/>
                    </a:cubicBezTo>
                    <a:cubicBezTo>
                      <a:pt x="8" y="26"/>
                      <a:pt x="8" y="26"/>
                      <a:pt x="8" y="26"/>
                    </a:cubicBezTo>
                    <a:cubicBezTo>
                      <a:pt x="8" y="29"/>
                      <a:pt x="8" y="31"/>
                      <a:pt x="9" y="32"/>
                    </a:cubicBezTo>
                    <a:cubicBezTo>
                      <a:pt x="9" y="32"/>
                      <a:pt x="11" y="33"/>
                      <a:pt x="13" y="33"/>
                    </a:cubicBezTo>
                    <a:cubicBezTo>
                      <a:pt x="13" y="34"/>
                      <a:pt x="13" y="34"/>
                      <a:pt x="13" y="34"/>
                    </a:cubicBezTo>
                    <a:cubicBezTo>
                      <a:pt x="0" y="34"/>
                      <a:pt x="0" y="34"/>
                      <a:pt x="0" y="34"/>
                    </a:cubicBezTo>
                    <a:cubicBezTo>
                      <a:pt x="0" y="33"/>
                      <a:pt x="0" y="33"/>
                      <a:pt x="0" y="33"/>
                    </a:cubicBezTo>
                    <a:cubicBezTo>
                      <a:pt x="3" y="33"/>
                      <a:pt x="4" y="33"/>
                      <a:pt x="4" y="32"/>
                    </a:cubicBezTo>
                    <a:cubicBezTo>
                      <a:pt x="5" y="31"/>
                      <a:pt x="5" y="29"/>
                      <a:pt x="5" y="26"/>
                    </a:cubicBezTo>
                    <a:cubicBezTo>
                      <a:pt x="5" y="3"/>
                      <a:pt x="5" y="3"/>
                      <a:pt x="5" y="3"/>
                    </a:cubicBezTo>
                    <a:cubicBezTo>
                      <a:pt x="4"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7" y="1"/>
                      <a:pt x="24" y="1"/>
                    </a:cubicBezTo>
                    <a:cubicBezTo>
                      <a:pt x="24" y="0"/>
                      <a:pt x="24" y="0"/>
                      <a:pt x="24" y="0"/>
                    </a:cubicBezTo>
                    <a:cubicBezTo>
                      <a:pt x="37" y="0"/>
                      <a:pt x="37" y="0"/>
                      <a:pt x="37" y="0"/>
                    </a:cubicBezTo>
                    <a:cubicBezTo>
                      <a:pt x="37" y="0"/>
                      <a:pt x="37" y="0"/>
                      <a:pt x="37" y="0"/>
                    </a:cubicBezTo>
                    <a:cubicBezTo>
                      <a:pt x="37" y="1"/>
                      <a:pt x="37" y="1"/>
                      <a:pt x="3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6" name="íṧļîḓe"/>
              <p:cNvSpPr/>
              <p:nvPr/>
            </p:nvSpPr>
            <p:spPr bwMode="auto">
              <a:xfrm>
                <a:off x="6217136" y="4004533"/>
                <a:ext cx="195850" cy="185405"/>
              </a:xfrm>
              <a:custGeom>
                <a:avLst/>
                <a:gdLst>
                  <a:gd name="T0" fmla="*/ 36 w 36"/>
                  <a:gd name="T1" fmla="*/ 1 h 34"/>
                  <a:gd name="T2" fmla="*/ 32 w 36"/>
                  <a:gd name="T3" fmla="*/ 2 h 34"/>
                  <a:gd name="T4" fmla="*/ 31 w 36"/>
                  <a:gd name="T5" fmla="*/ 7 h 34"/>
                  <a:gd name="T6" fmla="*/ 31 w 36"/>
                  <a:gd name="T7" fmla="*/ 21 h 34"/>
                  <a:gd name="T8" fmla="*/ 17 w 36"/>
                  <a:gd name="T9" fmla="*/ 34 h 34"/>
                  <a:gd name="T10" fmla="*/ 5 w 36"/>
                  <a:gd name="T11" fmla="*/ 21 h 34"/>
                  <a:gd name="T12" fmla="*/ 5 w 36"/>
                  <a:gd name="T13" fmla="*/ 5 h 34"/>
                  <a:gd name="T14" fmla="*/ 4 w 36"/>
                  <a:gd name="T15" fmla="*/ 2 h 34"/>
                  <a:gd name="T16" fmla="*/ 0 w 36"/>
                  <a:gd name="T17" fmla="*/ 1 h 34"/>
                  <a:gd name="T18" fmla="*/ 0 w 36"/>
                  <a:gd name="T19" fmla="*/ 0 h 34"/>
                  <a:gd name="T20" fmla="*/ 15 w 36"/>
                  <a:gd name="T21" fmla="*/ 0 h 34"/>
                  <a:gd name="T22" fmla="*/ 15 w 36"/>
                  <a:gd name="T23" fmla="*/ 1 h 34"/>
                  <a:gd name="T24" fmla="*/ 11 w 36"/>
                  <a:gd name="T25" fmla="*/ 2 h 34"/>
                  <a:gd name="T26" fmla="*/ 10 w 36"/>
                  <a:gd name="T27" fmla="*/ 5 h 34"/>
                  <a:gd name="T28" fmla="*/ 10 w 36"/>
                  <a:gd name="T29" fmla="*/ 22 h 34"/>
                  <a:gd name="T30" fmla="*/ 19 w 36"/>
                  <a:gd name="T31" fmla="*/ 32 h 34"/>
                  <a:gd name="T32" fmla="*/ 27 w 36"/>
                  <a:gd name="T33" fmla="*/ 28 h 34"/>
                  <a:gd name="T34" fmla="*/ 29 w 36"/>
                  <a:gd name="T35" fmla="*/ 21 h 34"/>
                  <a:gd name="T36" fmla="*/ 29 w 36"/>
                  <a:gd name="T37" fmla="*/ 7 h 34"/>
                  <a:gd name="T38" fmla="*/ 28 w 36"/>
                  <a:gd name="T39" fmla="*/ 2 h 34"/>
                  <a:gd name="T40" fmla="*/ 24 w 36"/>
                  <a:gd name="T41" fmla="*/ 1 h 34"/>
                  <a:gd name="T42" fmla="*/ 24 w 36"/>
                  <a:gd name="T43" fmla="*/ 0 h 34"/>
                  <a:gd name="T44" fmla="*/ 36 w 36"/>
                  <a:gd name="T45" fmla="*/ 0 h 34"/>
                  <a:gd name="T46" fmla="*/ 36 w 36"/>
                  <a:gd name="T47"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 h="34">
                    <a:moveTo>
                      <a:pt x="36" y="1"/>
                    </a:moveTo>
                    <a:cubicBezTo>
                      <a:pt x="34" y="1"/>
                      <a:pt x="32" y="1"/>
                      <a:pt x="32" y="2"/>
                    </a:cubicBezTo>
                    <a:cubicBezTo>
                      <a:pt x="31" y="3"/>
                      <a:pt x="31" y="5"/>
                      <a:pt x="31" y="7"/>
                    </a:cubicBezTo>
                    <a:cubicBezTo>
                      <a:pt x="31" y="21"/>
                      <a:pt x="31" y="21"/>
                      <a:pt x="31" y="21"/>
                    </a:cubicBezTo>
                    <a:cubicBezTo>
                      <a:pt x="31" y="30"/>
                      <a:pt x="27" y="34"/>
                      <a:pt x="17" y="34"/>
                    </a:cubicBezTo>
                    <a:cubicBezTo>
                      <a:pt x="9" y="34"/>
                      <a:pt x="4" y="30"/>
                      <a:pt x="5" y="21"/>
                    </a:cubicBezTo>
                    <a:cubicBezTo>
                      <a:pt x="5" y="5"/>
                      <a:pt x="5" y="5"/>
                      <a:pt x="5" y="5"/>
                    </a:cubicBezTo>
                    <a:cubicBezTo>
                      <a:pt x="5"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1" y="1"/>
                      <a:pt x="11" y="2"/>
                    </a:cubicBezTo>
                    <a:cubicBezTo>
                      <a:pt x="10" y="2"/>
                      <a:pt x="10" y="3"/>
                      <a:pt x="10" y="5"/>
                    </a:cubicBezTo>
                    <a:cubicBezTo>
                      <a:pt x="10" y="22"/>
                      <a:pt x="10" y="22"/>
                      <a:pt x="10" y="22"/>
                    </a:cubicBezTo>
                    <a:cubicBezTo>
                      <a:pt x="10" y="29"/>
                      <a:pt x="13" y="32"/>
                      <a:pt x="19" y="32"/>
                    </a:cubicBezTo>
                    <a:cubicBezTo>
                      <a:pt x="23" y="32"/>
                      <a:pt x="26" y="31"/>
                      <a:pt x="27" y="28"/>
                    </a:cubicBezTo>
                    <a:cubicBezTo>
                      <a:pt x="28" y="27"/>
                      <a:pt x="29" y="25"/>
                      <a:pt x="29" y="21"/>
                    </a:cubicBezTo>
                    <a:cubicBezTo>
                      <a:pt x="29" y="7"/>
                      <a:pt x="29" y="7"/>
                      <a:pt x="29" y="7"/>
                    </a:cubicBezTo>
                    <a:cubicBezTo>
                      <a:pt x="29" y="5"/>
                      <a:pt x="28" y="3"/>
                      <a:pt x="28" y="2"/>
                    </a:cubicBezTo>
                    <a:cubicBezTo>
                      <a:pt x="27" y="1"/>
                      <a:pt x="26" y="1"/>
                      <a:pt x="24" y="1"/>
                    </a:cubicBezTo>
                    <a:cubicBezTo>
                      <a:pt x="24" y="0"/>
                      <a:pt x="24" y="0"/>
                      <a:pt x="24"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7" name="ï$ḷíḑe"/>
              <p:cNvSpPr/>
              <p:nvPr/>
            </p:nvSpPr>
            <p:spPr bwMode="auto">
              <a:xfrm>
                <a:off x="6418210" y="4004533"/>
                <a:ext cx="195850" cy="185405"/>
              </a:xfrm>
              <a:custGeom>
                <a:avLst/>
                <a:gdLst>
                  <a:gd name="T0" fmla="*/ 36 w 36"/>
                  <a:gd name="T1" fmla="*/ 1 h 34"/>
                  <a:gd name="T2" fmla="*/ 32 w 36"/>
                  <a:gd name="T3" fmla="*/ 2 h 34"/>
                  <a:gd name="T4" fmla="*/ 31 w 36"/>
                  <a:gd name="T5" fmla="*/ 7 h 34"/>
                  <a:gd name="T6" fmla="*/ 31 w 36"/>
                  <a:gd name="T7" fmla="*/ 34 h 34"/>
                  <a:gd name="T8" fmla="*/ 30 w 36"/>
                  <a:gd name="T9" fmla="*/ 34 h 34"/>
                  <a:gd name="T10" fmla="*/ 8 w 36"/>
                  <a:gd name="T11" fmla="*/ 6 h 34"/>
                  <a:gd name="T12" fmla="*/ 7 w 36"/>
                  <a:gd name="T13" fmla="*/ 6 h 34"/>
                  <a:gd name="T14" fmla="*/ 7 w 36"/>
                  <a:gd name="T15" fmla="*/ 26 h 34"/>
                  <a:gd name="T16" fmla="*/ 8 w 36"/>
                  <a:gd name="T17" fmla="*/ 32 h 34"/>
                  <a:gd name="T18" fmla="*/ 12 w 36"/>
                  <a:gd name="T19" fmla="*/ 33 h 34"/>
                  <a:gd name="T20" fmla="*/ 12 w 36"/>
                  <a:gd name="T21" fmla="*/ 34 h 34"/>
                  <a:gd name="T22" fmla="*/ 0 w 36"/>
                  <a:gd name="T23" fmla="*/ 34 h 34"/>
                  <a:gd name="T24" fmla="*/ 0 w 36"/>
                  <a:gd name="T25" fmla="*/ 33 h 34"/>
                  <a:gd name="T26" fmla="*/ 4 w 36"/>
                  <a:gd name="T27" fmla="*/ 32 h 34"/>
                  <a:gd name="T28" fmla="*/ 5 w 36"/>
                  <a:gd name="T29" fmla="*/ 26 h 34"/>
                  <a:gd name="T30" fmla="*/ 5 w 36"/>
                  <a:gd name="T31" fmla="*/ 3 h 34"/>
                  <a:gd name="T32" fmla="*/ 0 w 36"/>
                  <a:gd name="T33" fmla="*/ 1 h 34"/>
                  <a:gd name="T34" fmla="*/ 0 w 36"/>
                  <a:gd name="T35" fmla="*/ 0 h 34"/>
                  <a:gd name="T36" fmla="*/ 9 w 36"/>
                  <a:gd name="T37" fmla="*/ 0 h 34"/>
                  <a:gd name="T38" fmla="*/ 29 w 36"/>
                  <a:gd name="T39" fmla="*/ 25 h 34"/>
                  <a:gd name="T40" fmla="*/ 29 w 36"/>
                  <a:gd name="T41" fmla="*/ 7 h 34"/>
                  <a:gd name="T42" fmla="*/ 28 w 36"/>
                  <a:gd name="T43" fmla="*/ 2 h 34"/>
                  <a:gd name="T44" fmla="*/ 24 w 36"/>
                  <a:gd name="T45" fmla="*/ 1 h 34"/>
                  <a:gd name="T46" fmla="*/ 24 w 36"/>
                  <a:gd name="T47" fmla="*/ 0 h 34"/>
                  <a:gd name="T48" fmla="*/ 36 w 36"/>
                  <a:gd name="T49" fmla="*/ 0 h 34"/>
                  <a:gd name="T50" fmla="*/ 36 w 36"/>
                  <a:gd name="T51" fmla="*/ 0 h 34"/>
                  <a:gd name="T52" fmla="*/ 36 w 36"/>
                  <a:gd name="T5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34">
                    <a:moveTo>
                      <a:pt x="36" y="1"/>
                    </a:moveTo>
                    <a:cubicBezTo>
                      <a:pt x="34" y="1"/>
                      <a:pt x="33" y="1"/>
                      <a:pt x="32" y="2"/>
                    </a:cubicBezTo>
                    <a:cubicBezTo>
                      <a:pt x="32" y="3"/>
                      <a:pt x="31" y="5"/>
                      <a:pt x="31" y="7"/>
                    </a:cubicBezTo>
                    <a:cubicBezTo>
                      <a:pt x="31" y="34"/>
                      <a:pt x="31" y="34"/>
                      <a:pt x="31" y="34"/>
                    </a:cubicBezTo>
                    <a:cubicBezTo>
                      <a:pt x="30" y="34"/>
                      <a:pt x="30" y="34"/>
                      <a:pt x="30" y="34"/>
                    </a:cubicBezTo>
                    <a:cubicBezTo>
                      <a:pt x="8" y="6"/>
                      <a:pt x="8" y="6"/>
                      <a:pt x="8" y="6"/>
                    </a:cubicBezTo>
                    <a:cubicBezTo>
                      <a:pt x="7" y="6"/>
                      <a:pt x="7" y="6"/>
                      <a:pt x="7" y="6"/>
                    </a:cubicBezTo>
                    <a:cubicBezTo>
                      <a:pt x="7" y="26"/>
                      <a:pt x="7" y="26"/>
                      <a:pt x="7" y="26"/>
                    </a:cubicBezTo>
                    <a:cubicBezTo>
                      <a:pt x="7" y="29"/>
                      <a:pt x="8" y="31"/>
                      <a:pt x="8" y="32"/>
                    </a:cubicBezTo>
                    <a:cubicBezTo>
                      <a:pt x="9" y="32"/>
                      <a:pt x="10" y="33"/>
                      <a:pt x="12" y="33"/>
                    </a:cubicBezTo>
                    <a:cubicBezTo>
                      <a:pt x="12" y="34"/>
                      <a:pt x="12" y="34"/>
                      <a:pt x="12" y="34"/>
                    </a:cubicBezTo>
                    <a:cubicBezTo>
                      <a:pt x="0" y="34"/>
                      <a:pt x="0" y="34"/>
                      <a:pt x="0" y="34"/>
                    </a:cubicBezTo>
                    <a:cubicBezTo>
                      <a:pt x="0" y="33"/>
                      <a:pt x="0" y="33"/>
                      <a:pt x="0" y="33"/>
                    </a:cubicBezTo>
                    <a:cubicBezTo>
                      <a:pt x="2" y="33"/>
                      <a:pt x="4" y="33"/>
                      <a:pt x="4" y="32"/>
                    </a:cubicBezTo>
                    <a:cubicBezTo>
                      <a:pt x="5" y="31"/>
                      <a:pt x="5" y="29"/>
                      <a:pt x="5" y="26"/>
                    </a:cubicBezTo>
                    <a:cubicBezTo>
                      <a:pt x="5" y="3"/>
                      <a:pt x="5" y="3"/>
                      <a:pt x="5" y="3"/>
                    </a:cubicBezTo>
                    <a:cubicBezTo>
                      <a:pt x="3" y="1"/>
                      <a:pt x="2" y="0"/>
                      <a:pt x="0" y="1"/>
                    </a:cubicBezTo>
                    <a:cubicBezTo>
                      <a:pt x="0" y="0"/>
                      <a:pt x="0" y="0"/>
                      <a:pt x="0" y="0"/>
                    </a:cubicBezTo>
                    <a:cubicBezTo>
                      <a:pt x="9" y="0"/>
                      <a:pt x="9" y="0"/>
                      <a:pt x="9" y="0"/>
                    </a:cubicBezTo>
                    <a:cubicBezTo>
                      <a:pt x="29" y="25"/>
                      <a:pt x="29" y="25"/>
                      <a:pt x="29" y="25"/>
                    </a:cubicBezTo>
                    <a:cubicBezTo>
                      <a:pt x="29" y="7"/>
                      <a:pt x="29" y="7"/>
                      <a:pt x="29" y="7"/>
                    </a:cubicBezTo>
                    <a:cubicBezTo>
                      <a:pt x="29" y="5"/>
                      <a:pt x="29" y="3"/>
                      <a:pt x="28" y="2"/>
                    </a:cubicBezTo>
                    <a:cubicBezTo>
                      <a:pt x="28" y="1"/>
                      <a:pt x="26" y="1"/>
                      <a:pt x="24" y="1"/>
                    </a:cubicBezTo>
                    <a:cubicBezTo>
                      <a:pt x="24" y="0"/>
                      <a:pt x="24" y="0"/>
                      <a:pt x="24" y="0"/>
                    </a:cubicBezTo>
                    <a:cubicBezTo>
                      <a:pt x="36" y="0"/>
                      <a:pt x="36" y="0"/>
                      <a:pt x="36" y="0"/>
                    </a:cubicBezTo>
                    <a:cubicBezTo>
                      <a:pt x="36" y="0"/>
                      <a:pt x="36" y="0"/>
                      <a:pt x="36" y="0"/>
                    </a:cubicBezTo>
                    <a:cubicBezTo>
                      <a:pt x="36" y="1"/>
                      <a:pt x="36" y="1"/>
                      <a:pt x="3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8" name="išļiďè"/>
              <p:cNvSpPr/>
              <p:nvPr/>
            </p:nvSpPr>
            <p:spPr bwMode="auto">
              <a:xfrm>
                <a:off x="6612598" y="4004533"/>
                <a:ext cx="80951" cy="185405"/>
              </a:xfrm>
              <a:custGeom>
                <a:avLst/>
                <a:gdLst>
                  <a:gd name="T0" fmla="*/ 0 w 15"/>
                  <a:gd name="T1" fmla="*/ 33 h 34"/>
                  <a:gd name="T2" fmla="*/ 4 w 15"/>
                  <a:gd name="T3" fmla="*/ 32 h 34"/>
                  <a:gd name="T4" fmla="*/ 5 w 15"/>
                  <a:gd name="T5" fmla="*/ 28 h 34"/>
                  <a:gd name="T6" fmla="*/ 5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5" y="32"/>
                      <a:pt x="5" y="30"/>
                      <a:pt x="5" y="28"/>
                    </a:cubicBezTo>
                    <a:cubicBezTo>
                      <a:pt x="5" y="5"/>
                      <a:pt x="5" y="5"/>
                      <a:pt x="5" y="5"/>
                    </a:cubicBezTo>
                    <a:cubicBezTo>
                      <a:pt x="5" y="3"/>
                      <a:pt x="5"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1" y="2"/>
                      <a:pt x="10" y="3"/>
                      <a:pt x="10" y="5"/>
                    </a:cubicBezTo>
                    <a:cubicBezTo>
                      <a:pt x="10" y="28"/>
                      <a:pt x="10" y="28"/>
                      <a:pt x="10" y="28"/>
                    </a:cubicBezTo>
                    <a:cubicBezTo>
                      <a:pt x="10" y="30"/>
                      <a:pt x="11"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29" name="ïṡḷïdè"/>
              <p:cNvSpPr/>
              <p:nvPr/>
            </p:nvSpPr>
            <p:spPr bwMode="auto">
              <a:xfrm>
                <a:off x="6675420" y="4004533"/>
                <a:ext cx="190627" cy="185405"/>
              </a:xfrm>
              <a:custGeom>
                <a:avLst/>
                <a:gdLst>
                  <a:gd name="T0" fmla="*/ 35 w 35"/>
                  <a:gd name="T1" fmla="*/ 1 h 34"/>
                  <a:gd name="T2" fmla="*/ 33 w 35"/>
                  <a:gd name="T3" fmla="*/ 2 h 34"/>
                  <a:gd name="T4" fmla="*/ 31 w 35"/>
                  <a:gd name="T5" fmla="*/ 5 h 34"/>
                  <a:gd name="T6" fmla="*/ 19 w 35"/>
                  <a:gd name="T7" fmla="*/ 34 h 34"/>
                  <a:gd name="T8" fmla="*/ 18 w 35"/>
                  <a:gd name="T9" fmla="*/ 34 h 34"/>
                  <a:gd name="T10" fmla="*/ 5 w 35"/>
                  <a:gd name="T11" fmla="*/ 6 h 34"/>
                  <a:gd name="T12" fmla="*/ 3 w 35"/>
                  <a:gd name="T13" fmla="*/ 2 h 34"/>
                  <a:gd name="T14" fmla="*/ 0 w 35"/>
                  <a:gd name="T15" fmla="*/ 1 h 34"/>
                  <a:gd name="T16" fmla="*/ 0 w 35"/>
                  <a:gd name="T17" fmla="*/ 0 h 34"/>
                  <a:gd name="T18" fmla="*/ 14 w 35"/>
                  <a:gd name="T19" fmla="*/ 0 h 34"/>
                  <a:gd name="T20" fmla="*/ 14 w 35"/>
                  <a:gd name="T21" fmla="*/ 1 h 34"/>
                  <a:gd name="T22" fmla="*/ 10 w 35"/>
                  <a:gd name="T23" fmla="*/ 3 h 34"/>
                  <a:gd name="T24" fmla="*/ 11 w 35"/>
                  <a:gd name="T25" fmla="*/ 6 h 34"/>
                  <a:gd name="T26" fmla="*/ 12 w 35"/>
                  <a:gd name="T27" fmla="*/ 8 h 34"/>
                  <a:gd name="T28" fmla="*/ 20 w 35"/>
                  <a:gd name="T29" fmla="*/ 26 h 34"/>
                  <a:gd name="T30" fmla="*/ 28 w 35"/>
                  <a:gd name="T31" fmla="*/ 7 h 34"/>
                  <a:gd name="T32" fmla="*/ 28 w 35"/>
                  <a:gd name="T33" fmla="*/ 6 h 34"/>
                  <a:gd name="T34" fmla="*/ 29 w 35"/>
                  <a:gd name="T35" fmla="*/ 3 h 34"/>
                  <a:gd name="T36" fmla="*/ 25 w 35"/>
                  <a:gd name="T37" fmla="*/ 1 h 34"/>
                  <a:gd name="T38" fmla="*/ 25 w 35"/>
                  <a:gd name="T39" fmla="*/ 0 h 34"/>
                  <a:gd name="T40" fmla="*/ 35 w 35"/>
                  <a:gd name="T41" fmla="*/ 0 h 34"/>
                  <a:gd name="T42" fmla="*/ 35 w 35"/>
                  <a:gd name="T43"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 h="34">
                    <a:moveTo>
                      <a:pt x="35" y="1"/>
                    </a:moveTo>
                    <a:cubicBezTo>
                      <a:pt x="34" y="1"/>
                      <a:pt x="33" y="1"/>
                      <a:pt x="33" y="2"/>
                    </a:cubicBezTo>
                    <a:cubicBezTo>
                      <a:pt x="32" y="2"/>
                      <a:pt x="31" y="3"/>
                      <a:pt x="31" y="5"/>
                    </a:cubicBezTo>
                    <a:cubicBezTo>
                      <a:pt x="19" y="34"/>
                      <a:pt x="19" y="34"/>
                      <a:pt x="19" y="34"/>
                    </a:cubicBezTo>
                    <a:cubicBezTo>
                      <a:pt x="18" y="34"/>
                      <a:pt x="18" y="34"/>
                      <a:pt x="18" y="34"/>
                    </a:cubicBezTo>
                    <a:cubicBezTo>
                      <a:pt x="5" y="6"/>
                      <a:pt x="5" y="6"/>
                      <a:pt x="5" y="6"/>
                    </a:cubicBezTo>
                    <a:cubicBezTo>
                      <a:pt x="4" y="4"/>
                      <a:pt x="4" y="2"/>
                      <a:pt x="3" y="2"/>
                    </a:cubicBezTo>
                    <a:cubicBezTo>
                      <a:pt x="2" y="1"/>
                      <a:pt x="1" y="1"/>
                      <a:pt x="0" y="1"/>
                    </a:cubicBezTo>
                    <a:cubicBezTo>
                      <a:pt x="0" y="0"/>
                      <a:pt x="0" y="0"/>
                      <a:pt x="0" y="0"/>
                    </a:cubicBezTo>
                    <a:cubicBezTo>
                      <a:pt x="14" y="0"/>
                      <a:pt x="14" y="0"/>
                      <a:pt x="14" y="0"/>
                    </a:cubicBezTo>
                    <a:cubicBezTo>
                      <a:pt x="14" y="1"/>
                      <a:pt x="14" y="1"/>
                      <a:pt x="14" y="1"/>
                    </a:cubicBezTo>
                    <a:cubicBezTo>
                      <a:pt x="11" y="1"/>
                      <a:pt x="10" y="1"/>
                      <a:pt x="10" y="3"/>
                    </a:cubicBezTo>
                    <a:cubicBezTo>
                      <a:pt x="10" y="3"/>
                      <a:pt x="10" y="4"/>
                      <a:pt x="11" y="6"/>
                    </a:cubicBezTo>
                    <a:cubicBezTo>
                      <a:pt x="11" y="7"/>
                      <a:pt x="12" y="7"/>
                      <a:pt x="12" y="8"/>
                    </a:cubicBezTo>
                    <a:cubicBezTo>
                      <a:pt x="20" y="26"/>
                      <a:pt x="20" y="26"/>
                      <a:pt x="20" y="26"/>
                    </a:cubicBezTo>
                    <a:cubicBezTo>
                      <a:pt x="28" y="7"/>
                      <a:pt x="28" y="7"/>
                      <a:pt x="28" y="7"/>
                    </a:cubicBezTo>
                    <a:cubicBezTo>
                      <a:pt x="28" y="6"/>
                      <a:pt x="28" y="6"/>
                      <a:pt x="28" y="6"/>
                    </a:cubicBezTo>
                    <a:cubicBezTo>
                      <a:pt x="28" y="4"/>
                      <a:pt x="29" y="3"/>
                      <a:pt x="29" y="3"/>
                    </a:cubicBezTo>
                    <a:cubicBezTo>
                      <a:pt x="29" y="1"/>
                      <a:pt x="27" y="1"/>
                      <a:pt x="25" y="1"/>
                    </a:cubicBezTo>
                    <a:cubicBezTo>
                      <a:pt x="25" y="0"/>
                      <a:pt x="25" y="0"/>
                      <a:pt x="25"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0" name="îśḻïḓe"/>
              <p:cNvSpPr/>
              <p:nvPr/>
            </p:nvSpPr>
            <p:spPr bwMode="auto">
              <a:xfrm>
                <a:off x="6890781" y="4004533"/>
                <a:ext cx="169736" cy="185405"/>
              </a:xfrm>
              <a:custGeom>
                <a:avLst/>
                <a:gdLst>
                  <a:gd name="T0" fmla="*/ 28 w 31"/>
                  <a:gd name="T1" fmla="*/ 34 h 34"/>
                  <a:gd name="T2" fmla="*/ 0 w 31"/>
                  <a:gd name="T3" fmla="*/ 34 h 34"/>
                  <a:gd name="T4" fmla="*/ 0 w 31"/>
                  <a:gd name="T5" fmla="*/ 33 h 34"/>
                  <a:gd name="T6" fmla="*/ 4 w 31"/>
                  <a:gd name="T7" fmla="*/ 32 h 34"/>
                  <a:gd name="T8" fmla="*/ 5 w 31"/>
                  <a:gd name="T9" fmla="*/ 28 h 34"/>
                  <a:gd name="T10" fmla="*/ 5 w 31"/>
                  <a:gd name="T11" fmla="*/ 5 h 34"/>
                  <a:gd name="T12" fmla="*/ 4 w 31"/>
                  <a:gd name="T13" fmla="*/ 2 h 34"/>
                  <a:gd name="T14" fmla="*/ 0 w 31"/>
                  <a:gd name="T15" fmla="*/ 1 h 34"/>
                  <a:gd name="T16" fmla="*/ 0 w 31"/>
                  <a:gd name="T17" fmla="*/ 0 h 34"/>
                  <a:gd name="T18" fmla="*/ 28 w 31"/>
                  <a:gd name="T19" fmla="*/ 0 h 34"/>
                  <a:gd name="T20" fmla="*/ 28 w 31"/>
                  <a:gd name="T21" fmla="*/ 7 h 34"/>
                  <a:gd name="T22" fmla="*/ 27 w 31"/>
                  <a:gd name="T23" fmla="*/ 7 h 34"/>
                  <a:gd name="T24" fmla="*/ 25 w 31"/>
                  <a:gd name="T25" fmla="*/ 3 h 34"/>
                  <a:gd name="T26" fmla="*/ 19 w 31"/>
                  <a:gd name="T27" fmla="*/ 2 h 34"/>
                  <a:gd name="T28" fmla="*/ 12 w 31"/>
                  <a:gd name="T29" fmla="*/ 2 h 34"/>
                  <a:gd name="T30" fmla="*/ 10 w 31"/>
                  <a:gd name="T31" fmla="*/ 3 h 34"/>
                  <a:gd name="T32" fmla="*/ 10 w 31"/>
                  <a:gd name="T33" fmla="*/ 15 h 34"/>
                  <a:gd name="T34" fmla="*/ 18 w 31"/>
                  <a:gd name="T35" fmla="*/ 15 h 34"/>
                  <a:gd name="T36" fmla="*/ 22 w 31"/>
                  <a:gd name="T37" fmla="*/ 14 h 34"/>
                  <a:gd name="T38" fmla="*/ 24 w 31"/>
                  <a:gd name="T39" fmla="*/ 10 h 34"/>
                  <a:gd name="T40" fmla="*/ 25 w 31"/>
                  <a:gd name="T41" fmla="*/ 10 h 34"/>
                  <a:gd name="T42" fmla="*/ 25 w 31"/>
                  <a:gd name="T43" fmla="*/ 22 h 34"/>
                  <a:gd name="T44" fmla="*/ 24 w 31"/>
                  <a:gd name="T45" fmla="*/ 22 h 34"/>
                  <a:gd name="T46" fmla="*/ 22 w 31"/>
                  <a:gd name="T47" fmla="*/ 18 h 34"/>
                  <a:gd name="T48" fmla="*/ 18 w 31"/>
                  <a:gd name="T49" fmla="*/ 17 h 34"/>
                  <a:gd name="T50" fmla="*/ 10 w 31"/>
                  <a:gd name="T51" fmla="*/ 17 h 34"/>
                  <a:gd name="T52" fmla="*/ 10 w 31"/>
                  <a:gd name="T53" fmla="*/ 30 h 34"/>
                  <a:gd name="T54" fmla="*/ 11 w 31"/>
                  <a:gd name="T55" fmla="*/ 32 h 34"/>
                  <a:gd name="T56" fmla="*/ 18 w 31"/>
                  <a:gd name="T57" fmla="*/ 32 h 34"/>
                  <a:gd name="T58" fmla="*/ 25 w 31"/>
                  <a:gd name="T59" fmla="*/ 31 h 34"/>
                  <a:gd name="T60" fmla="*/ 29 w 31"/>
                  <a:gd name="T61" fmla="*/ 25 h 34"/>
                  <a:gd name="T62" fmla="*/ 31 w 31"/>
                  <a:gd name="T63" fmla="*/ 25 h 34"/>
                  <a:gd name="T64" fmla="*/ 28 w 31"/>
                  <a:gd name="T6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 h="34">
                    <a:moveTo>
                      <a:pt x="28" y="34"/>
                    </a:moveTo>
                    <a:cubicBezTo>
                      <a:pt x="0" y="34"/>
                      <a:pt x="0" y="34"/>
                      <a:pt x="0" y="34"/>
                    </a:cubicBezTo>
                    <a:cubicBezTo>
                      <a:pt x="0" y="33"/>
                      <a:pt x="0" y="33"/>
                      <a:pt x="0" y="33"/>
                    </a:cubicBezTo>
                    <a:cubicBezTo>
                      <a:pt x="2" y="33"/>
                      <a:pt x="3" y="33"/>
                      <a:pt x="4" y="32"/>
                    </a:cubicBezTo>
                    <a:cubicBezTo>
                      <a:pt x="4" y="31"/>
                      <a:pt x="5" y="30"/>
                      <a:pt x="5" y="28"/>
                    </a:cubicBezTo>
                    <a:cubicBezTo>
                      <a:pt x="5" y="5"/>
                      <a:pt x="5" y="5"/>
                      <a:pt x="5" y="5"/>
                    </a:cubicBezTo>
                    <a:cubicBezTo>
                      <a:pt x="5" y="3"/>
                      <a:pt x="4" y="2"/>
                      <a:pt x="4" y="2"/>
                    </a:cubicBezTo>
                    <a:cubicBezTo>
                      <a:pt x="3" y="1"/>
                      <a:pt x="2" y="1"/>
                      <a:pt x="0" y="1"/>
                    </a:cubicBezTo>
                    <a:cubicBezTo>
                      <a:pt x="0" y="0"/>
                      <a:pt x="0" y="0"/>
                      <a:pt x="0" y="0"/>
                    </a:cubicBezTo>
                    <a:cubicBezTo>
                      <a:pt x="28" y="0"/>
                      <a:pt x="28" y="0"/>
                      <a:pt x="28" y="0"/>
                    </a:cubicBezTo>
                    <a:cubicBezTo>
                      <a:pt x="28" y="7"/>
                      <a:pt x="28" y="7"/>
                      <a:pt x="28" y="7"/>
                    </a:cubicBezTo>
                    <a:cubicBezTo>
                      <a:pt x="27" y="7"/>
                      <a:pt x="27" y="7"/>
                      <a:pt x="27" y="7"/>
                    </a:cubicBezTo>
                    <a:cubicBezTo>
                      <a:pt x="26" y="5"/>
                      <a:pt x="26" y="3"/>
                      <a:pt x="25" y="3"/>
                    </a:cubicBezTo>
                    <a:cubicBezTo>
                      <a:pt x="24" y="2"/>
                      <a:pt x="22" y="2"/>
                      <a:pt x="19" y="2"/>
                    </a:cubicBezTo>
                    <a:cubicBezTo>
                      <a:pt x="12" y="2"/>
                      <a:pt x="12" y="2"/>
                      <a:pt x="12" y="2"/>
                    </a:cubicBezTo>
                    <a:cubicBezTo>
                      <a:pt x="10" y="1"/>
                      <a:pt x="10" y="2"/>
                      <a:pt x="10" y="3"/>
                    </a:cubicBezTo>
                    <a:cubicBezTo>
                      <a:pt x="10" y="15"/>
                      <a:pt x="10" y="15"/>
                      <a:pt x="10" y="15"/>
                    </a:cubicBezTo>
                    <a:cubicBezTo>
                      <a:pt x="18" y="15"/>
                      <a:pt x="18" y="15"/>
                      <a:pt x="18" y="15"/>
                    </a:cubicBezTo>
                    <a:cubicBezTo>
                      <a:pt x="20" y="15"/>
                      <a:pt x="22" y="15"/>
                      <a:pt x="22" y="14"/>
                    </a:cubicBezTo>
                    <a:cubicBezTo>
                      <a:pt x="23" y="14"/>
                      <a:pt x="23" y="12"/>
                      <a:pt x="24" y="10"/>
                    </a:cubicBezTo>
                    <a:cubicBezTo>
                      <a:pt x="25" y="10"/>
                      <a:pt x="25" y="10"/>
                      <a:pt x="25" y="10"/>
                    </a:cubicBezTo>
                    <a:cubicBezTo>
                      <a:pt x="25" y="22"/>
                      <a:pt x="25" y="22"/>
                      <a:pt x="25" y="22"/>
                    </a:cubicBezTo>
                    <a:cubicBezTo>
                      <a:pt x="24" y="22"/>
                      <a:pt x="24" y="22"/>
                      <a:pt x="24" y="22"/>
                    </a:cubicBezTo>
                    <a:cubicBezTo>
                      <a:pt x="23" y="20"/>
                      <a:pt x="23" y="19"/>
                      <a:pt x="22" y="18"/>
                    </a:cubicBezTo>
                    <a:cubicBezTo>
                      <a:pt x="22" y="17"/>
                      <a:pt x="20" y="17"/>
                      <a:pt x="18" y="17"/>
                    </a:cubicBezTo>
                    <a:cubicBezTo>
                      <a:pt x="10" y="17"/>
                      <a:pt x="10" y="17"/>
                      <a:pt x="10" y="17"/>
                    </a:cubicBezTo>
                    <a:cubicBezTo>
                      <a:pt x="10" y="30"/>
                      <a:pt x="10" y="30"/>
                      <a:pt x="10" y="30"/>
                    </a:cubicBezTo>
                    <a:cubicBezTo>
                      <a:pt x="10" y="31"/>
                      <a:pt x="10" y="32"/>
                      <a:pt x="11" y="32"/>
                    </a:cubicBezTo>
                    <a:cubicBezTo>
                      <a:pt x="11" y="32"/>
                      <a:pt x="14" y="32"/>
                      <a:pt x="18" y="32"/>
                    </a:cubicBezTo>
                    <a:cubicBezTo>
                      <a:pt x="21" y="32"/>
                      <a:pt x="23" y="32"/>
                      <a:pt x="25" y="31"/>
                    </a:cubicBezTo>
                    <a:cubicBezTo>
                      <a:pt x="27" y="30"/>
                      <a:pt x="28" y="28"/>
                      <a:pt x="29" y="25"/>
                    </a:cubicBezTo>
                    <a:cubicBezTo>
                      <a:pt x="31" y="25"/>
                      <a:pt x="31" y="25"/>
                      <a:pt x="31" y="25"/>
                    </a:cubicBezTo>
                    <a:cubicBezTo>
                      <a:pt x="28" y="34"/>
                      <a:pt x="28" y="34"/>
                      <a:pt x="28"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1" name="íšļîḓe"/>
              <p:cNvSpPr/>
              <p:nvPr/>
            </p:nvSpPr>
            <p:spPr bwMode="auto">
              <a:xfrm>
                <a:off x="7103841" y="4004533"/>
                <a:ext cx="185404" cy="185405"/>
              </a:xfrm>
              <a:custGeom>
                <a:avLst/>
                <a:gdLst>
                  <a:gd name="T0" fmla="*/ 34 w 34"/>
                  <a:gd name="T1" fmla="*/ 34 h 34"/>
                  <a:gd name="T2" fmla="*/ 25 w 34"/>
                  <a:gd name="T3" fmla="*/ 34 h 34"/>
                  <a:gd name="T4" fmla="*/ 13 w 34"/>
                  <a:gd name="T5" fmla="*/ 18 h 34"/>
                  <a:gd name="T6" fmla="*/ 10 w 34"/>
                  <a:gd name="T7" fmla="*/ 18 h 34"/>
                  <a:gd name="T8" fmla="*/ 10 w 34"/>
                  <a:gd name="T9" fmla="*/ 28 h 34"/>
                  <a:gd name="T10" fmla="*/ 11 w 34"/>
                  <a:gd name="T11" fmla="*/ 32 h 34"/>
                  <a:gd name="T12" fmla="*/ 14 w 34"/>
                  <a:gd name="T13" fmla="*/ 33 h 34"/>
                  <a:gd name="T14" fmla="*/ 14 w 34"/>
                  <a:gd name="T15" fmla="*/ 34 h 34"/>
                  <a:gd name="T16" fmla="*/ 0 w 34"/>
                  <a:gd name="T17" fmla="*/ 34 h 34"/>
                  <a:gd name="T18" fmla="*/ 0 w 34"/>
                  <a:gd name="T19" fmla="*/ 33 h 34"/>
                  <a:gd name="T20" fmla="*/ 4 w 34"/>
                  <a:gd name="T21" fmla="*/ 32 h 34"/>
                  <a:gd name="T22" fmla="*/ 4 w 34"/>
                  <a:gd name="T23" fmla="*/ 28 h 34"/>
                  <a:gd name="T24" fmla="*/ 4 w 34"/>
                  <a:gd name="T25" fmla="*/ 5 h 34"/>
                  <a:gd name="T26" fmla="*/ 4 w 34"/>
                  <a:gd name="T27" fmla="*/ 2 h 34"/>
                  <a:gd name="T28" fmla="*/ 0 w 34"/>
                  <a:gd name="T29" fmla="*/ 1 h 34"/>
                  <a:gd name="T30" fmla="*/ 0 w 34"/>
                  <a:gd name="T31" fmla="*/ 0 h 34"/>
                  <a:gd name="T32" fmla="*/ 14 w 34"/>
                  <a:gd name="T33" fmla="*/ 0 h 34"/>
                  <a:gd name="T34" fmla="*/ 28 w 34"/>
                  <a:gd name="T35" fmla="*/ 9 h 34"/>
                  <a:gd name="T36" fmla="*/ 18 w 34"/>
                  <a:gd name="T37" fmla="*/ 17 h 34"/>
                  <a:gd name="T38" fmla="*/ 29 w 34"/>
                  <a:gd name="T39" fmla="*/ 31 h 34"/>
                  <a:gd name="T40" fmla="*/ 34 w 34"/>
                  <a:gd name="T41" fmla="*/ 33 h 34"/>
                  <a:gd name="T42" fmla="*/ 34 w 34"/>
                  <a:gd name="T43" fmla="*/ 34 h 34"/>
                  <a:gd name="T44" fmla="*/ 10 w 34"/>
                  <a:gd name="T45" fmla="*/ 16 h 34"/>
                  <a:gd name="T46" fmla="*/ 22 w 34"/>
                  <a:gd name="T47" fmla="*/ 9 h 34"/>
                  <a:gd name="T48" fmla="*/ 13 w 34"/>
                  <a:gd name="T49" fmla="*/ 2 h 34"/>
                  <a:gd name="T50" fmla="*/ 10 w 34"/>
                  <a:gd name="T51" fmla="*/ 3 h 34"/>
                  <a:gd name="T52" fmla="*/ 10 w 34"/>
                  <a:gd name="T53"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4" h="34">
                    <a:moveTo>
                      <a:pt x="34" y="34"/>
                    </a:moveTo>
                    <a:cubicBezTo>
                      <a:pt x="25" y="34"/>
                      <a:pt x="25" y="34"/>
                      <a:pt x="25" y="34"/>
                    </a:cubicBezTo>
                    <a:cubicBezTo>
                      <a:pt x="13" y="18"/>
                      <a:pt x="13" y="18"/>
                      <a:pt x="13" y="18"/>
                    </a:cubicBezTo>
                    <a:cubicBezTo>
                      <a:pt x="10" y="18"/>
                      <a:pt x="10" y="18"/>
                      <a:pt x="10" y="18"/>
                    </a:cubicBezTo>
                    <a:cubicBezTo>
                      <a:pt x="10" y="28"/>
                      <a:pt x="10" y="28"/>
                      <a:pt x="10" y="28"/>
                    </a:cubicBezTo>
                    <a:cubicBezTo>
                      <a:pt x="10" y="30"/>
                      <a:pt x="10" y="31"/>
                      <a:pt x="11" y="32"/>
                    </a:cubicBezTo>
                    <a:cubicBezTo>
                      <a:pt x="11" y="33"/>
                      <a:pt x="13" y="33"/>
                      <a:pt x="14" y="33"/>
                    </a:cubicBezTo>
                    <a:cubicBezTo>
                      <a:pt x="14" y="34"/>
                      <a:pt x="14" y="34"/>
                      <a:pt x="14" y="34"/>
                    </a:cubicBezTo>
                    <a:cubicBezTo>
                      <a:pt x="0" y="34"/>
                      <a:pt x="0" y="34"/>
                      <a:pt x="0" y="34"/>
                    </a:cubicBezTo>
                    <a:cubicBezTo>
                      <a:pt x="0" y="33"/>
                      <a:pt x="0" y="33"/>
                      <a:pt x="0" y="33"/>
                    </a:cubicBezTo>
                    <a:cubicBezTo>
                      <a:pt x="2" y="33"/>
                      <a:pt x="3" y="32"/>
                      <a:pt x="4" y="32"/>
                    </a:cubicBezTo>
                    <a:cubicBezTo>
                      <a:pt x="4" y="31"/>
                      <a:pt x="4" y="30"/>
                      <a:pt x="4" y="28"/>
                    </a:cubicBezTo>
                    <a:cubicBezTo>
                      <a:pt x="4" y="5"/>
                      <a:pt x="4" y="5"/>
                      <a:pt x="4" y="5"/>
                    </a:cubicBezTo>
                    <a:cubicBezTo>
                      <a:pt x="4" y="3"/>
                      <a:pt x="4" y="2"/>
                      <a:pt x="4" y="2"/>
                    </a:cubicBezTo>
                    <a:cubicBezTo>
                      <a:pt x="3" y="1"/>
                      <a:pt x="2" y="1"/>
                      <a:pt x="0" y="1"/>
                    </a:cubicBezTo>
                    <a:cubicBezTo>
                      <a:pt x="0" y="0"/>
                      <a:pt x="0" y="0"/>
                      <a:pt x="0" y="0"/>
                    </a:cubicBezTo>
                    <a:cubicBezTo>
                      <a:pt x="14" y="0"/>
                      <a:pt x="14" y="0"/>
                      <a:pt x="14" y="0"/>
                    </a:cubicBezTo>
                    <a:cubicBezTo>
                      <a:pt x="23" y="0"/>
                      <a:pt x="28" y="3"/>
                      <a:pt x="28" y="9"/>
                    </a:cubicBezTo>
                    <a:cubicBezTo>
                      <a:pt x="28" y="14"/>
                      <a:pt x="25" y="16"/>
                      <a:pt x="18" y="17"/>
                    </a:cubicBezTo>
                    <a:cubicBezTo>
                      <a:pt x="29" y="31"/>
                      <a:pt x="29" y="31"/>
                      <a:pt x="29" y="31"/>
                    </a:cubicBezTo>
                    <a:cubicBezTo>
                      <a:pt x="30" y="32"/>
                      <a:pt x="32" y="33"/>
                      <a:pt x="34" y="33"/>
                    </a:cubicBezTo>
                    <a:cubicBezTo>
                      <a:pt x="34" y="34"/>
                      <a:pt x="34" y="34"/>
                      <a:pt x="34" y="34"/>
                    </a:cubicBezTo>
                    <a:close/>
                    <a:moveTo>
                      <a:pt x="10" y="16"/>
                    </a:moveTo>
                    <a:cubicBezTo>
                      <a:pt x="18" y="16"/>
                      <a:pt x="22" y="14"/>
                      <a:pt x="22" y="9"/>
                    </a:cubicBezTo>
                    <a:cubicBezTo>
                      <a:pt x="22" y="4"/>
                      <a:pt x="19" y="2"/>
                      <a:pt x="13" y="2"/>
                    </a:cubicBezTo>
                    <a:cubicBezTo>
                      <a:pt x="11" y="1"/>
                      <a:pt x="10" y="2"/>
                      <a:pt x="10" y="3"/>
                    </a:cubicBezTo>
                    <a:cubicBezTo>
                      <a:pt x="10" y="16"/>
                      <a:pt x="10" y="16"/>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2" name="ïšḷîḋé"/>
              <p:cNvSpPr/>
              <p:nvPr/>
            </p:nvSpPr>
            <p:spPr bwMode="auto">
              <a:xfrm>
                <a:off x="7304452" y="3999310"/>
                <a:ext cx="125344" cy="190628"/>
              </a:xfrm>
              <a:custGeom>
                <a:avLst/>
                <a:gdLst>
                  <a:gd name="T0" fmla="*/ 22 w 23"/>
                  <a:gd name="T1" fmla="*/ 11 h 35"/>
                  <a:gd name="T2" fmla="*/ 21 w 23"/>
                  <a:gd name="T3" fmla="*/ 11 h 35"/>
                  <a:gd name="T4" fmla="*/ 11 w 23"/>
                  <a:gd name="T5" fmla="*/ 2 h 35"/>
                  <a:gd name="T6" fmla="*/ 6 w 23"/>
                  <a:gd name="T7" fmla="*/ 7 h 35"/>
                  <a:gd name="T8" fmla="*/ 14 w 23"/>
                  <a:gd name="T9" fmla="*/ 15 h 35"/>
                  <a:gd name="T10" fmla="*/ 23 w 23"/>
                  <a:gd name="T11" fmla="*/ 26 h 35"/>
                  <a:gd name="T12" fmla="*/ 12 w 23"/>
                  <a:gd name="T13" fmla="*/ 35 h 35"/>
                  <a:gd name="T14" fmla="*/ 6 w 23"/>
                  <a:gd name="T15" fmla="*/ 35 h 35"/>
                  <a:gd name="T16" fmla="*/ 4 w 23"/>
                  <a:gd name="T17" fmla="*/ 34 h 35"/>
                  <a:gd name="T18" fmla="*/ 3 w 23"/>
                  <a:gd name="T19" fmla="*/ 35 h 35"/>
                  <a:gd name="T20" fmla="*/ 1 w 23"/>
                  <a:gd name="T21" fmla="*/ 35 h 35"/>
                  <a:gd name="T22" fmla="*/ 0 w 23"/>
                  <a:gd name="T23" fmla="*/ 25 h 35"/>
                  <a:gd name="T24" fmla="*/ 1 w 23"/>
                  <a:gd name="T25" fmla="*/ 25 h 35"/>
                  <a:gd name="T26" fmla="*/ 12 w 23"/>
                  <a:gd name="T27" fmla="*/ 34 h 35"/>
                  <a:gd name="T28" fmla="*/ 18 w 23"/>
                  <a:gd name="T29" fmla="*/ 28 h 35"/>
                  <a:gd name="T30" fmla="*/ 16 w 23"/>
                  <a:gd name="T31" fmla="*/ 24 h 35"/>
                  <a:gd name="T32" fmla="*/ 10 w 23"/>
                  <a:gd name="T33" fmla="*/ 19 h 35"/>
                  <a:gd name="T34" fmla="*/ 1 w 23"/>
                  <a:gd name="T35" fmla="*/ 9 h 35"/>
                  <a:gd name="T36" fmla="*/ 11 w 23"/>
                  <a:gd name="T37" fmla="*/ 0 h 35"/>
                  <a:gd name="T38" fmla="*/ 16 w 23"/>
                  <a:gd name="T39" fmla="*/ 1 h 35"/>
                  <a:gd name="T40" fmla="*/ 18 w 23"/>
                  <a:gd name="T41" fmla="*/ 2 h 35"/>
                  <a:gd name="T42" fmla="*/ 20 w 23"/>
                  <a:gd name="T43" fmla="*/ 0 h 35"/>
                  <a:gd name="T44" fmla="*/ 21 w 23"/>
                  <a:gd name="T45" fmla="*/ 0 h 35"/>
                  <a:gd name="T46" fmla="*/ 22 w 23"/>
                  <a:gd name="T47"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 h="35">
                    <a:moveTo>
                      <a:pt x="22" y="11"/>
                    </a:moveTo>
                    <a:cubicBezTo>
                      <a:pt x="21" y="11"/>
                      <a:pt x="21" y="11"/>
                      <a:pt x="21" y="11"/>
                    </a:cubicBezTo>
                    <a:cubicBezTo>
                      <a:pt x="19" y="5"/>
                      <a:pt x="16" y="2"/>
                      <a:pt x="11" y="2"/>
                    </a:cubicBezTo>
                    <a:cubicBezTo>
                      <a:pt x="8" y="2"/>
                      <a:pt x="6" y="4"/>
                      <a:pt x="6" y="7"/>
                    </a:cubicBezTo>
                    <a:cubicBezTo>
                      <a:pt x="6" y="10"/>
                      <a:pt x="9" y="13"/>
                      <a:pt x="14" y="15"/>
                    </a:cubicBezTo>
                    <a:cubicBezTo>
                      <a:pt x="19" y="17"/>
                      <a:pt x="22" y="21"/>
                      <a:pt x="23" y="26"/>
                    </a:cubicBezTo>
                    <a:cubicBezTo>
                      <a:pt x="23" y="32"/>
                      <a:pt x="19" y="35"/>
                      <a:pt x="12" y="35"/>
                    </a:cubicBezTo>
                    <a:cubicBezTo>
                      <a:pt x="11" y="35"/>
                      <a:pt x="9" y="35"/>
                      <a:pt x="6" y="35"/>
                    </a:cubicBezTo>
                    <a:cubicBezTo>
                      <a:pt x="5" y="34"/>
                      <a:pt x="5" y="34"/>
                      <a:pt x="4" y="34"/>
                    </a:cubicBezTo>
                    <a:cubicBezTo>
                      <a:pt x="3" y="34"/>
                      <a:pt x="3" y="35"/>
                      <a:pt x="3" y="35"/>
                    </a:cubicBezTo>
                    <a:cubicBezTo>
                      <a:pt x="1" y="35"/>
                      <a:pt x="1" y="35"/>
                      <a:pt x="1" y="35"/>
                    </a:cubicBezTo>
                    <a:cubicBezTo>
                      <a:pt x="0" y="25"/>
                      <a:pt x="0" y="25"/>
                      <a:pt x="0" y="25"/>
                    </a:cubicBezTo>
                    <a:cubicBezTo>
                      <a:pt x="1" y="25"/>
                      <a:pt x="1" y="25"/>
                      <a:pt x="1" y="25"/>
                    </a:cubicBezTo>
                    <a:cubicBezTo>
                      <a:pt x="3" y="31"/>
                      <a:pt x="7" y="34"/>
                      <a:pt x="12" y="34"/>
                    </a:cubicBezTo>
                    <a:cubicBezTo>
                      <a:pt x="16" y="34"/>
                      <a:pt x="18" y="32"/>
                      <a:pt x="18" y="28"/>
                    </a:cubicBezTo>
                    <a:cubicBezTo>
                      <a:pt x="18" y="26"/>
                      <a:pt x="18" y="25"/>
                      <a:pt x="16" y="24"/>
                    </a:cubicBezTo>
                    <a:cubicBezTo>
                      <a:pt x="15" y="23"/>
                      <a:pt x="13" y="21"/>
                      <a:pt x="10" y="19"/>
                    </a:cubicBezTo>
                    <a:cubicBezTo>
                      <a:pt x="4" y="16"/>
                      <a:pt x="1" y="13"/>
                      <a:pt x="1" y="9"/>
                    </a:cubicBezTo>
                    <a:cubicBezTo>
                      <a:pt x="2" y="3"/>
                      <a:pt x="5" y="0"/>
                      <a:pt x="11" y="0"/>
                    </a:cubicBezTo>
                    <a:cubicBezTo>
                      <a:pt x="12" y="0"/>
                      <a:pt x="14" y="0"/>
                      <a:pt x="16" y="1"/>
                    </a:cubicBezTo>
                    <a:cubicBezTo>
                      <a:pt x="17" y="2"/>
                      <a:pt x="18" y="2"/>
                      <a:pt x="18" y="2"/>
                    </a:cubicBezTo>
                    <a:cubicBezTo>
                      <a:pt x="19" y="2"/>
                      <a:pt x="20" y="1"/>
                      <a:pt x="20" y="0"/>
                    </a:cubicBezTo>
                    <a:cubicBezTo>
                      <a:pt x="21" y="0"/>
                      <a:pt x="21" y="0"/>
                      <a:pt x="21" y="0"/>
                    </a:cubicBezTo>
                    <a:cubicBezTo>
                      <a:pt x="22" y="11"/>
                      <a:pt x="22" y="11"/>
                      <a:pt x="22"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3" name="ïšļïḋê"/>
              <p:cNvSpPr/>
              <p:nvPr/>
            </p:nvSpPr>
            <p:spPr bwMode="auto">
              <a:xfrm>
                <a:off x="7479722" y="4004533"/>
                <a:ext cx="80951" cy="185405"/>
              </a:xfrm>
              <a:custGeom>
                <a:avLst/>
                <a:gdLst>
                  <a:gd name="T0" fmla="*/ 0 w 15"/>
                  <a:gd name="T1" fmla="*/ 33 h 34"/>
                  <a:gd name="T2" fmla="*/ 4 w 15"/>
                  <a:gd name="T3" fmla="*/ 32 h 34"/>
                  <a:gd name="T4" fmla="*/ 4 w 15"/>
                  <a:gd name="T5" fmla="*/ 28 h 34"/>
                  <a:gd name="T6" fmla="*/ 4 w 15"/>
                  <a:gd name="T7" fmla="*/ 5 h 34"/>
                  <a:gd name="T8" fmla="*/ 4 w 15"/>
                  <a:gd name="T9" fmla="*/ 2 h 34"/>
                  <a:gd name="T10" fmla="*/ 0 w 15"/>
                  <a:gd name="T11" fmla="*/ 1 h 34"/>
                  <a:gd name="T12" fmla="*/ 0 w 15"/>
                  <a:gd name="T13" fmla="*/ 0 h 34"/>
                  <a:gd name="T14" fmla="*/ 15 w 15"/>
                  <a:gd name="T15" fmla="*/ 0 h 34"/>
                  <a:gd name="T16" fmla="*/ 15 w 15"/>
                  <a:gd name="T17" fmla="*/ 1 h 34"/>
                  <a:gd name="T18" fmla="*/ 11 w 15"/>
                  <a:gd name="T19" fmla="*/ 2 h 34"/>
                  <a:gd name="T20" fmla="*/ 10 w 15"/>
                  <a:gd name="T21" fmla="*/ 5 h 34"/>
                  <a:gd name="T22" fmla="*/ 10 w 15"/>
                  <a:gd name="T23" fmla="*/ 28 h 34"/>
                  <a:gd name="T24" fmla="*/ 11 w 15"/>
                  <a:gd name="T25" fmla="*/ 32 h 34"/>
                  <a:gd name="T26" fmla="*/ 15 w 15"/>
                  <a:gd name="T27" fmla="*/ 33 h 34"/>
                  <a:gd name="T28" fmla="*/ 15 w 15"/>
                  <a:gd name="T29" fmla="*/ 34 h 34"/>
                  <a:gd name="T30" fmla="*/ 0 w 15"/>
                  <a:gd name="T31" fmla="*/ 34 h 34"/>
                  <a:gd name="T32" fmla="*/ 0 w 15"/>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 h="34">
                    <a:moveTo>
                      <a:pt x="0" y="33"/>
                    </a:moveTo>
                    <a:cubicBezTo>
                      <a:pt x="2" y="33"/>
                      <a:pt x="3" y="33"/>
                      <a:pt x="4" y="32"/>
                    </a:cubicBezTo>
                    <a:cubicBezTo>
                      <a:pt x="4" y="32"/>
                      <a:pt x="4" y="30"/>
                      <a:pt x="4" y="28"/>
                    </a:cubicBezTo>
                    <a:cubicBezTo>
                      <a:pt x="4" y="5"/>
                      <a:pt x="4" y="5"/>
                      <a:pt x="4" y="5"/>
                    </a:cubicBezTo>
                    <a:cubicBezTo>
                      <a:pt x="4" y="3"/>
                      <a:pt x="4" y="2"/>
                      <a:pt x="4" y="2"/>
                    </a:cubicBezTo>
                    <a:cubicBezTo>
                      <a:pt x="3" y="1"/>
                      <a:pt x="2" y="1"/>
                      <a:pt x="0" y="1"/>
                    </a:cubicBezTo>
                    <a:cubicBezTo>
                      <a:pt x="0" y="0"/>
                      <a:pt x="0" y="0"/>
                      <a:pt x="0" y="0"/>
                    </a:cubicBezTo>
                    <a:cubicBezTo>
                      <a:pt x="15" y="0"/>
                      <a:pt x="15" y="0"/>
                      <a:pt x="15" y="0"/>
                    </a:cubicBezTo>
                    <a:cubicBezTo>
                      <a:pt x="15" y="1"/>
                      <a:pt x="15" y="1"/>
                      <a:pt x="15" y="1"/>
                    </a:cubicBezTo>
                    <a:cubicBezTo>
                      <a:pt x="13" y="1"/>
                      <a:pt x="12" y="1"/>
                      <a:pt x="11" y="2"/>
                    </a:cubicBezTo>
                    <a:cubicBezTo>
                      <a:pt x="10" y="2"/>
                      <a:pt x="10" y="3"/>
                      <a:pt x="10" y="5"/>
                    </a:cubicBezTo>
                    <a:cubicBezTo>
                      <a:pt x="10" y="28"/>
                      <a:pt x="10" y="28"/>
                      <a:pt x="10" y="28"/>
                    </a:cubicBezTo>
                    <a:cubicBezTo>
                      <a:pt x="10" y="30"/>
                      <a:pt x="10" y="32"/>
                      <a:pt x="11" y="32"/>
                    </a:cubicBezTo>
                    <a:cubicBezTo>
                      <a:pt x="12" y="33"/>
                      <a:pt x="13" y="33"/>
                      <a:pt x="15" y="33"/>
                    </a:cubicBezTo>
                    <a:cubicBezTo>
                      <a:pt x="15" y="34"/>
                      <a:pt x="15" y="34"/>
                      <a:pt x="15" y="34"/>
                    </a:cubicBezTo>
                    <a:cubicBezTo>
                      <a:pt x="0" y="34"/>
                      <a:pt x="0" y="34"/>
                      <a:pt x="0" y="34"/>
                    </a:cubicBezTo>
                    <a:cubicBezTo>
                      <a:pt x="0" y="33"/>
                      <a:pt x="0" y="33"/>
                      <a:pt x="0"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4" name="ïśľïḓê"/>
              <p:cNvSpPr/>
              <p:nvPr/>
            </p:nvSpPr>
            <p:spPr bwMode="auto">
              <a:xfrm>
                <a:off x="7559444" y="4004533"/>
                <a:ext cx="161903" cy="185405"/>
              </a:xfrm>
              <a:custGeom>
                <a:avLst/>
                <a:gdLst>
                  <a:gd name="T0" fmla="*/ 22 w 30"/>
                  <a:gd name="T1" fmla="*/ 34 h 34"/>
                  <a:gd name="T2" fmla="*/ 7 w 30"/>
                  <a:gd name="T3" fmla="*/ 34 h 34"/>
                  <a:gd name="T4" fmla="*/ 7 w 30"/>
                  <a:gd name="T5" fmla="*/ 33 h 34"/>
                  <a:gd name="T6" fmla="*/ 11 w 30"/>
                  <a:gd name="T7" fmla="*/ 32 h 34"/>
                  <a:gd name="T8" fmla="*/ 12 w 30"/>
                  <a:gd name="T9" fmla="*/ 28 h 34"/>
                  <a:gd name="T10" fmla="*/ 12 w 30"/>
                  <a:gd name="T11" fmla="*/ 2 h 34"/>
                  <a:gd name="T12" fmla="*/ 9 w 30"/>
                  <a:gd name="T13" fmla="*/ 2 h 34"/>
                  <a:gd name="T14" fmla="*/ 3 w 30"/>
                  <a:gd name="T15" fmla="*/ 3 h 34"/>
                  <a:gd name="T16" fmla="*/ 1 w 30"/>
                  <a:gd name="T17" fmla="*/ 8 h 34"/>
                  <a:gd name="T18" fmla="*/ 0 w 30"/>
                  <a:gd name="T19" fmla="*/ 8 h 34"/>
                  <a:gd name="T20" fmla="*/ 0 w 30"/>
                  <a:gd name="T21" fmla="*/ 0 h 34"/>
                  <a:gd name="T22" fmla="*/ 29 w 30"/>
                  <a:gd name="T23" fmla="*/ 0 h 34"/>
                  <a:gd name="T24" fmla="*/ 30 w 30"/>
                  <a:gd name="T25" fmla="*/ 8 h 34"/>
                  <a:gd name="T26" fmla="*/ 29 w 30"/>
                  <a:gd name="T27" fmla="*/ 8 h 34"/>
                  <a:gd name="T28" fmla="*/ 26 w 30"/>
                  <a:gd name="T29" fmla="*/ 3 h 34"/>
                  <a:gd name="T30" fmla="*/ 20 w 30"/>
                  <a:gd name="T31" fmla="*/ 2 h 34"/>
                  <a:gd name="T32" fmla="*/ 17 w 30"/>
                  <a:gd name="T33" fmla="*/ 2 h 34"/>
                  <a:gd name="T34" fmla="*/ 17 w 30"/>
                  <a:gd name="T35" fmla="*/ 28 h 34"/>
                  <a:gd name="T36" fmla="*/ 18 w 30"/>
                  <a:gd name="T37" fmla="*/ 32 h 34"/>
                  <a:gd name="T38" fmla="*/ 22 w 30"/>
                  <a:gd name="T39" fmla="*/ 33 h 34"/>
                  <a:gd name="T40" fmla="*/ 22 w 30"/>
                  <a:gd name="T4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 h="34">
                    <a:moveTo>
                      <a:pt x="22" y="34"/>
                    </a:moveTo>
                    <a:cubicBezTo>
                      <a:pt x="7" y="34"/>
                      <a:pt x="7" y="34"/>
                      <a:pt x="7" y="34"/>
                    </a:cubicBezTo>
                    <a:cubicBezTo>
                      <a:pt x="7" y="33"/>
                      <a:pt x="7" y="33"/>
                      <a:pt x="7" y="33"/>
                    </a:cubicBezTo>
                    <a:cubicBezTo>
                      <a:pt x="9" y="33"/>
                      <a:pt x="11" y="32"/>
                      <a:pt x="11" y="32"/>
                    </a:cubicBezTo>
                    <a:cubicBezTo>
                      <a:pt x="12" y="31"/>
                      <a:pt x="12" y="30"/>
                      <a:pt x="12" y="28"/>
                    </a:cubicBezTo>
                    <a:cubicBezTo>
                      <a:pt x="12" y="2"/>
                      <a:pt x="12" y="2"/>
                      <a:pt x="12" y="2"/>
                    </a:cubicBezTo>
                    <a:cubicBezTo>
                      <a:pt x="9" y="2"/>
                      <a:pt x="9" y="2"/>
                      <a:pt x="9" y="2"/>
                    </a:cubicBezTo>
                    <a:cubicBezTo>
                      <a:pt x="6" y="2"/>
                      <a:pt x="4" y="2"/>
                      <a:pt x="3" y="3"/>
                    </a:cubicBezTo>
                    <a:cubicBezTo>
                      <a:pt x="2" y="4"/>
                      <a:pt x="1" y="6"/>
                      <a:pt x="1" y="8"/>
                    </a:cubicBezTo>
                    <a:cubicBezTo>
                      <a:pt x="0" y="8"/>
                      <a:pt x="0" y="8"/>
                      <a:pt x="0" y="8"/>
                    </a:cubicBezTo>
                    <a:cubicBezTo>
                      <a:pt x="0" y="0"/>
                      <a:pt x="0" y="0"/>
                      <a:pt x="0" y="0"/>
                    </a:cubicBezTo>
                    <a:cubicBezTo>
                      <a:pt x="29" y="0"/>
                      <a:pt x="29" y="0"/>
                      <a:pt x="29" y="0"/>
                    </a:cubicBezTo>
                    <a:cubicBezTo>
                      <a:pt x="30" y="8"/>
                      <a:pt x="30" y="8"/>
                      <a:pt x="30" y="8"/>
                    </a:cubicBezTo>
                    <a:cubicBezTo>
                      <a:pt x="29" y="8"/>
                      <a:pt x="29" y="8"/>
                      <a:pt x="29" y="8"/>
                    </a:cubicBezTo>
                    <a:cubicBezTo>
                      <a:pt x="28" y="6"/>
                      <a:pt x="27" y="4"/>
                      <a:pt x="26" y="3"/>
                    </a:cubicBezTo>
                    <a:cubicBezTo>
                      <a:pt x="25" y="2"/>
                      <a:pt x="23" y="2"/>
                      <a:pt x="20" y="2"/>
                    </a:cubicBezTo>
                    <a:cubicBezTo>
                      <a:pt x="17" y="2"/>
                      <a:pt x="17" y="2"/>
                      <a:pt x="17" y="2"/>
                    </a:cubicBezTo>
                    <a:cubicBezTo>
                      <a:pt x="17" y="28"/>
                      <a:pt x="17" y="28"/>
                      <a:pt x="17" y="28"/>
                    </a:cubicBezTo>
                    <a:cubicBezTo>
                      <a:pt x="17" y="30"/>
                      <a:pt x="18" y="31"/>
                      <a:pt x="18" y="32"/>
                    </a:cubicBezTo>
                    <a:cubicBezTo>
                      <a:pt x="19" y="33"/>
                      <a:pt x="20" y="33"/>
                      <a:pt x="22" y="33"/>
                    </a:cubicBezTo>
                    <a:cubicBezTo>
                      <a:pt x="22" y="34"/>
                      <a:pt x="22" y="34"/>
                      <a:pt x="22"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35" name="iṩḷiḋé"/>
              <p:cNvSpPr/>
              <p:nvPr/>
            </p:nvSpPr>
            <p:spPr bwMode="auto">
              <a:xfrm>
                <a:off x="7705598" y="4004533"/>
                <a:ext cx="190627" cy="185405"/>
              </a:xfrm>
              <a:custGeom>
                <a:avLst/>
                <a:gdLst>
                  <a:gd name="T0" fmla="*/ 35 w 35"/>
                  <a:gd name="T1" fmla="*/ 1 h 34"/>
                  <a:gd name="T2" fmla="*/ 28 w 35"/>
                  <a:gd name="T3" fmla="*/ 7 h 34"/>
                  <a:gd name="T4" fmla="*/ 20 w 35"/>
                  <a:gd name="T5" fmla="*/ 18 h 34"/>
                  <a:gd name="T6" fmla="*/ 20 w 35"/>
                  <a:gd name="T7" fmla="*/ 28 h 34"/>
                  <a:gd name="T8" fmla="*/ 21 w 35"/>
                  <a:gd name="T9" fmla="*/ 32 h 34"/>
                  <a:gd name="T10" fmla="*/ 26 w 35"/>
                  <a:gd name="T11" fmla="*/ 33 h 34"/>
                  <a:gd name="T12" fmla="*/ 26 w 35"/>
                  <a:gd name="T13" fmla="*/ 34 h 34"/>
                  <a:gd name="T14" fmla="*/ 10 w 35"/>
                  <a:gd name="T15" fmla="*/ 34 h 34"/>
                  <a:gd name="T16" fmla="*/ 10 w 35"/>
                  <a:gd name="T17" fmla="*/ 33 h 34"/>
                  <a:gd name="T18" fmla="*/ 14 w 35"/>
                  <a:gd name="T19" fmla="*/ 32 h 34"/>
                  <a:gd name="T20" fmla="*/ 15 w 35"/>
                  <a:gd name="T21" fmla="*/ 28 h 34"/>
                  <a:gd name="T22" fmla="*/ 15 w 35"/>
                  <a:gd name="T23" fmla="*/ 19 h 34"/>
                  <a:gd name="T24" fmla="*/ 8 w 35"/>
                  <a:gd name="T25" fmla="*/ 9 h 34"/>
                  <a:gd name="T26" fmla="*/ 3 w 35"/>
                  <a:gd name="T27" fmla="*/ 2 h 34"/>
                  <a:gd name="T28" fmla="*/ 0 w 35"/>
                  <a:gd name="T29" fmla="*/ 1 h 34"/>
                  <a:gd name="T30" fmla="*/ 0 w 35"/>
                  <a:gd name="T31" fmla="*/ 0 h 34"/>
                  <a:gd name="T32" fmla="*/ 14 w 35"/>
                  <a:gd name="T33" fmla="*/ 0 h 34"/>
                  <a:gd name="T34" fmla="*/ 14 w 35"/>
                  <a:gd name="T35" fmla="*/ 1 h 34"/>
                  <a:gd name="T36" fmla="*/ 14 w 35"/>
                  <a:gd name="T37" fmla="*/ 1 h 34"/>
                  <a:gd name="T38" fmla="*/ 11 w 35"/>
                  <a:gd name="T39" fmla="*/ 2 h 34"/>
                  <a:gd name="T40" fmla="*/ 11 w 35"/>
                  <a:gd name="T41" fmla="*/ 4 h 34"/>
                  <a:gd name="T42" fmla="*/ 19 w 35"/>
                  <a:gd name="T43" fmla="*/ 16 h 34"/>
                  <a:gd name="T44" fmla="*/ 27 w 35"/>
                  <a:gd name="T45" fmla="*/ 4 h 34"/>
                  <a:gd name="T46" fmla="*/ 27 w 35"/>
                  <a:gd name="T47" fmla="*/ 2 h 34"/>
                  <a:gd name="T48" fmla="*/ 24 w 35"/>
                  <a:gd name="T49" fmla="*/ 1 h 34"/>
                  <a:gd name="T50" fmla="*/ 24 w 35"/>
                  <a:gd name="T51" fmla="*/ 0 h 34"/>
                  <a:gd name="T52" fmla="*/ 35 w 35"/>
                  <a:gd name="T53" fmla="*/ 0 h 34"/>
                  <a:gd name="T54" fmla="*/ 35 w 35"/>
                  <a:gd name="T55"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34">
                    <a:moveTo>
                      <a:pt x="35" y="1"/>
                    </a:moveTo>
                    <a:cubicBezTo>
                      <a:pt x="33" y="0"/>
                      <a:pt x="30" y="2"/>
                      <a:pt x="28" y="7"/>
                    </a:cubicBezTo>
                    <a:cubicBezTo>
                      <a:pt x="20" y="18"/>
                      <a:pt x="20" y="18"/>
                      <a:pt x="20" y="18"/>
                    </a:cubicBezTo>
                    <a:cubicBezTo>
                      <a:pt x="20" y="28"/>
                      <a:pt x="20" y="28"/>
                      <a:pt x="20" y="28"/>
                    </a:cubicBezTo>
                    <a:cubicBezTo>
                      <a:pt x="20" y="30"/>
                      <a:pt x="21" y="32"/>
                      <a:pt x="21" y="32"/>
                    </a:cubicBezTo>
                    <a:cubicBezTo>
                      <a:pt x="22" y="33"/>
                      <a:pt x="23" y="33"/>
                      <a:pt x="26" y="33"/>
                    </a:cubicBezTo>
                    <a:cubicBezTo>
                      <a:pt x="26" y="34"/>
                      <a:pt x="26" y="34"/>
                      <a:pt x="26" y="34"/>
                    </a:cubicBezTo>
                    <a:cubicBezTo>
                      <a:pt x="10" y="34"/>
                      <a:pt x="10" y="34"/>
                      <a:pt x="10" y="34"/>
                    </a:cubicBezTo>
                    <a:cubicBezTo>
                      <a:pt x="10" y="33"/>
                      <a:pt x="10" y="33"/>
                      <a:pt x="10" y="33"/>
                    </a:cubicBezTo>
                    <a:cubicBezTo>
                      <a:pt x="12" y="33"/>
                      <a:pt x="14" y="33"/>
                      <a:pt x="14" y="32"/>
                    </a:cubicBezTo>
                    <a:cubicBezTo>
                      <a:pt x="15" y="32"/>
                      <a:pt x="15" y="30"/>
                      <a:pt x="15" y="28"/>
                    </a:cubicBezTo>
                    <a:cubicBezTo>
                      <a:pt x="15" y="19"/>
                      <a:pt x="15" y="19"/>
                      <a:pt x="15" y="19"/>
                    </a:cubicBezTo>
                    <a:cubicBezTo>
                      <a:pt x="8" y="9"/>
                      <a:pt x="8" y="9"/>
                      <a:pt x="8" y="9"/>
                    </a:cubicBezTo>
                    <a:cubicBezTo>
                      <a:pt x="6" y="5"/>
                      <a:pt x="4" y="3"/>
                      <a:pt x="3" y="2"/>
                    </a:cubicBezTo>
                    <a:cubicBezTo>
                      <a:pt x="2" y="1"/>
                      <a:pt x="1" y="1"/>
                      <a:pt x="0" y="1"/>
                    </a:cubicBezTo>
                    <a:cubicBezTo>
                      <a:pt x="0" y="0"/>
                      <a:pt x="0" y="0"/>
                      <a:pt x="0" y="0"/>
                    </a:cubicBezTo>
                    <a:cubicBezTo>
                      <a:pt x="14" y="0"/>
                      <a:pt x="14" y="0"/>
                      <a:pt x="14" y="0"/>
                    </a:cubicBezTo>
                    <a:cubicBezTo>
                      <a:pt x="14" y="1"/>
                      <a:pt x="14" y="1"/>
                      <a:pt x="14" y="1"/>
                    </a:cubicBezTo>
                    <a:cubicBezTo>
                      <a:pt x="14" y="1"/>
                      <a:pt x="14" y="1"/>
                      <a:pt x="14" y="1"/>
                    </a:cubicBezTo>
                    <a:cubicBezTo>
                      <a:pt x="11" y="1"/>
                      <a:pt x="10" y="1"/>
                      <a:pt x="11" y="2"/>
                    </a:cubicBezTo>
                    <a:cubicBezTo>
                      <a:pt x="11" y="3"/>
                      <a:pt x="11" y="4"/>
                      <a:pt x="11" y="4"/>
                    </a:cubicBezTo>
                    <a:cubicBezTo>
                      <a:pt x="19" y="16"/>
                      <a:pt x="19" y="16"/>
                      <a:pt x="19" y="16"/>
                    </a:cubicBezTo>
                    <a:cubicBezTo>
                      <a:pt x="27" y="4"/>
                      <a:pt x="27" y="4"/>
                      <a:pt x="27" y="4"/>
                    </a:cubicBezTo>
                    <a:cubicBezTo>
                      <a:pt x="27" y="3"/>
                      <a:pt x="27" y="3"/>
                      <a:pt x="27" y="2"/>
                    </a:cubicBezTo>
                    <a:cubicBezTo>
                      <a:pt x="27" y="1"/>
                      <a:pt x="26" y="1"/>
                      <a:pt x="24" y="1"/>
                    </a:cubicBezTo>
                    <a:cubicBezTo>
                      <a:pt x="24" y="0"/>
                      <a:pt x="24" y="0"/>
                      <a:pt x="24" y="0"/>
                    </a:cubicBezTo>
                    <a:cubicBezTo>
                      <a:pt x="35" y="0"/>
                      <a:pt x="35" y="0"/>
                      <a:pt x="35" y="0"/>
                    </a:cubicBezTo>
                    <a:cubicBezTo>
                      <a:pt x="35" y="1"/>
                      <a:pt x="35" y="1"/>
                      <a:pt x="3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ISLIDE.VECTOR" val="9958e2aa-ba20-40b7-bff6-9b670547780a"/>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ISLIDE.VECTOR" val="9958e2aa-ba20-40b7-bff6-9b670547780a"/>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ISLIDE.VECTOR" val="9958e2aa-ba20-40b7-bff6-9b670547780a"/>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ISLIDE.VECTOR" val="9958e2aa-ba20-40b7-bff6-9b670547780a"/>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ISLIDE.VECTOR" val="9958e2aa-ba20-40b7-bff6-9b670547780a"/>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ISLIDE.VECTOR" val="9958e2aa-ba20-40b7-bff6-9b670547780a"/>
</p:tagLst>
</file>

<file path=ppt/tags/tag337.xml><?xml version="1.0" encoding="utf-8"?>
<p:tagLst xmlns:p="http://schemas.openxmlformats.org/presentationml/2006/main">
  <p:tag name="ISLIDE.VECTOR" val="9958e2aa-ba20-40b7-bff6-9b670547780a"/>
</p:tagLst>
</file>

<file path=ppt/tags/tag338.xml><?xml version="1.0" encoding="utf-8"?>
<p:tagLst xmlns:p="http://schemas.openxmlformats.org/presentationml/2006/main">
  <p:tag name="ISLIDE.VECTOR" val="9958e2aa-ba20-40b7-bff6-9b670547780a"/>
</p:tagLst>
</file>

<file path=ppt/tags/tag339.xml><?xml version="1.0" encoding="utf-8"?>
<p:tagLst xmlns:p="http://schemas.openxmlformats.org/presentationml/2006/main">
  <p:tag name="ISLIDE.VECTOR" val="9958e2aa-ba20-40b7-bff6-9b670547780a"/>
</p:tagLst>
</file>

<file path=ppt/tags/tag340.xml><?xml version="1.0" encoding="utf-8"?>
<p:tagLst xmlns:p="http://schemas.openxmlformats.org/presentationml/2006/main">
  <p:tag name="ISLIDE.VECTOR" val="9958e2aa-ba20-40b7-bff6-9b670547780a"/>
</p:tagLst>
</file>

<file path=ppt/tags/tag341.xml><?xml version="1.0" encoding="utf-8"?>
<p:tagLst xmlns:p="http://schemas.openxmlformats.org/presentationml/2006/main">
  <p:tag name="ISLIDE.VECTOR" val="9958e2aa-ba20-40b7-bff6-9b670547780a"/>
</p:tagLst>
</file>

<file path=ppt/tags/tag342.xml><?xml version="1.0" encoding="utf-8"?>
<p:tagLst xmlns:p="http://schemas.openxmlformats.org/presentationml/2006/main">
  <p:tag name="ISLIDE.VECTOR" val="9958e2aa-ba20-40b7-bff6-9b670547780a"/>
</p:tagLst>
</file>

<file path=ppt/tags/tag343.xml><?xml version="1.0" encoding="utf-8"?>
<p:tagLst xmlns:p="http://schemas.openxmlformats.org/presentationml/2006/main">
  <p:tag name="KSO_WPP_MARK_KEY" val="16eb48a3-2232-458a-9a24-2f5371751322"/>
  <p:tag name="COMMONDATA" val="eyJoZGlkIjoiMGQwYTU1OTIyNWIzYTI0MzA2NWU2ZjEyZWUzMmJiYTAifQ=="/>
  <p:tag name="RESOURCE_RECORD_KEY" val="{&quot;13&quot;:[4722044,20419712,4721865,20481847,4683222,4650224],&quot;29&quot;:[50000076]}"/>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Words>
  <Application>WPS 演示</Application>
  <PresentationFormat>宽屏</PresentationFormat>
  <Paragraphs>36</Paragraphs>
  <Slides>7</Slides>
  <Notes>26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vt:i4>
      </vt:variant>
    </vt:vector>
  </HeadingPairs>
  <TitlesOfParts>
    <vt:vector size="23" baseType="lpstr">
      <vt:lpstr>Arial</vt:lpstr>
      <vt:lpstr>宋体</vt:lpstr>
      <vt:lpstr>Wingdings</vt:lpstr>
      <vt:lpstr>微软雅黑</vt:lpstr>
      <vt:lpstr>Source Han Sans CN Bold</vt:lpstr>
      <vt:lpstr>Calibri</vt:lpstr>
      <vt:lpstr>Microsoft Sans Serif</vt:lpstr>
      <vt:lpstr>Times New Roman</vt:lpstr>
      <vt:lpstr>等线</vt:lpstr>
      <vt:lpstr>Arial Unicode MS</vt:lpstr>
      <vt:lpstr>等线 Light</vt:lpstr>
      <vt:lpstr>Calibri</vt:lpstr>
      <vt:lpstr>Microsoft Sans Serif</vt:lpstr>
      <vt:lpstr>Source Han Sans CN Bold</vt:lpstr>
      <vt:lpstr>AMGDT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WPS_1632981272</cp:lastModifiedBy>
  <cp:revision>236</cp:revision>
  <dcterms:created xsi:type="dcterms:W3CDTF">2016-11-24T09:20:00Z</dcterms:created>
  <dcterms:modified xsi:type="dcterms:W3CDTF">2026-01-12T02:29:03Z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86D1573207CD4AAB8D26665FEBBE5C77_13</vt:lpwstr>
  </property>
</Properties>
</file>