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37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50" r:id="rId5"/>
    <p:sldId id="378" r:id="rId6"/>
    <p:sldId id="549" r:id="rId7"/>
    <p:sldId id="543" r:id="rId8"/>
    <p:sldId id="548" r:id="rId9"/>
    <p:sldId id="544" r:id="rId10"/>
    <p:sldId id="565" r:id="rId11"/>
    <p:sldId id="545" r:id="rId12"/>
    <p:sldId id="551" r:id="rId13"/>
    <p:sldId id="566" r:id="rId14"/>
    <p:sldId id="546" r:id="rId15"/>
    <p:sldId id="561" r:id="rId16"/>
    <p:sldId id="437" r:id="rId17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  <p:cmAuthor id="2" name="19943" initials="1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3E7FF"/>
    <a:srgbClr val="0070C0"/>
    <a:srgbClr val="134263"/>
    <a:srgbClr val="9CC5FD"/>
    <a:srgbClr val="F9D361"/>
    <a:srgbClr val="D7DFEB"/>
    <a:srgbClr val="3A6695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218" autoAdjust="0"/>
  </p:normalViewPr>
  <p:slideViewPr>
    <p:cSldViewPr snapToGrid="0" showGuides="1">
      <p:cViewPr>
        <p:scale>
          <a:sx n="75" d="100"/>
          <a:sy n="75" d="100"/>
        </p:scale>
        <p:origin x="43" y="43"/>
      </p:cViewPr>
      <p:guideLst>
        <p:guide orient="horz" pos="2178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377.xml"/><Relationship Id="rId23" Type="http://schemas.openxmlformats.org/officeDocument/2006/relationships/customXml" Target="../customXml/item1.xml"/><Relationship Id="rId22" Type="http://schemas.openxmlformats.org/officeDocument/2006/relationships/customXmlProps" Target="../customXml/itemProps376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、研究背景和意义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、总体技术路线与数据说明：双方数据资源和优劣势</a:t>
            </a:r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、研究进度与目标完成情况：甘特图和节点内容</a:t>
            </a:r>
            <a:endParaRPr lang="zh-CN" altLang="en-US" dirty="0"/>
          </a:p>
          <a:p>
            <a:r>
              <a:rPr lang="en-US" altLang="zh-CN" dirty="0"/>
              <a:t>4</a:t>
            </a:r>
            <a:r>
              <a:rPr lang="zh-CN" altLang="en-US" dirty="0"/>
              <a:t>、主要研究内容及创新性：市场、载荷谱</a:t>
            </a:r>
            <a:endParaRPr lang="zh-CN" altLang="en-US" dirty="0"/>
          </a:p>
          <a:p>
            <a:r>
              <a:rPr lang="en-US" altLang="zh-CN" dirty="0"/>
              <a:t>5</a:t>
            </a:r>
            <a:r>
              <a:rPr lang="zh-CN" altLang="en-US" dirty="0"/>
              <a:t>、存在问题及下一步工作计划：验证载荷谱合理性和重点车型</a:t>
            </a:r>
            <a:r>
              <a:rPr lang="zh-CN" altLang="en-US"/>
              <a:t>边界</a:t>
            </a:r>
            <a:endParaRPr lang="en-US" altLang="zh-CN"/>
          </a:p>
          <a:p>
            <a:r>
              <a:rPr lang="zh-CN" altLang="en-US"/>
              <a:t>周一下午</a:t>
            </a:r>
            <a:r>
              <a:rPr lang="en-US" altLang="zh-CN"/>
              <a:t>4-5</a:t>
            </a:r>
            <a:r>
              <a:rPr lang="zh-CN" altLang="en-US"/>
              <a:t>点左右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整个分为三层架构，可以从上往下，也可以从左至右：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、把载重估计放到细分市场构建里面，可以简化一点放进去，作为第一层；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、效率谱和载荷谱作为第二层，为单独输出两个成果；</a:t>
            </a:r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、第三层是多部件同疲劳和油电转换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8" Type="http://schemas.openxmlformats.org/officeDocument/2006/relationships/tags" Target="../tags/tag133.xml"/><Relationship Id="rId67" Type="http://schemas.openxmlformats.org/officeDocument/2006/relationships/tags" Target="../tags/tag132.xml"/><Relationship Id="rId66" Type="http://schemas.openxmlformats.org/officeDocument/2006/relationships/tags" Target="../tags/tag131.xml"/><Relationship Id="rId65" Type="http://schemas.openxmlformats.org/officeDocument/2006/relationships/tags" Target="../tags/tag130.xml"/><Relationship Id="rId64" Type="http://schemas.openxmlformats.org/officeDocument/2006/relationships/tags" Target="../tags/tag129.xml"/><Relationship Id="rId63" Type="http://schemas.openxmlformats.org/officeDocument/2006/relationships/tags" Target="../tags/tag128.xml"/><Relationship Id="rId62" Type="http://schemas.openxmlformats.org/officeDocument/2006/relationships/tags" Target="../tags/tag127.xml"/><Relationship Id="rId61" Type="http://schemas.openxmlformats.org/officeDocument/2006/relationships/tags" Target="../tags/tag126.xml"/><Relationship Id="rId60" Type="http://schemas.openxmlformats.org/officeDocument/2006/relationships/tags" Target="../tags/tag125.xml"/><Relationship Id="rId6" Type="http://schemas.openxmlformats.org/officeDocument/2006/relationships/tags" Target="../tags/tag71.xml"/><Relationship Id="rId59" Type="http://schemas.openxmlformats.org/officeDocument/2006/relationships/tags" Target="../tags/tag124.xml"/><Relationship Id="rId58" Type="http://schemas.openxmlformats.org/officeDocument/2006/relationships/tags" Target="../tags/tag123.xml"/><Relationship Id="rId57" Type="http://schemas.openxmlformats.org/officeDocument/2006/relationships/tags" Target="../tags/tag122.xml"/><Relationship Id="rId56" Type="http://schemas.openxmlformats.org/officeDocument/2006/relationships/tags" Target="../tags/tag121.xml"/><Relationship Id="rId55" Type="http://schemas.openxmlformats.org/officeDocument/2006/relationships/tags" Target="../tags/tag120.xml"/><Relationship Id="rId54" Type="http://schemas.openxmlformats.org/officeDocument/2006/relationships/tags" Target="../tags/tag119.xml"/><Relationship Id="rId53" Type="http://schemas.openxmlformats.org/officeDocument/2006/relationships/tags" Target="../tags/tag118.xml"/><Relationship Id="rId52" Type="http://schemas.openxmlformats.org/officeDocument/2006/relationships/tags" Target="../tags/tag117.xml"/><Relationship Id="rId51" Type="http://schemas.openxmlformats.org/officeDocument/2006/relationships/tags" Target="../tags/tag116.xml"/><Relationship Id="rId50" Type="http://schemas.openxmlformats.org/officeDocument/2006/relationships/tags" Target="../tags/tag115.xml"/><Relationship Id="rId5" Type="http://schemas.openxmlformats.org/officeDocument/2006/relationships/tags" Target="../tags/tag70.xml"/><Relationship Id="rId49" Type="http://schemas.openxmlformats.org/officeDocument/2006/relationships/tags" Target="../tags/tag114.xml"/><Relationship Id="rId48" Type="http://schemas.openxmlformats.org/officeDocument/2006/relationships/tags" Target="../tags/tag113.xml"/><Relationship Id="rId47" Type="http://schemas.openxmlformats.org/officeDocument/2006/relationships/tags" Target="../tags/tag112.xml"/><Relationship Id="rId46" Type="http://schemas.openxmlformats.org/officeDocument/2006/relationships/tags" Target="../tags/tag111.xml"/><Relationship Id="rId45" Type="http://schemas.openxmlformats.org/officeDocument/2006/relationships/tags" Target="../tags/tag110.xml"/><Relationship Id="rId44" Type="http://schemas.openxmlformats.org/officeDocument/2006/relationships/tags" Target="../tags/tag109.xml"/><Relationship Id="rId43" Type="http://schemas.openxmlformats.org/officeDocument/2006/relationships/tags" Target="../tags/tag108.xml"/><Relationship Id="rId42" Type="http://schemas.openxmlformats.org/officeDocument/2006/relationships/tags" Target="../tags/tag107.xml"/><Relationship Id="rId41" Type="http://schemas.openxmlformats.org/officeDocument/2006/relationships/tags" Target="../tags/tag106.xml"/><Relationship Id="rId40" Type="http://schemas.openxmlformats.org/officeDocument/2006/relationships/tags" Target="../tags/tag105.xml"/><Relationship Id="rId4" Type="http://schemas.openxmlformats.org/officeDocument/2006/relationships/tags" Target="../tags/tag69.xml"/><Relationship Id="rId39" Type="http://schemas.openxmlformats.org/officeDocument/2006/relationships/tags" Target="../tags/tag104.xml"/><Relationship Id="rId38" Type="http://schemas.openxmlformats.org/officeDocument/2006/relationships/tags" Target="../tags/tag103.xml"/><Relationship Id="rId37" Type="http://schemas.openxmlformats.org/officeDocument/2006/relationships/tags" Target="../tags/tag102.xml"/><Relationship Id="rId36" Type="http://schemas.openxmlformats.org/officeDocument/2006/relationships/tags" Target="../tags/tag101.xml"/><Relationship Id="rId35" Type="http://schemas.openxmlformats.org/officeDocument/2006/relationships/tags" Target="../tags/tag100.xml"/><Relationship Id="rId34" Type="http://schemas.openxmlformats.org/officeDocument/2006/relationships/tags" Target="../tags/tag99.xml"/><Relationship Id="rId33" Type="http://schemas.openxmlformats.org/officeDocument/2006/relationships/tags" Target="../tags/tag98.xml"/><Relationship Id="rId32" Type="http://schemas.openxmlformats.org/officeDocument/2006/relationships/tags" Target="../tags/tag97.xml"/><Relationship Id="rId31" Type="http://schemas.openxmlformats.org/officeDocument/2006/relationships/tags" Target="../tags/tag96.xml"/><Relationship Id="rId30" Type="http://schemas.openxmlformats.org/officeDocument/2006/relationships/tags" Target="../tags/tag95.xml"/><Relationship Id="rId3" Type="http://schemas.openxmlformats.org/officeDocument/2006/relationships/tags" Target="../tags/tag68.xml"/><Relationship Id="rId29" Type="http://schemas.openxmlformats.org/officeDocument/2006/relationships/tags" Target="../tags/tag94.xml"/><Relationship Id="rId28" Type="http://schemas.openxmlformats.org/officeDocument/2006/relationships/tags" Target="../tags/tag93.xml"/><Relationship Id="rId27" Type="http://schemas.openxmlformats.org/officeDocument/2006/relationships/tags" Target="../tags/tag92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openxmlformats.org/officeDocument/2006/relationships/tags" Target="../tags/tag67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8" Type="http://schemas.openxmlformats.org/officeDocument/2006/relationships/tags" Target="../tags/tag200.xml"/><Relationship Id="rId67" Type="http://schemas.openxmlformats.org/officeDocument/2006/relationships/tags" Target="../tags/tag199.xml"/><Relationship Id="rId66" Type="http://schemas.openxmlformats.org/officeDocument/2006/relationships/tags" Target="../tags/tag198.xml"/><Relationship Id="rId65" Type="http://schemas.openxmlformats.org/officeDocument/2006/relationships/tags" Target="../tags/tag197.xml"/><Relationship Id="rId64" Type="http://schemas.openxmlformats.org/officeDocument/2006/relationships/tags" Target="../tags/tag196.xml"/><Relationship Id="rId63" Type="http://schemas.openxmlformats.org/officeDocument/2006/relationships/tags" Target="../tags/tag195.xml"/><Relationship Id="rId62" Type="http://schemas.openxmlformats.org/officeDocument/2006/relationships/tags" Target="../tags/tag194.xml"/><Relationship Id="rId61" Type="http://schemas.openxmlformats.org/officeDocument/2006/relationships/tags" Target="../tags/tag193.xml"/><Relationship Id="rId60" Type="http://schemas.openxmlformats.org/officeDocument/2006/relationships/tags" Target="../tags/tag192.xml"/><Relationship Id="rId6" Type="http://schemas.openxmlformats.org/officeDocument/2006/relationships/tags" Target="../tags/tag138.xml"/><Relationship Id="rId59" Type="http://schemas.openxmlformats.org/officeDocument/2006/relationships/tags" Target="../tags/tag191.xml"/><Relationship Id="rId58" Type="http://schemas.openxmlformats.org/officeDocument/2006/relationships/tags" Target="../tags/tag190.xml"/><Relationship Id="rId57" Type="http://schemas.openxmlformats.org/officeDocument/2006/relationships/tags" Target="../tags/tag189.xml"/><Relationship Id="rId56" Type="http://schemas.openxmlformats.org/officeDocument/2006/relationships/tags" Target="../tags/tag188.xml"/><Relationship Id="rId55" Type="http://schemas.openxmlformats.org/officeDocument/2006/relationships/tags" Target="../tags/tag187.xml"/><Relationship Id="rId54" Type="http://schemas.openxmlformats.org/officeDocument/2006/relationships/tags" Target="../tags/tag186.xml"/><Relationship Id="rId53" Type="http://schemas.openxmlformats.org/officeDocument/2006/relationships/tags" Target="../tags/tag185.xml"/><Relationship Id="rId52" Type="http://schemas.openxmlformats.org/officeDocument/2006/relationships/tags" Target="../tags/tag184.xml"/><Relationship Id="rId51" Type="http://schemas.openxmlformats.org/officeDocument/2006/relationships/tags" Target="../tags/tag183.xml"/><Relationship Id="rId50" Type="http://schemas.openxmlformats.org/officeDocument/2006/relationships/tags" Target="../tags/tag182.xml"/><Relationship Id="rId5" Type="http://schemas.openxmlformats.org/officeDocument/2006/relationships/tags" Target="../tags/tag137.xml"/><Relationship Id="rId49" Type="http://schemas.openxmlformats.org/officeDocument/2006/relationships/tags" Target="../tags/tag181.xml"/><Relationship Id="rId48" Type="http://schemas.openxmlformats.org/officeDocument/2006/relationships/tags" Target="../tags/tag180.xml"/><Relationship Id="rId47" Type="http://schemas.openxmlformats.org/officeDocument/2006/relationships/tags" Target="../tags/tag179.xml"/><Relationship Id="rId46" Type="http://schemas.openxmlformats.org/officeDocument/2006/relationships/tags" Target="../tags/tag178.xml"/><Relationship Id="rId45" Type="http://schemas.openxmlformats.org/officeDocument/2006/relationships/tags" Target="../tags/tag177.xml"/><Relationship Id="rId44" Type="http://schemas.openxmlformats.org/officeDocument/2006/relationships/tags" Target="../tags/tag176.xml"/><Relationship Id="rId43" Type="http://schemas.openxmlformats.org/officeDocument/2006/relationships/tags" Target="../tags/tag175.xml"/><Relationship Id="rId42" Type="http://schemas.openxmlformats.org/officeDocument/2006/relationships/tags" Target="../tags/tag174.xml"/><Relationship Id="rId41" Type="http://schemas.openxmlformats.org/officeDocument/2006/relationships/tags" Target="../tags/tag173.xml"/><Relationship Id="rId40" Type="http://schemas.openxmlformats.org/officeDocument/2006/relationships/tags" Target="../tags/tag172.xml"/><Relationship Id="rId4" Type="http://schemas.openxmlformats.org/officeDocument/2006/relationships/tags" Target="../tags/tag136.xml"/><Relationship Id="rId39" Type="http://schemas.openxmlformats.org/officeDocument/2006/relationships/tags" Target="../tags/tag171.xml"/><Relationship Id="rId38" Type="http://schemas.openxmlformats.org/officeDocument/2006/relationships/tags" Target="../tags/tag170.xml"/><Relationship Id="rId37" Type="http://schemas.openxmlformats.org/officeDocument/2006/relationships/tags" Target="../tags/tag169.xml"/><Relationship Id="rId36" Type="http://schemas.openxmlformats.org/officeDocument/2006/relationships/tags" Target="../tags/tag168.xml"/><Relationship Id="rId35" Type="http://schemas.openxmlformats.org/officeDocument/2006/relationships/tags" Target="../tags/tag167.xml"/><Relationship Id="rId34" Type="http://schemas.openxmlformats.org/officeDocument/2006/relationships/tags" Target="../tags/tag166.xml"/><Relationship Id="rId33" Type="http://schemas.openxmlformats.org/officeDocument/2006/relationships/tags" Target="../tags/tag165.xml"/><Relationship Id="rId32" Type="http://schemas.openxmlformats.org/officeDocument/2006/relationships/tags" Target="../tags/tag164.xml"/><Relationship Id="rId31" Type="http://schemas.openxmlformats.org/officeDocument/2006/relationships/tags" Target="../tags/tag163.xml"/><Relationship Id="rId30" Type="http://schemas.openxmlformats.org/officeDocument/2006/relationships/tags" Target="../tags/tag162.xml"/><Relationship Id="rId3" Type="http://schemas.openxmlformats.org/officeDocument/2006/relationships/tags" Target="../tags/tag135.xml"/><Relationship Id="rId29" Type="http://schemas.openxmlformats.org/officeDocument/2006/relationships/tags" Target="../tags/tag161.xml"/><Relationship Id="rId28" Type="http://schemas.openxmlformats.org/officeDocument/2006/relationships/tags" Target="../tags/tag160.xml"/><Relationship Id="rId27" Type="http://schemas.openxmlformats.org/officeDocument/2006/relationships/tags" Target="../tags/tag159.xml"/><Relationship Id="rId26" Type="http://schemas.openxmlformats.org/officeDocument/2006/relationships/tags" Target="../tags/tag158.xml"/><Relationship Id="rId25" Type="http://schemas.openxmlformats.org/officeDocument/2006/relationships/tags" Target="../tags/tag157.xml"/><Relationship Id="rId24" Type="http://schemas.openxmlformats.org/officeDocument/2006/relationships/tags" Target="../tags/tag156.xml"/><Relationship Id="rId23" Type="http://schemas.openxmlformats.org/officeDocument/2006/relationships/tags" Target="../tags/tag155.xml"/><Relationship Id="rId22" Type="http://schemas.openxmlformats.org/officeDocument/2006/relationships/tags" Target="../tags/tag154.xml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tags" Target="../tags/tag134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9" Type="http://schemas.openxmlformats.org/officeDocument/2006/relationships/tags" Target="../tags/tag268.xml"/><Relationship Id="rId68" Type="http://schemas.openxmlformats.org/officeDocument/2006/relationships/tags" Target="../tags/tag267.xml"/><Relationship Id="rId67" Type="http://schemas.openxmlformats.org/officeDocument/2006/relationships/tags" Target="../tags/tag266.xml"/><Relationship Id="rId66" Type="http://schemas.openxmlformats.org/officeDocument/2006/relationships/tags" Target="../tags/tag265.xml"/><Relationship Id="rId65" Type="http://schemas.openxmlformats.org/officeDocument/2006/relationships/tags" Target="../tags/tag264.xml"/><Relationship Id="rId64" Type="http://schemas.openxmlformats.org/officeDocument/2006/relationships/tags" Target="../tags/tag263.xml"/><Relationship Id="rId63" Type="http://schemas.openxmlformats.org/officeDocument/2006/relationships/tags" Target="../tags/tag262.xml"/><Relationship Id="rId62" Type="http://schemas.openxmlformats.org/officeDocument/2006/relationships/tags" Target="../tags/tag261.xml"/><Relationship Id="rId61" Type="http://schemas.openxmlformats.org/officeDocument/2006/relationships/tags" Target="../tags/tag260.xml"/><Relationship Id="rId60" Type="http://schemas.openxmlformats.org/officeDocument/2006/relationships/tags" Target="../tags/tag259.xml"/><Relationship Id="rId6" Type="http://schemas.openxmlformats.org/officeDocument/2006/relationships/tags" Target="../tags/tag205.xml"/><Relationship Id="rId59" Type="http://schemas.openxmlformats.org/officeDocument/2006/relationships/tags" Target="../tags/tag258.xml"/><Relationship Id="rId58" Type="http://schemas.openxmlformats.org/officeDocument/2006/relationships/tags" Target="../tags/tag257.xml"/><Relationship Id="rId57" Type="http://schemas.openxmlformats.org/officeDocument/2006/relationships/tags" Target="../tags/tag256.xml"/><Relationship Id="rId56" Type="http://schemas.openxmlformats.org/officeDocument/2006/relationships/tags" Target="../tags/tag255.xml"/><Relationship Id="rId55" Type="http://schemas.openxmlformats.org/officeDocument/2006/relationships/tags" Target="../tags/tag254.xml"/><Relationship Id="rId54" Type="http://schemas.openxmlformats.org/officeDocument/2006/relationships/tags" Target="../tags/tag253.xml"/><Relationship Id="rId53" Type="http://schemas.openxmlformats.org/officeDocument/2006/relationships/tags" Target="../tags/tag252.xml"/><Relationship Id="rId52" Type="http://schemas.openxmlformats.org/officeDocument/2006/relationships/tags" Target="../tags/tag251.xml"/><Relationship Id="rId51" Type="http://schemas.openxmlformats.org/officeDocument/2006/relationships/tags" Target="../tags/tag250.xml"/><Relationship Id="rId50" Type="http://schemas.openxmlformats.org/officeDocument/2006/relationships/tags" Target="../tags/tag249.xml"/><Relationship Id="rId5" Type="http://schemas.openxmlformats.org/officeDocument/2006/relationships/tags" Target="../tags/tag204.xml"/><Relationship Id="rId49" Type="http://schemas.openxmlformats.org/officeDocument/2006/relationships/tags" Target="../tags/tag248.xml"/><Relationship Id="rId48" Type="http://schemas.openxmlformats.org/officeDocument/2006/relationships/tags" Target="../tags/tag247.xml"/><Relationship Id="rId47" Type="http://schemas.openxmlformats.org/officeDocument/2006/relationships/tags" Target="../tags/tag246.xml"/><Relationship Id="rId46" Type="http://schemas.openxmlformats.org/officeDocument/2006/relationships/tags" Target="../tags/tag245.xml"/><Relationship Id="rId45" Type="http://schemas.openxmlformats.org/officeDocument/2006/relationships/tags" Target="../tags/tag244.xml"/><Relationship Id="rId44" Type="http://schemas.openxmlformats.org/officeDocument/2006/relationships/tags" Target="../tags/tag243.xml"/><Relationship Id="rId43" Type="http://schemas.openxmlformats.org/officeDocument/2006/relationships/tags" Target="../tags/tag242.xml"/><Relationship Id="rId42" Type="http://schemas.openxmlformats.org/officeDocument/2006/relationships/tags" Target="../tags/tag241.xml"/><Relationship Id="rId41" Type="http://schemas.openxmlformats.org/officeDocument/2006/relationships/tags" Target="../tags/tag240.xml"/><Relationship Id="rId40" Type="http://schemas.openxmlformats.org/officeDocument/2006/relationships/tags" Target="../tags/tag239.xml"/><Relationship Id="rId4" Type="http://schemas.openxmlformats.org/officeDocument/2006/relationships/tags" Target="../tags/tag203.xml"/><Relationship Id="rId39" Type="http://schemas.openxmlformats.org/officeDocument/2006/relationships/tags" Target="../tags/tag238.xml"/><Relationship Id="rId38" Type="http://schemas.openxmlformats.org/officeDocument/2006/relationships/tags" Target="../tags/tag237.xml"/><Relationship Id="rId37" Type="http://schemas.openxmlformats.org/officeDocument/2006/relationships/tags" Target="../tags/tag236.xml"/><Relationship Id="rId36" Type="http://schemas.openxmlformats.org/officeDocument/2006/relationships/tags" Target="../tags/tag235.xml"/><Relationship Id="rId35" Type="http://schemas.openxmlformats.org/officeDocument/2006/relationships/tags" Target="../tags/tag234.xml"/><Relationship Id="rId34" Type="http://schemas.openxmlformats.org/officeDocument/2006/relationships/tags" Target="../tags/tag233.xml"/><Relationship Id="rId33" Type="http://schemas.openxmlformats.org/officeDocument/2006/relationships/tags" Target="../tags/tag232.xml"/><Relationship Id="rId32" Type="http://schemas.openxmlformats.org/officeDocument/2006/relationships/tags" Target="../tags/tag231.xml"/><Relationship Id="rId31" Type="http://schemas.openxmlformats.org/officeDocument/2006/relationships/tags" Target="../tags/tag230.xml"/><Relationship Id="rId30" Type="http://schemas.openxmlformats.org/officeDocument/2006/relationships/tags" Target="../tags/tag229.xml"/><Relationship Id="rId3" Type="http://schemas.openxmlformats.org/officeDocument/2006/relationships/tags" Target="../tags/tag202.xml"/><Relationship Id="rId29" Type="http://schemas.openxmlformats.org/officeDocument/2006/relationships/tags" Target="../tags/tag228.xml"/><Relationship Id="rId28" Type="http://schemas.openxmlformats.org/officeDocument/2006/relationships/tags" Target="../tags/tag227.xml"/><Relationship Id="rId27" Type="http://schemas.openxmlformats.org/officeDocument/2006/relationships/tags" Target="../tags/tag226.xml"/><Relationship Id="rId26" Type="http://schemas.openxmlformats.org/officeDocument/2006/relationships/tags" Target="../tags/tag225.xml"/><Relationship Id="rId25" Type="http://schemas.openxmlformats.org/officeDocument/2006/relationships/tags" Target="../tags/tag224.xml"/><Relationship Id="rId24" Type="http://schemas.openxmlformats.org/officeDocument/2006/relationships/tags" Target="../tags/tag223.xml"/><Relationship Id="rId23" Type="http://schemas.openxmlformats.org/officeDocument/2006/relationships/tags" Target="../tags/tag222.xml"/><Relationship Id="rId22" Type="http://schemas.openxmlformats.org/officeDocument/2006/relationships/tags" Target="../tags/tag221.xml"/><Relationship Id="rId21" Type="http://schemas.openxmlformats.org/officeDocument/2006/relationships/tags" Target="../tags/tag220.xml"/><Relationship Id="rId20" Type="http://schemas.openxmlformats.org/officeDocument/2006/relationships/tags" Target="../tags/tag219.xml"/><Relationship Id="rId2" Type="http://schemas.openxmlformats.org/officeDocument/2006/relationships/tags" Target="../tags/tag201.xml"/><Relationship Id="rId19" Type="http://schemas.openxmlformats.org/officeDocument/2006/relationships/tags" Target="../tags/tag218.xml"/><Relationship Id="rId18" Type="http://schemas.openxmlformats.org/officeDocument/2006/relationships/tags" Target="../tags/tag217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8" Type="http://schemas.openxmlformats.org/officeDocument/2006/relationships/tags" Target="../tags/tag335.xml"/><Relationship Id="rId67" Type="http://schemas.openxmlformats.org/officeDocument/2006/relationships/tags" Target="../tags/tag334.xml"/><Relationship Id="rId66" Type="http://schemas.openxmlformats.org/officeDocument/2006/relationships/tags" Target="../tags/tag333.xml"/><Relationship Id="rId65" Type="http://schemas.openxmlformats.org/officeDocument/2006/relationships/tags" Target="../tags/tag332.xml"/><Relationship Id="rId64" Type="http://schemas.openxmlformats.org/officeDocument/2006/relationships/tags" Target="../tags/tag331.xml"/><Relationship Id="rId63" Type="http://schemas.openxmlformats.org/officeDocument/2006/relationships/tags" Target="../tags/tag330.xml"/><Relationship Id="rId62" Type="http://schemas.openxmlformats.org/officeDocument/2006/relationships/tags" Target="../tags/tag329.xml"/><Relationship Id="rId61" Type="http://schemas.openxmlformats.org/officeDocument/2006/relationships/tags" Target="../tags/tag328.xml"/><Relationship Id="rId60" Type="http://schemas.openxmlformats.org/officeDocument/2006/relationships/tags" Target="../tags/tag327.xml"/><Relationship Id="rId6" Type="http://schemas.openxmlformats.org/officeDocument/2006/relationships/tags" Target="../tags/tag273.xml"/><Relationship Id="rId59" Type="http://schemas.openxmlformats.org/officeDocument/2006/relationships/tags" Target="../tags/tag326.xml"/><Relationship Id="rId58" Type="http://schemas.openxmlformats.org/officeDocument/2006/relationships/tags" Target="../tags/tag325.xml"/><Relationship Id="rId57" Type="http://schemas.openxmlformats.org/officeDocument/2006/relationships/tags" Target="../tags/tag324.xml"/><Relationship Id="rId56" Type="http://schemas.openxmlformats.org/officeDocument/2006/relationships/tags" Target="../tags/tag323.xml"/><Relationship Id="rId55" Type="http://schemas.openxmlformats.org/officeDocument/2006/relationships/tags" Target="../tags/tag322.xml"/><Relationship Id="rId54" Type="http://schemas.openxmlformats.org/officeDocument/2006/relationships/tags" Target="../tags/tag321.xml"/><Relationship Id="rId53" Type="http://schemas.openxmlformats.org/officeDocument/2006/relationships/tags" Target="../tags/tag320.xml"/><Relationship Id="rId52" Type="http://schemas.openxmlformats.org/officeDocument/2006/relationships/tags" Target="../tags/tag319.xml"/><Relationship Id="rId51" Type="http://schemas.openxmlformats.org/officeDocument/2006/relationships/tags" Target="../tags/tag318.xml"/><Relationship Id="rId50" Type="http://schemas.openxmlformats.org/officeDocument/2006/relationships/tags" Target="../tags/tag317.xml"/><Relationship Id="rId5" Type="http://schemas.openxmlformats.org/officeDocument/2006/relationships/tags" Target="../tags/tag272.xml"/><Relationship Id="rId49" Type="http://schemas.openxmlformats.org/officeDocument/2006/relationships/tags" Target="../tags/tag316.xml"/><Relationship Id="rId48" Type="http://schemas.openxmlformats.org/officeDocument/2006/relationships/tags" Target="../tags/tag315.xml"/><Relationship Id="rId47" Type="http://schemas.openxmlformats.org/officeDocument/2006/relationships/tags" Target="../tags/tag314.xml"/><Relationship Id="rId46" Type="http://schemas.openxmlformats.org/officeDocument/2006/relationships/tags" Target="../tags/tag313.xml"/><Relationship Id="rId45" Type="http://schemas.openxmlformats.org/officeDocument/2006/relationships/tags" Target="../tags/tag312.xml"/><Relationship Id="rId44" Type="http://schemas.openxmlformats.org/officeDocument/2006/relationships/tags" Target="../tags/tag311.xml"/><Relationship Id="rId43" Type="http://schemas.openxmlformats.org/officeDocument/2006/relationships/tags" Target="../tags/tag310.xml"/><Relationship Id="rId42" Type="http://schemas.openxmlformats.org/officeDocument/2006/relationships/tags" Target="../tags/tag309.xml"/><Relationship Id="rId41" Type="http://schemas.openxmlformats.org/officeDocument/2006/relationships/tags" Target="../tags/tag308.xml"/><Relationship Id="rId40" Type="http://schemas.openxmlformats.org/officeDocument/2006/relationships/tags" Target="../tags/tag307.xml"/><Relationship Id="rId4" Type="http://schemas.openxmlformats.org/officeDocument/2006/relationships/tags" Target="../tags/tag271.xml"/><Relationship Id="rId39" Type="http://schemas.openxmlformats.org/officeDocument/2006/relationships/tags" Target="../tags/tag306.xml"/><Relationship Id="rId38" Type="http://schemas.openxmlformats.org/officeDocument/2006/relationships/tags" Target="../tags/tag305.xml"/><Relationship Id="rId37" Type="http://schemas.openxmlformats.org/officeDocument/2006/relationships/tags" Target="../tags/tag304.xml"/><Relationship Id="rId36" Type="http://schemas.openxmlformats.org/officeDocument/2006/relationships/tags" Target="../tags/tag303.xml"/><Relationship Id="rId35" Type="http://schemas.openxmlformats.org/officeDocument/2006/relationships/tags" Target="../tags/tag302.xml"/><Relationship Id="rId34" Type="http://schemas.openxmlformats.org/officeDocument/2006/relationships/tags" Target="../tags/tag301.xml"/><Relationship Id="rId33" Type="http://schemas.openxmlformats.org/officeDocument/2006/relationships/tags" Target="../tags/tag300.xml"/><Relationship Id="rId32" Type="http://schemas.openxmlformats.org/officeDocument/2006/relationships/tags" Target="../tags/tag299.xml"/><Relationship Id="rId31" Type="http://schemas.openxmlformats.org/officeDocument/2006/relationships/tags" Target="../tags/tag298.xml"/><Relationship Id="rId30" Type="http://schemas.openxmlformats.org/officeDocument/2006/relationships/tags" Target="../tags/tag297.xml"/><Relationship Id="rId3" Type="http://schemas.openxmlformats.org/officeDocument/2006/relationships/tags" Target="../tags/tag270.xml"/><Relationship Id="rId29" Type="http://schemas.openxmlformats.org/officeDocument/2006/relationships/tags" Target="../tags/tag296.xml"/><Relationship Id="rId28" Type="http://schemas.openxmlformats.org/officeDocument/2006/relationships/tags" Target="../tags/tag295.xml"/><Relationship Id="rId27" Type="http://schemas.openxmlformats.org/officeDocument/2006/relationships/tags" Target="../tags/tag294.xml"/><Relationship Id="rId26" Type="http://schemas.openxmlformats.org/officeDocument/2006/relationships/tags" Target="../tags/tag293.xml"/><Relationship Id="rId25" Type="http://schemas.openxmlformats.org/officeDocument/2006/relationships/tags" Target="../tags/tag292.xml"/><Relationship Id="rId24" Type="http://schemas.openxmlformats.org/officeDocument/2006/relationships/tags" Target="../tags/tag291.xml"/><Relationship Id="rId23" Type="http://schemas.openxmlformats.org/officeDocument/2006/relationships/tags" Target="../tags/tag290.xml"/><Relationship Id="rId22" Type="http://schemas.openxmlformats.org/officeDocument/2006/relationships/tags" Target="../tags/tag289.xml"/><Relationship Id="rId21" Type="http://schemas.openxmlformats.org/officeDocument/2006/relationships/tags" Target="../tags/tag288.xml"/><Relationship Id="rId20" Type="http://schemas.openxmlformats.org/officeDocument/2006/relationships/tags" Target="../tags/tag287.xml"/><Relationship Id="rId2" Type="http://schemas.openxmlformats.org/officeDocument/2006/relationships/tags" Target="../tags/tag269.xml"/><Relationship Id="rId19" Type="http://schemas.openxmlformats.org/officeDocument/2006/relationships/tags" Target="../tags/tag286.xml"/><Relationship Id="rId18" Type="http://schemas.openxmlformats.org/officeDocument/2006/relationships/tags" Target="../tags/tag285.xml"/><Relationship Id="rId17" Type="http://schemas.openxmlformats.org/officeDocument/2006/relationships/tags" Target="../tags/tag284.xml"/><Relationship Id="rId16" Type="http://schemas.openxmlformats.org/officeDocument/2006/relationships/tags" Target="../tags/tag283.xml"/><Relationship Id="rId15" Type="http://schemas.openxmlformats.org/officeDocument/2006/relationships/tags" Target="../tags/tag282.xml"/><Relationship Id="rId14" Type="http://schemas.openxmlformats.org/officeDocument/2006/relationships/tags" Target="../tags/tag281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 userDrawn="1">
            <p:custDataLst>
              <p:tags r:id="rId3"/>
            </p:custDataLst>
          </p:nvPr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>
            <p:custDataLst>
              <p:tags r:id="rId4"/>
            </p:custDataLst>
          </p:nvPr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 userDrawn="1">
            <p:custDataLst>
              <p:tags r:id="rId5"/>
            </p:custDataLst>
          </p:nvPr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 userDrawn="1">
            <p:custDataLst>
              <p:tags r:id="rId6"/>
            </p:custDataLst>
          </p:nvPr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 userDrawn="1">
            <p:custDataLst>
              <p:tags r:id="rId7"/>
            </p:custDataLst>
          </p:nvPr>
        </p:nvSpPr>
        <p:spPr>
          <a:xfrm>
            <a:off x="507674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 userDrawn="1">
            <p:custDataLst>
              <p:tags r:id="rId8"/>
            </p:custDataLst>
          </p:nvPr>
        </p:nvSpPr>
        <p:spPr>
          <a:xfrm>
            <a:off x="6778625" y="215900"/>
            <a:ext cx="144399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项目现状与发展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0"/>
          <p:cNvSpPr txBox="1"/>
          <p:nvPr userDrawn="1">
            <p:custDataLst>
              <p:tags r:id="rId9"/>
            </p:custDataLst>
          </p:nvPr>
        </p:nvSpPr>
        <p:spPr>
          <a:xfrm>
            <a:off x="8480425" y="215900"/>
            <a:ext cx="143319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项目创新与特色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"/>
          <p:cNvSpPr txBox="1"/>
          <p:nvPr userDrawn="1">
            <p:custDataLst>
              <p:tags r:id="rId10"/>
            </p:custDataLst>
          </p:nvPr>
        </p:nvSpPr>
        <p:spPr>
          <a:xfrm>
            <a:off x="1018215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>
            <p:custDataLst>
              <p:tags r:id="rId11"/>
            </p:custDataLst>
          </p:nvPr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2"/>
            </p:custDataLst>
          </p:nvPr>
        </p:nvGrpSpPr>
        <p:grpSpPr>
          <a:xfrm>
            <a:off x="339247" y="112014"/>
            <a:ext cx="1666002" cy="550935"/>
            <a:chOff x="2629947" y="2501424"/>
            <a:chExt cx="5609900" cy="1855152"/>
          </a:xfrm>
          <a:solidFill>
            <a:srgbClr val="0070C0"/>
          </a:solidFill>
        </p:grpSpPr>
        <p:grpSp>
          <p:nvGrpSpPr>
            <p:cNvPr id="36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74" name="îśľíḓ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işḷïďe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íşľïďê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iŝľíḍê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ṥḻiḓe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iSľíḓè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iS1îdè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ïṣḷîḓe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ïŝḻiḑe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îśḻîďe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î$1îḓê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ïSlïďê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ïṡļiḑê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iSḷïde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íšļiďè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îṡ1ïdê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isḻiḓê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Sḷiḍe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îṩḷiḑê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íṧliḋê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ŝ1îḍé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îšlîďè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ïşliďe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íśļíḑè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ïṥḷíḍè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ïSḻiḓe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îsļiḋé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ïşľídé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7" name="îṡḻiḓê"/>
            <p:cNvSpPr/>
            <p:nvPr>
              <p:custDataLst>
                <p:tags r:id="rId41"/>
              </p:custDataLst>
            </p:nvPr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íš1îďê"/>
            <p:cNvSpPr/>
            <p:nvPr>
              <p:custDataLst>
                <p:tags r:id="rId42"/>
              </p:custDataLst>
            </p:nvPr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39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71" name="ïṡľïďê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šlíḍé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íS1ïḍé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67" name="ïṩľiḓe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ṣlïḓê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šlîḍê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S1îḓe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1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42" name="í$ḻiḓé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ṡľîḓé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ṥļíḑè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ŝliḍé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ŝļiďè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ṩḷiḓé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$ḷíďè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ś1îdê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íṧļîḓe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$ḷíḑe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šļiďè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ṡḷïdè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śḻïḓe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šļîḓe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ïšḷîḋé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ïšļïḋê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śľïḓê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ṩḷiḋé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 userDrawn="1">
            <p:custDataLst>
              <p:tags r:id="rId3"/>
            </p:custDataLst>
          </p:nvPr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>
            <p:custDataLst>
              <p:tags r:id="rId4"/>
            </p:custDataLst>
          </p:nvPr>
        </p:nvSpPr>
        <p:spPr>
          <a:xfrm>
            <a:off x="4897455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 userDrawn="1">
            <p:custDataLst>
              <p:tags r:id="rId5"/>
            </p:custDataLst>
          </p:nvPr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 userDrawn="1">
            <p:custDataLst>
              <p:tags r:id="rId6"/>
            </p:custDataLst>
          </p:nvPr>
        </p:nvSpPr>
        <p:spPr>
          <a:xfrm>
            <a:off x="3374314" y="206378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 userDrawn="1">
            <p:custDataLst>
              <p:tags r:id="rId7"/>
            </p:custDataLst>
          </p:nvPr>
        </p:nvSpPr>
        <p:spPr>
          <a:xfrm>
            <a:off x="507674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 userDrawn="1">
            <p:custDataLst>
              <p:tags r:id="rId8"/>
            </p:custDataLst>
          </p:nvPr>
        </p:nvSpPr>
        <p:spPr>
          <a:xfrm>
            <a:off x="6778625" y="215900"/>
            <a:ext cx="144399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项目现状与发展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0"/>
          <p:cNvSpPr txBox="1"/>
          <p:nvPr userDrawn="1">
            <p:custDataLst>
              <p:tags r:id="rId9"/>
            </p:custDataLst>
          </p:nvPr>
        </p:nvSpPr>
        <p:spPr>
          <a:xfrm>
            <a:off x="8480425" y="215900"/>
            <a:ext cx="143319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项目创新与特色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"/>
          <p:cNvSpPr txBox="1"/>
          <p:nvPr userDrawn="1">
            <p:custDataLst>
              <p:tags r:id="rId10"/>
            </p:custDataLst>
          </p:nvPr>
        </p:nvSpPr>
        <p:spPr>
          <a:xfrm>
            <a:off x="1018215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>
            <p:custDataLst>
              <p:tags r:id="rId11"/>
            </p:custDataLst>
          </p:nvPr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2"/>
            </p:custDataLst>
          </p:nvPr>
        </p:nvGrpSpPr>
        <p:grpSpPr>
          <a:xfrm>
            <a:off x="339247" y="112014"/>
            <a:ext cx="1666002" cy="550935"/>
            <a:chOff x="2629947" y="2501424"/>
            <a:chExt cx="5609900" cy="1855152"/>
          </a:xfrm>
          <a:solidFill>
            <a:srgbClr val="0070C0"/>
          </a:solidFill>
        </p:grpSpPr>
        <p:grpSp>
          <p:nvGrpSpPr>
            <p:cNvPr id="36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74" name="îśľíḓ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işḷïďe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íşľïďê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iŝľíḍê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ṥḻiḓe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iSľíḓè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iS1îdè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ïṣḷîḓe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ïŝḻiḑe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îśḻîďe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î$1îḓê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ïSlïďê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ïṡļiḑê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iSḷïde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íšļiďè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îṡ1ïdê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isḻiḓê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Sḷiḍe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îṩḷiḑê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íṧliḋê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ŝ1îḍé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îšlîďè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ïşliďe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íśļíḑè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ïṥḷíḍè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ïSḻiḓe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îsļiḋé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ïşľídé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7" name="îṡḻiḓê"/>
            <p:cNvSpPr/>
            <p:nvPr>
              <p:custDataLst>
                <p:tags r:id="rId41"/>
              </p:custDataLst>
            </p:nvPr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íš1îďê"/>
            <p:cNvSpPr/>
            <p:nvPr>
              <p:custDataLst>
                <p:tags r:id="rId42"/>
              </p:custDataLst>
            </p:nvPr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39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71" name="ïṡľïďê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šlíḍé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íS1ïḍé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67" name="ïṩľiḓe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ṣlïḓê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šlîḍê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S1îḓe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1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42" name="í$ḻiḓé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ṡľîḓé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ṥļíḑè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ŝliḍé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ŝļiďè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ṩḷiḓé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$ḷíďè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ś1îdê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íṧļîḓe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$ḷíḑe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šļiďè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ṡḷïdè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śḻïḓe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šļîḓe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ïšḷîḋé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ïšļïḋê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śľïḓê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ṩḷiḋé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cxnSp>
        <p:nvCxnSpPr>
          <p:cNvPr id="2" name="直接连接符 1"/>
          <p:cNvCxnSpPr/>
          <p:nvPr userDrawn="1">
            <p:custDataLst>
              <p:tags r:id="rId68"/>
            </p:custDataLst>
          </p:nvPr>
        </p:nvCxnSpPr>
        <p:spPr>
          <a:xfrm>
            <a:off x="4837524" y="28255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 userDrawn="1">
            <p:custDataLst>
              <p:tags r:id="rId3"/>
            </p:custDataLst>
          </p:nvPr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>
            <p:custDataLst>
              <p:tags r:id="rId4"/>
            </p:custDataLst>
          </p:nvPr>
        </p:nvSpPr>
        <p:spPr>
          <a:xfrm>
            <a:off x="6667200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 userDrawn="1">
            <p:custDataLst>
              <p:tags r:id="rId5"/>
            </p:custDataLst>
          </p:nvPr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 userDrawn="1">
            <p:custDataLst>
              <p:tags r:id="rId6"/>
            </p:custDataLst>
          </p:nvPr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 userDrawn="1">
            <p:custDataLst>
              <p:tags r:id="rId7"/>
            </p:custDataLst>
          </p:nvPr>
        </p:nvSpPr>
        <p:spPr>
          <a:xfrm>
            <a:off x="507674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 userDrawn="1">
            <p:custDataLst>
              <p:tags r:id="rId8"/>
            </p:custDataLst>
          </p:nvPr>
        </p:nvSpPr>
        <p:spPr>
          <a:xfrm>
            <a:off x="6778625" y="215900"/>
            <a:ext cx="144399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项目现状与发展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0"/>
          <p:cNvSpPr txBox="1"/>
          <p:nvPr userDrawn="1">
            <p:custDataLst>
              <p:tags r:id="rId9"/>
            </p:custDataLst>
          </p:nvPr>
        </p:nvSpPr>
        <p:spPr>
          <a:xfrm>
            <a:off x="8480425" y="215900"/>
            <a:ext cx="143319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项目创新与特色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"/>
          <p:cNvSpPr txBox="1"/>
          <p:nvPr userDrawn="1">
            <p:custDataLst>
              <p:tags r:id="rId10"/>
            </p:custDataLst>
          </p:nvPr>
        </p:nvSpPr>
        <p:spPr>
          <a:xfrm>
            <a:off x="1018215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>
            <p:custDataLst>
              <p:tags r:id="rId11"/>
            </p:custDataLst>
          </p:nvPr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2"/>
            </p:custDataLst>
          </p:nvPr>
        </p:nvGrpSpPr>
        <p:grpSpPr>
          <a:xfrm>
            <a:off x="339247" y="112014"/>
            <a:ext cx="1666002" cy="550935"/>
            <a:chOff x="2629947" y="2501424"/>
            <a:chExt cx="5609900" cy="1855152"/>
          </a:xfrm>
          <a:solidFill>
            <a:srgbClr val="0070C0"/>
          </a:solidFill>
        </p:grpSpPr>
        <p:grpSp>
          <p:nvGrpSpPr>
            <p:cNvPr id="36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74" name="îśľíḓ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işḷïďe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íşľïďê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iŝľíḍê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ṥḻiḓe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iSľíḓè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iS1îdè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ïṣḷîḓe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ïŝḻiḑe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îśḻîďe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î$1îḓê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ïSlïďê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ïṡļiḑê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iSḷïde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íšļiďè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îṡ1ïdê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isḻiḓê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Sḷiḍe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îṩḷiḑê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íṧliḋê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ŝ1îḍé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îšlîďè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ïşliďe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íśļíḑè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ïṥḷíḍè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ïSḻiḓe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îsļiḋé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ïşľídé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7" name="îṡḻiḓê"/>
            <p:cNvSpPr/>
            <p:nvPr>
              <p:custDataLst>
                <p:tags r:id="rId41"/>
              </p:custDataLst>
            </p:nvPr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íš1îďê"/>
            <p:cNvSpPr/>
            <p:nvPr>
              <p:custDataLst>
                <p:tags r:id="rId42"/>
              </p:custDataLst>
            </p:nvPr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39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71" name="ïṡľïďê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šlíḍé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íS1ïḍé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67" name="ïṩľiḓe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ṣlïḓê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šlîḍê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S1îḓe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1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42" name="í$ḻiḓé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ṡľîḓé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ṥļíḑè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ŝliḍé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ŝļiďè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ṩḷiḓé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$ḷíďè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ś1îdê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íṧļîḓe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$ḷíḑe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šļiďè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ṡḷïdè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śḻïḓe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šļîḓe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ïšḷîḋé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ïšļïḋê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śľïḓê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ṩḷiḋé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cxnSp>
        <p:nvCxnSpPr>
          <p:cNvPr id="2" name="直接连接符 1"/>
          <p:cNvCxnSpPr/>
          <p:nvPr userDrawn="1">
            <p:custDataLst>
              <p:tags r:id="rId68"/>
            </p:custDataLst>
          </p:nvPr>
        </p:nvCxnSpPr>
        <p:spPr>
          <a:xfrm>
            <a:off x="4948014" y="27112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 userDrawn="1">
            <p:custDataLst>
              <p:tags r:id="rId3"/>
            </p:custDataLst>
          </p:nvPr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>
            <p:custDataLst>
              <p:tags r:id="rId4"/>
            </p:custDataLst>
          </p:nvPr>
        </p:nvSpPr>
        <p:spPr>
          <a:xfrm>
            <a:off x="8336615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 userDrawn="1">
            <p:custDataLst>
              <p:tags r:id="rId5"/>
            </p:custDataLst>
          </p:nvPr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 userDrawn="1">
            <p:custDataLst>
              <p:tags r:id="rId6"/>
            </p:custDataLst>
          </p:nvPr>
        </p:nvSpPr>
        <p:spPr>
          <a:xfrm>
            <a:off x="3374314" y="206378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 userDrawn="1">
            <p:custDataLst>
              <p:tags r:id="rId7"/>
            </p:custDataLst>
          </p:nvPr>
        </p:nvSpPr>
        <p:spPr>
          <a:xfrm>
            <a:off x="507674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 userDrawn="1">
            <p:custDataLst>
              <p:tags r:id="rId8"/>
            </p:custDataLst>
          </p:nvPr>
        </p:nvSpPr>
        <p:spPr>
          <a:xfrm>
            <a:off x="6778625" y="215900"/>
            <a:ext cx="144399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项目现状与发展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0"/>
          <p:cNvSpPr txBox="1"/>
          <p:nvPr userDrawn="1">
            <p:custDataLst>
              <p:tags r:id="rId9"/>
            </p:custDataLst>
          </p:nvPr>
        </p:nvSpPr>
        <p:spPr>
          <a:xfrm>
            <a:off x="8480425" y="215900"/>
            <a:ext cx="143319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项目创新与特色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"/>
          <p:cNvSpPr txBox="1"/>
          <p:nvPr userDrawn="1">
            <p:custDataLst>
              <p:tags r:id="rId10"/>
            </p:custDataLst>
          </p:nvPr>
        </p:nvSpPr>
        <p:spPr>
          <a:xfrm>
            <a:off x="1018215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>
            <p:custDataLst>
              <p:tags r:id="rId11"/>
            </p:custDataLst>
          </p:nvPr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2"/>
            </p:custDataLst>
          </p:nvPr>
        </p:nvGrpSpPr>
        <p:grpSpPr>
          <a:xfrm>
            <a:off x="339247" y="112014"/>
            <a:ext cx="1666002" cy="550935"/>
            <a:chOff x="2629947" y="2501424"/>
            <a:chExt cx="5609900" cy="1855152"/>
          </a:xfrm>
          <a:solidFill>
            <a:srgbClr val="0070C0"/>
          </a:solidFill>
        </p:grpSpPr>
        <p:grpSp>
          <p:nvGrpSpPr>
            <p:cNvPr id="36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74" name="îśľíḓ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işḷïďe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íşľïďê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iŝľíḍê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ṥḻiḓe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iSľíḓè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iS1îdè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ïṣḷîḓe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ïŝḻiḑe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îśḻîďe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î$1îḓê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ïSlïďê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ïṡļiḑê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iSḷïde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íšļiďè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îṡ1ïdê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isḻiḓê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Sḷiḍe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îṩḷiḑê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íṧliḋê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ŝ1îḍé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îšlîďè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ïşliďe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íśļíḑè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ïṥḷíḍè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ïSḻiḓe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îsļiḋé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ïşľídé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7" name="îṡḻiḓê"/>
            <p:cNvSpPr/>
            <p:nvPr>
              <p:custDataLst>
                <p:tags r:id="rId41"/>
              </p:custDataLst>
            </p:nvPr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íš1îďê"/>
            <p:cNvSpPr/>
            <p:nvPr>
              <p:custDataLst>
                <p:tags r:id="rId42"/>
              </p:custDataLst>
            </p:nvPr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39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71" name="ïṡľïďê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šlíḍé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íS1ïḍé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67" name="ïṩľiḓe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ṣlïḓê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šlîḍê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S1îḓe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1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42" name="í$ḻiḓé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ṡľîḓé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ṥļíḑè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ŝliḍé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ŝļiďè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ṩḷiḓé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$ḷíďè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ś1îdê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íṧļîḓe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$ḷíḑe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šļiďè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ṡḷïdè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śḻïḓe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šļîḓe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ïšḷîḋé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ïšļïḋê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śľïḓê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ṩḷiḋé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cxnSp>
        <p:nvCxnSpPr>
          <p:cNvPr id="2" name="直接连接符 1"/>
          <p:cNvCxnSpPr/>
          <p:nvPr userDrawn="1">
            <p:custDataLst>
              <p:tags r:id="rId68"/>
            </p:custDataLst>
          </p:nvPr>
        </p:nvCxnSpPr>
        <p:spPr>
          <a:xfrm>
            <a:off x="4945474" y="24191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 userDrawn="1">
            <p:custDataLst>
              <p:tags r:id="rId69"/>
            </p:custDataLst>
          </p:nvPr>
        </p:nvCxnSpPr>
        <p:spPr>
          <a:xfrm>
            <a:off x="6726649" y="412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 userDrawn="1">
            <p:custDataLst>
              <p:tags r:id="rId3"/>
            </p:custDataLst>
          </p:nvPr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>
            <p:custDataLst>
              <p:tags r:id="rId4"/>
            </p:custDataLst>
          </p:nvPr>
        </p:nvSpPr>
        <p:spPr>
          <a:xfrm>
            <a:off x="10002855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 userDrawn="1">
            <p:custDataLst>
              <p:tags r:id="rId5"/>
            </p:custDataLst>
          </p:nvPr>
        </p:nvCxnSpPr>
        <p:spPr>
          <a:xfrm>
            <a:off x="100032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6"/>
          <p:cNvSpPr txBox="1"/>
          <p:nvPr userDrawn="1">
            <p:custDataLst>
              <p:tags r:id="rId6"/>
            </p:custDataLst>
          </p:nvPr>
        </p:nvSpPr>
        <p:spPr>
          <a:xfrm>
            <a:off x="3374314" y="206378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 userDrawn="1">
            <p:custDataLst>
              <p:tags r:id="rId7"/>
            </p:custDataLst>
          </p:nvPr>
        </p:nvSpPr>
        <p:spPr>
          <a:xfrm>
            <a:off x="507674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 userDrawn="1">
            <p:custDataLst>
              <p:tags r:id="rId8"/>
            </p:custDataLst>
          </p:nvPr>
        </p:nvSpPr>
        <p:spPr>
          <a:xfrm>
            <a:off x="6778625" y="215900"/>
            <a:ext cx="144399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项目现状与发展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0"/>
          <p:cNvSpPr txBox="1"/>
          <p:nvPr userDrawn="1">
            <p:custDataLst>
              <p:tags r:id="rId9"/>
            </p:custDataLst>
          </p:nvPr>
        </p:nvSpPr>
        <p:spPr>
          <a:xfrm>
            <a:off x="8480425" y="215900"/>
            <a:ext cx="143319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项目创新与特色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"/>
          <p:cNvSpPr txBox="1"/>
          <p:nvPr userDrawn="1">
            <p:custDataLst>
              <p:tags r:id="rId10"/>
            </p:custDataLst>
          </p:nvPr>
        </p:nvSpPr>
        <p:spPr>
          <a:xfrm>
            <a:off x="1018215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项目发展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>
            <p:custDataLst>
              <p:tags r:id="rId11"/>
            </p:custDataLst>
          </p:nvPr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2"/>
            </p:custDataLst>
          </p:nvPr>
        </p:nvGrpSpPr>
        <p:grpSpPr>
          <a:xfrm>
            <a:off x="339247" y="112014"/>
            <a:ext cx="1666002" cy="550935"/>
            <a:chOff x="2629947" y="2501424"/>
            <a:chExt cx="5609900" cy="1855152"/>
          </a:xfrm>
          <a:solidFill>
            <a:srgbClr val="0070C0"/>
          </a:solidFill>
        </p:grpSpPr>
        <p:grpSp>
          <p:nvGrpSpPr>
            <p:cNvPr id="36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74" name="îśľíḓè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işḷïďe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íşľïďê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iŝľíḍê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ṥḻiḓe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iSľíḓè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iS1îdè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ïṣḷîḓe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ïŝḻiḑe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îśḻîďe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î$1îḓê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ïSlïďê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ïṡļiḑê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iSḷïde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íšļiďè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îṡ1ïdê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isḻiḓê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ïSḷiḍe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îṩḷiḑê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íṧliḋê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ŝ1îḍé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îšlîďè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ïşliďe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íśļíḑè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ïṥḷíḍè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ïSḻiḓe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îsļiḋé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ïşľídé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7" name="îṡḻiḓê"/>
            <p:cNvSpPr/>
            <p:nvPr>
              <p:custDataLst>
                <p:tags r:id="rId41"/>
              </p:custDataLst>
            </p:nvPr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íš1îďê"/>
            <p:cNvSpPr/>
            <p:nvPr>
              <p:custDataLst>
                <p:tags r:id="rId42"/>
              </p:custDataLst>
            </p:nvPr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39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71" name="ïṡľïďê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šlíḍé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íS1ïḍé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67" name="ïṩľiḓe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ṣlïḓê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šlîḍê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S1îḓe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1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42" name="í$ḻiḓé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ṡľîḓé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ṥļíḑè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ŝliḍé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ŝļiďè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ṩḷiḓé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$ḷíďè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ś1îdê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íṧļîḓe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$ḷíḑe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šļiďè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ṡḷïdè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śḻïḓe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šļîḓe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ïšḷîḋé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ïšļïḋê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śľïḓê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ṩḷiḋé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cxnSp>
        <p:nvCxnSpPr>
          <p:cNvPr id="2" name="直接连接符 1"/>
          <p:cNvCxnSpPr/>
          <p:nvPr userDrawn="1">
            <p:custDataLst>
              <p:tags r:id="rId68"/>
            </p:custDataLst>
          </p:nvPr>
        </p:nvCxnSpPr>
        <p:spPr>
          <a:xfrm>
            <a:off x="4945474" y="24191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38.xml"/><Relationship Id="rId3" Type="http://schemas.openxmlformats.org/officeDocument/2006/relationships/tags" Target="../tags/tag337.xml"/><Relationship Id="rId2" Type="http://schemas.openxmlformats.org/officeDocument/2006/relationships/image" Target="../media/image1.png"/><Relationship Id="rId1" Type="http://schemas.openxmlformats.org/officeDocument/2006/relationships/tags" Target="../tags/tag33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46.xml"/><Relationship Id="rId8" Type="http://schemas.openxmlformats.org/officeDocument/2006/relationships/tags" Target="../tags/tag345.xml"/><Relationship Id="rId7" Type="http://schemas.openxmlformats.org/officeDocument/2006/relationships/tags" Target="../tags/tag344.xml"/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1.xml"/><Relationship Id="rId26" Type="http://schemas.openxmlformats.org/officeDocument/2006/relationships/tags" Target="../tags/tag363.xml"/><Relationship Id="rId25" Type="http://schemas.openxmlformats.org/officeDocument/2006/relationships/tags" Target="../tags/tag362.xml"/><Relationship Id="rId24" Type="http://schemas.openxmlformats.org/officeDocument/2006/relationships/tags" Target="../tags/tag361.xml"/><Relationship Id="rId23" Type="http://schemas.openxmlformats.org/officeDocument/2006/relationships/tags" Target="../tags/tag360.xml"/><Relationship Id="rId22" Type="http://schemas.openxmlformats.org/officeDocument/2006/relationships/tags" Target="../tags/tag359.xml"/><Relationship Id="rId21" Type="http://schemas.openxmlformats.org/officeDocument/2006/relationships/tags" Target="../tags/tag358.xml"/><Relationship Id="rId20" Type="http://schemas.openxmlformats.org/officeDocument/2006/relationships/tags" Target="../tags/tag357.xml"/><Relationship Id="rId2" Type="http://schemas.openxmlformats.org/officeDocument/2006/relationships/image" Target="../media/image1.png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tags" Target="../tags/tag3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6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6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6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4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3" Type="http://schemas.openxmlformats.org/officeDocument/2006/relationships/notesSlide" Target="../notesSlides/notesSlide10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1.xml"/><Relationship Id="rId10" Type="http://schemas.openxmlformats.org/officeDocument/2006/relationships/image" Target="../media/image6.png"/><Relationship Id="rId1" Type="http://schemas.openxmlformats.org/officeDocument/2006/relationships/tags" Target="../tags/tag37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tags" Target="../tags/tag3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7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57860" y="2903220"/>
            <a:ext cx="11322685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4000" dirty="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  <a:sym typeface="+mn-ea"/>
              </a:rPr>
              <a:t>面向动态交通流的电动汽车充电站协同预约与路径引导策略研究</a:t>
            </a:r>
            <a:endParaRPr kumimoji="1" lang="zh-CN" altLang="en-US" sz="4000" dirty="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  <a:sym typeface="+mn-ea"/>
            </a:endParaRPr>
          </a:p>
        </p:txBody>
      </p:sp>
      <p:grpSp>
        <p:nvGrpSpPr>
          <p:cNvPr id="17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3920673" y="431883"/>
            <a:ext cx="4086985" cy="1351536"/>
            <a:chOff x="2629947" y="2501424"/>
            <a:chExt cx="5609900" cy="1855152"/>
          </a:xfrm>
          <a:solidFill>
            <a:srgbClr val="0070C0"/>
          </a:solidFill>
        </p:grpSpPr>
        <p:grpSp>
          <p:nvGrpSpPr>
            <p:cNvPr id="18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50" name="îśľíḓè"/>
              <p:cNvSpPr/>
              <p:nvPr/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0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22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47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23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43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24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25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sp>
        <p:nvSpPr>
          <p:cNvPr id="2" name="TextBox 6"/>
          <p:cNvSpPr txBox="1"/>
          <p:nvPr/>
        </p:nvSpPr>
        <p:spPr>
          <a:xfrm>
            <a:off x="5586695" y="6175235"/>
            <a:ext cx="119507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2025.11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7676" y="4295775"/>
            <a:ext cx="57297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dirty="0">
                <a:ln w="12700">
                  <a:noFill/>
                </a:ln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——课程汇报</a:t>
            </a:r>
            <a:endParaRPr kumimoji="1" lang="zh-CN" altLang="en-US" sz="2000" dirty="0">
              <a:ln w="12700">
                <a:noFill/>
              </a:ln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5966215" y="-375863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5869061" y="1045613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825125"/>
            <a:ext cx="12192000" cy="52025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612977" y="1506557"/>
            <a:ext cx="627525" cy="603517"/>
            <a:chOff x="5127859" y="2518592"/>
            <a:chExt cx="1936282" cy="1723208"/>
          </a:xfrm>
        </p:grpSpPr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7"/>
            </p:custDataLst>
          </p:nvPr>
        </p:nvGrpSpPr>
        <p:grpSpPr>
          <a:xfrm>
            <a:off x="612977" y="2220727"/>
            <a:ext cx="627525" cy="603517"/>
            <a:chOff x="5127859" y="2518592"/>
            <a:chExt cx="1936282" cy="1723208"/>
          </a:xfrm>
        </p:grpSpPr>
        <p:sp>
          <p:nvSpPr>
            <p:cNvPr id="86" name="任意多边形 85"/>
            <p:cNvSpPr/>
            <p:nvPr>
              <p:custDataLst>
                <p:tags r:id="rId8"/>
              </p:custDataLst>
            </p:nvPr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任意多边形 86"/>
            <p:cNvSpPr/>
            <p:nvPr>
              <p:custDataLst>
                <p:tags r:id="rId9"/>
              </p:custDataLst>
            </p:nvPr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10"/>
            </p:custDataLst>
          </p:nvPr>
        </p:nvGrpSpPr>
        <p:grpSpPr>
          <a:xfrm>
            <a:off x="612977" y="2934898"/>
            <a:ext cx="627525" cy="603517"/>
            <a:chOff x="5127859" y="2518592"/>
            <a:chExt cx="1936282" cy="1723208"/>
          </a:xfrm>
        </p:grpSpPr>
        <p:sp>
          <p:nvSpPr>
            <p:cNvPr id="89" name="任意多边形 88"/>
            <p:cNvSpPr/>
            <p:nvPr>
              <p:custDataLst>
                <p:tags r:id="rId11"/>
              </p:custDataLst>
            </p:nvPr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任意多边形 89"/>
            <p:cNvSpPr/>
            <p:nvPr>
              <p:custDataLst>
                <p:tags r:id="rId12"/>
              </p:custDataLst>
            </p:nvPr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13"/>
            </p:custDataLst>
          </p:nvPr>
        </p:nvGrpSpPr>
        <p:grpSpPr>
          <a:xfrm>
            <a:off x="612977" y="3649069"/>
            <a:ext cx="627525" cy="603517"/>
            <a:chOff x="5127859" y="2518592"/>
            <a:chExt cx="1936282" cy="1723208"/>
          </a:xfrm>
        </p:grpSpPr>
        <p:sp>
          <p:nvSpPr>
            <p:cNvPr id="92" name="任意多边形 91"/>
            <p:cNvSpPr/>
            <p:nvPr>
              <p:custDataLst>
                <p:tags r:id="rId14"/>
              </p:custDataLst>
            </p:nvPr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任意多边形 92"/>
            <p:cNvSpPr/>
            <p:nvPr>
              <p:custDataLst>
                <p:tags r:id="rId15"/>
              </p:custDataLst>
            </p:nvPr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0" name="文本框 99"/>
          <p:cNvSpPr txBox="1"/>
          <p:nvPr>
            <p:custDataLst>
              <p:tags r:id="rId16"/>
            </p:custDataLst>
          </p:nvPr>
        </p:nvSpPr>
        <p:spPr>
          <a:xfrm>
            <a:off x="1214322" y="1578637"/>
            <a:ext cx="5563281" cy="459357"/>
          </a:xfrm>
          <a:prstGeom prst="rect">
            <a:avLst/>
          </a:prstGeom>
          <a:noFill/>
          <a:ln>
            <a:solidFill>
              <a:srgbClr val="9CC5F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CC5FD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2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17"/>
            </p:custDataLst>
          </p:nvPr>
        </p:nvSpPr>
        <p:spPr>
          <a:xfrm>
            <a:off x="1214322" y="2277002"/>
            <a:ext cx="5563281" cy="491490"/>
          </a:xfrm>
          <a:prstGeom prst="rect">
            <a:avLst/>
          </a:prstGeom>
          <a:noFill/>
          <a:ln>
            <a:solidFill>
              <a:srgbClr val="9CC5F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CC5FD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问题简化与模型假设</a:t>
            </a:r>
            <a:endParaRPr lang="zh-CN" altLang="en-US" sz="2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2" name="文本框 101"/>
          <p:cNvSpPr txBox="1"/>
          <p:nvPr>
            <p:custDataLst>
              <p:tags r:id="rId18"/>
            </p:custDataLst>
          </p:nvPr>
        </p:nvSpPr>
        <p:spPr>
          <a:xfrm>
            <a:off x="1214322" y="3008453"/>
            <a:ext cx="5563281" cy="491490"/>
          </a:xfrm>
          <a:prstGeom prst="rect">
            <a:avLst/>
          </a:prstGeom>
          <a:noFill/>
          <a:ln>
            <a:solidFill>
              <a:srgbClr val="9CC5F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CC5FD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数据集描述</a:t>
            </a:r>
            <a:endParaRPr lang="zh-CN" altLang="en-US" sz="2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3" name="文本框 102"/>
          <p:cNvSpPr txBox="1"/>
          <p:nvPr>
            <p:custDataLst>
              <p:tags r:id="rId19"/>
            </p:custDataLst>
          </p:nvPr>
        </p:nvSpPr>
        <p:spPr>
          <a:xfrm>
            <a:off x="1214322" y="3706818"/>
            <a:ext cx="5563281" cy="491490"/>
          </a:xfrm>
          <a:prstGeom prst="rect">
            <a:avLst/>
          </a:prstGeom>
          <a:noFill/>
          <a:ln>
            <a:solidFill>
              <a:srgbClr val="9CC5F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CC5FD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技术方案</a:t>
            </a:r>
            <a:endParaRPr lang="zh-CN" altLang="en-US" sz="2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iSľîďê"/>
          <p:cNvGrpSpPr/>
          <p:nvPr/>
        </p:nvGrpSpPr>
        <p:grpSpPr>
          <a:xfrm>
            <a:off x="10797556" y="4998634"/>
            <a:ext cx="812261" cy="815604"/>
            <a:chOff x="3216275" y="2651125"/>
            <a:chExt cx="1543050" cy="1549400"/>
          </a:xfrm>
          <a:solidFill>
            <a:schemeClr val="bg1"/>
          </a:solidFill>
        </p:grpSpPr>
        <p:sp>
          <p:nvSpPr>
            <p:cNvPr id="83" name="îśľíḓè"/>
            <p:cNvSpPr/>
            <p:nvPr/>
          </p:nvSpPr>
          <p:spPr bwMode="auto">
            <a:xfrm>
              <a:off x="3714750" y="2916238"/>
              <a:ext cx="527050" cy="714375"/>
            </a:xfrm>
            <a:custGeom>
              <a:avLst/>
              <a:gdLst>
                <a:gd name="T0" fmla="*/ 59 w 160"/>
                <a:gd name="T1" fmla="*/ 112 h 216"/>
                <a:gd name="T2" fmla="*/ 60 w 160"/>
                <a:gd name="T3" fmla="*/ 120 h 216"/>
                <a:gd name="T4" fmla="*/ 73 w 160"/>
                <a:gd name="T5" fmla="*/ 135 h 216"/>
                <a:gd name="T6" fmla="*/ 73 w 160"/>
                <a:gd name="T7" fmla="*/ 143 h 216"/>
                <a:gd name="T8" fmla="*/ 46 w 160"/>
                <a:gd name="T9" fmla="*/ 173 h 216"/>
                <a:gd name="T10" fmla="*/ 73 w 160"/>
                <a:gd name="T11" fmla="*/ 167 h 216"/>
                <a:gd name="T12" fmla="*/ 58 w 160"/>
                <a:gd name="T13" fmla="*/ 204 h 216"/>
                <a:gd name="T14" fmla="*/ 116 w 160"/>
                <a:gd name="T15" fmla="*/ 202 h 216"/>
                <a:gd name="T16" fmla="*/ 87 w 160"/>
                <a:gd name="T17" fmla="*/ 158 h 216"/>
                <a:gd name="T18" fmla="*/ 113 w 160"/>
                <a:gd name="T19" fmla="*/ 172 h 216"/>
                <a:gd name="T20" fmla="*/ 126 w 160"/>
                <a:gd name="T21" fmla="*/ 164 h 216"/>
                <a:gd name="T22" fmla="*/ 87 w 160"/>
                <a:gd name="T23" fmla="*/ 143 h 216"/>
                <a:gd name="T24" fmla="*/ 95 w 160"/>
                <a:gd name="T25" fmla="*/ 134 h 216"/>
                <a:gd name="T26" fmla="*/ 103 w 160"/>
                <a:gd name="T27" fmla="*/ 123 h 216"/>
                <a:gd name="T28" fmla="*/ 103 w 160"/>
                <a:gd name="T29" fmla="*/ 112 h 216"/>
                <a:gd name="T30" fmla="*/ 141 w 160"/>
                <a:gd name="T31" fmla="*/ 206 h 216"/>
                <a:gd name="T32" fmla="*/ 90 w 160"/>
                <a:gd name="T33" fmla="*/ 87 h 216"/>
                <a:gd name="T34" fmla="*/ 119 w 160"/>
                <a:gd name="T35" fmla="*/ 79 h 216"/>
                <a:gd name="T36" fmla="*/ 131 w 160"/>
                <a:gd name="T37" fmla="*/ 73 h 216"/>
                <a:gd name="T38" fmla="*/ 120 w 160"/>
                <a:gd name="T39" fmla="*/ 65 h 216"/>
                <a:gd name="T40" fmla="*/ 90 w 160"/>
                <a:gd name="T41" fmla="*/ 57 h 216"/>
                <a:gd name="T42" fmla="*/ 118 w 160"/>
                <a:gd name="T43" fmla="*/ 60 h 216"/>
                <a:gd name="T44" fmla="*/ 118 w 160"/>
                <a:gd name="T45" fmla="*/ 41 h 216"/>
                <a:gd name="T46" fmla="*/ 90 w 160"/>
                <a:gd name="T47" fmla="*/ 43 h 216"/>
                <a:gd name="T48" fmla="*/ 108 w 160"/>
                <a:gd name="T49" fmla="*/ 35 h 216"/>
                <a:gd name="T50" fmla="*/ 120 w 160"/>
                <a:gd name="T51" fmla="*/ 28 h 216"/>
                <a:gd name="T52" fmla="*/ 109 w 160"/>
                <a:gd name="T53" fmla="*/ 21 h 216"/>
                <a:gd name="T54" fmla="*/ 90 w 160"/>
                <a:gd name="T55" fmla="*/ 13 h 216"/>
                <a:gd name="T56" fmla="*/ 83 w 160"/>
                <a:gd name="T57" fmla="*/ 0 h 216"/>
                <a:gd name="T58" fmla="*/ 74 w 160"/>
                <a:gd name="T59" fmla="*/ 12 h 216"/>
                <a:gd name="T60" fmla="*/ 2 w 160"/>
                <a:gd name="T61" fmla="*/ 203 h 216"/>
                <a:gd name="T62" fmla="*/ 80 w 160"/>
                <a:gd name="T63" fmla="*/ 102 h 216"/>
                <a:gd name="T64" fmla="*/ 86 w 160"/>
                <a:gd name="T65" fmla="*/ 107 h 216"/>
                <a:gd name="T66" fmla="*/ 81 w 160"/>
                <a:gd name="T67" fmla="*/ 121 h 216"/>
                <a:gd name="T68" fmla="*/ 76 w 160"/>
                <a:gd name="T69" fmla="*/ 116 h 216"/>
                <a:gd name="T70" fmla="*/ 80 w 160"/>
                <a:gd name="T71" fmla="*/ 10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0" h="216">
                  <a:moveTo>
                    <a:pt x="19" y="206"/>
                  </a:moveTo>
                  <a:cubicBezTo>
                    <a:pt x="24" y="171"/>
                    <a:pt x="34" y="137"/>
                    <a:pt x="59" y="112"/>
                  </a:cubicBezTo>
                  <a:cubicBezTo>
                    <a:pt x="60" y="112"/>
                    <a:pt x="60" y="112"/>
                    <a:pt x="60" y="112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60" y="127"/>
                    <a:pt x="64" y="135"/>
                    <a:pt x="72" y="135"/>
                  </a:cubicBezTo>
                  <a:cubicBezTo>
                    <a:pt x="72" y="135"/>
                    <a:pt x="73" y="135"/>
                    <a:pt x="73" y="135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58" y="146"/>
                    <a:pt x="45" y="152"/>
                    <a:pt x="36" y="164"/>
                  </a:cubicBezTo>
                  <a:cubicBezTo>
                    <a:pt x="30" y="171"/>
                    <a:pt x="41" y="177"/>
                    <a:pt x="46" y="173"/>
                  </a:cubicBezTo>
                  <a:cubicBezTo>
                    <a:pt x="55" y="166"/>
                    <a:pt x="64" y="160"/>
                    <a:pt x="73" y="158"/>
                  </a:cubicBezTo>
                  <a:cubicBezTo>
                    <a:pt x="73" y="167"/>
                    <a:pt x="73" y="167"/>
                    <a:pt x="73" y="167"/>
                  </a:cubicBezTo>
                  <a:cubicBezTo>
                    <a:pt x="54" y="173"/>
                    <a:pt x="44" y="185"/>
                    <a:pt x="45" y="205"/>
                  </a:cubicBezTo>
                  <a:cubicBezTo>
                    <a:pt x="45" y="212"/>
                    <a:pt x="57" y="211"/>
                    <a:pt x="58" y="204"/>
                  </a:cubicBezTo>
                  <a:cubicBezTo>
                    <a:pt x="62" y="173"/>
                    <a:pt x="99" y="175"/>
                    <a:pt x="103" y="205"/>
                  </a:cubicBezTo>
                  <a:cubicBezTo>
                    <a:pt x="104" y="212"/>
                    <a:pt x="117" y="212"/>
                    <a:pt x="116" y="202"/>
                  </a:cubicBezTo>
                  <a:cubicBezTo>
                    <a:pt x="116" y="186"/>
                    <a:pt x="108" y="174"/>
                    <a:pt x="87" y="167"/>
                  </a:cubicBezTo>
                  <a:cubicBezTo>
                    <a:pt x="87" y="158"/>
                    <a:pt x="87" y="158"/>
                    <a:pt x="87" y="158"/>
                  </a:cubicBezTo>
                  <a:cubicBezTo>
                    <a:pt x="87" y="158"/>
                    <a:pt x="87" y="158"/>
                    <a:pt x="87" y="158"/>
                  </a:cubicBezTo>
                  <a:cubicBezTo>
                    <a:pt x="96" y="160"/>
                    <a:pt x="105" y="164"/>
                    <a:pt x="113" y="172"/>
                  </a:cubicBezTo>
                  <a:cubicBezTo>
                    <a:pt x="116" y="175"/>
                    <a:pt x="119" y="175"/>
                    <a:pt x="123" y="174"/>
                  </a:cubicBezTo>
                  <a:cubicBezTo>
                    <a:pt x="127" y="172"/>
                    <a:pt x="129" y="169"/>
                    <a:pt x="126" y="164"/>
                  </a:cubicBezTo>
                  <a:cubicBezTo>
                    <a:pt x="119" y="153"/>
                    <a:pt x="105" y="147"/>
                    <a:pt x="87" y="143"/>
                  </a:cubicBezTo>
                  <a:cubicBezTo>
                    <a:pt x="87" y="143"/>
                    <a:pt x="87" y="143"/>
                    <a:pt x="87" y="143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90" y="135"/>
                    <a:pt x="93" y="134"/>
                    <a:pt x="95" y="134"/>
                  </a:cubicBezTo>
                  <a:cubicBezTo>
                    <a:pt x="98" y="136"/>
                    <a:pt x="104" y="134"/>
                    <a:pt x="105" y="131"/>
                  </a:cubicBezTo>
                  <a:cubicBezTo>
                    <a:pt x="106" y="128"/>
                    <a:pt x="106" y="126"/>
                    <a:pt x="103" y="123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8" y="115"/>
                    <a:pt x="111" y="119"/>
                    <a:pt x="114" y="124"/>
                  </a:cubicBezTo>
                  <a:cubicBezTo>
                    <a:pt x="129" y="145"/>
                    <a:pt x="137" y="174"/>
                    <a:pt x="141" y="206"/>
                  </a:cubicBezTo>
                  <a:cubicBezTo>
                    <a:pt x="144" y="216"/>
                    <a:pt x="160" y="213"/>
                    <a:pt x="159" y="206"/>
                  </a:cubicBezTo>
                  <a:cubicBezTo>
                    <a:pt x="149" y="143"/>
                    <a:pt x="129" y="98"/>
                    <a:pt x="90" y="87"/>
                  </a:cubicBezTo>
                  <a:cubicBezTo>
                    <a:pt x="90" y="79"/>
                    <a:pt x="90" y="79"/>
                    <a:pt x="90" y="79"/>
                  </a:cubicBezTo>
                  <a:cubicBezTo>
                    <a:pt x="119" y="79"/>
                    <a:pt x="119" y="79"/>
                    <a:pt x="119" y="79"/>
                  </a:cubicBezTo>
                  <a:cubicBezTo>
                    <a:pt x="120" y="81"/>
                    <a:pt x="122" y="82"/>
                    <a:pt x="124" y="82"/>
                  </a:cubicBezTo>
                  <a:cubicBezTo>
                    <a:pt x="128" y="82"/>
                    <a:pt x="131" y="78"/>
                    <a:pt x="131" y="73"/>
                  </a:cubicBezTo>
                  <a:cubicBezTo>
                    <a:pt x="131" y="67"/>
                    <a:pt x="128" y="63"/>
                    <a:pt x="124" y="63"/>
                  </a:cubicBezTo>
                  <a:cubicBezTo>
                    <a:pt x="122" y="63"/>
                    <a:pt x="121" y="64"/>
                    <a:pt x="120" y="65"/>
                  </a:cubicBezTo>
                  <a:cubicBezTo>
                    <a:pt x="90" y="65"/>
                    <a:pt x="90" y="65"/>
                    <a:pt x="90" y="65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114" y="59"/>
                    <a:pt x="116" y="60"/>
                    <a:pt x="118" y="60"/>
                  </a:cubicBezTo>
                  <a:cubicBezTo>
                    <a:pt x="122" y="60"/>
                    <a:pt x="125" y="56"/>
                    <a:pt x="125" y="51"/>
                  </a:cubicBezTo>
                  <a:cubicBezTo>
                    <a:pt x="125" y="45"/>
                    <a:pt x="122" y="41"/>
                    <a:pt x="118" y="41"/>
                  </a:cubicBezTo>
                  <a:cubicBezTo>
                    <a:pt x="116" y="41"/>
                    <a:pt x="115" y="42"/>
                    <a:pt x="114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108" y="35"/>
                    <a:pt x="108" y="35"/>
                    <a:pt x="108" y="35"/>
                  </a:cubicBezTo>
                  <a:cubicBezTo>
                    <a:pt x="110" y="37"/>
                    <a:pt x="111" y="38"/>
                    <a:pt x="113" y="38"/>
                  </a:cubicBezTo>
                  <a:cubicBezTo>
                    <a:pt x="117" y="38"/>
                    <a:pt x="120" y="33"/>
                    <a:pt x="120" y="28"/>
                  </a:cubicBezTo>
                  <a:cubicBezTo>
                    <a:pt x="120" y="23"/>
                    <a:pt x="117" y="18"/>
                    <a:pt x="113" y="18"/>
                  </a:cubicBezTo>
                  <a:cubicBezTo>
                    <a:pt x="111" y="18"/>
                    <a:pt x="110" y="19"/>
                    <a:pt x="109" y="21"/>
                  </a:cubicBezTo>
                  <a:cubicBezTo>
                    <a:pt x="90" y="21"/>
                    <a:pt x="90" y="21"/>
                    <a:pt x="90" y="21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2" y="11"/>
                    <a:pt x="92" y="10"/>
                    <a:pt x="92" y="8"/>
                  </a:cubicBezTo>
                  <a:cubicBezTo>
                    <a:pt x="92" y="4"/>
                    <a:pt x="88" y="0"/>
                    <a:pt x="83" y="0"/>
                  </a:cubicBezTo>
                  <a:cubicBezTo>
                    <a:pt x="77" y="0"/>
                    <a:pt x="73" y="4"/>
                    <a:pt x="73" y="8"/>
                  </a:cubicBezTo>
                  <a:cubicBezTo>
                    <a:pt x="73" y="9"/>
                    <a:pt x="73" y="11"/>
                    <a:pt x="74" y="12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32" y="102"/>
                    <a:pt x="12" y="147"/>
                    <a:pt x="2" y="203"/>
                  </a:cubicBezTo>
                  <a:cubicBezTo>
                    <a:pt x="0" y="212"/>
                    <a:pt x="14" y="214"/>
                    <a:pt x="19" y="206"/>
                  </a:cubicBezTo>
                  <a:close/>
                  <a:moveTo>
                    <a:pt x="80" y="102"/>
                  </a:moveTo>
                  <a:cubicBezTo>
                    <a:pt x="81" y="102"/>
                    <a:pt x="81" y="102"/>
                    <a:pt x="81" y="102"/>
                  </a:cubicBezTo>
                  <a:cubicBezTo>
                    <a:pt x="84" y="102"/>
                    <a:pt x="86" y="104"/>
                    <a:pt x="86" y="107"/>
                  </a:cubicBezTo>
                  <a:cubicBezTo>
                    <a:pt x="86" y="116"/>
                    <a:pt x="86" y="116"/>
                    <a:pt x="86" y="116"/>
                  </a:cubicBezTo>
                  <a:cubicBezTo>
                    <a:pt x="86" y="119"/>
                    <a:pt x="84" y="121"/>
                    <a:pt x="81" y="121"/>
                  </a:cubicBezTo>
                  <a:cubicBezTo>
                    <a:pt x="80" y="121"/>
                    <a:pt x="80" y="121"/>
                    <a:pt x="80" y="121"/>
                  </a:cubicBezTo>
                  <a:cubicBezTo>
                    <a:pt x="78" y="121"/>
                    <a:pt x="76" y="119"/>
                    <a:pt x="76" y="116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6" y="104"/>
                    <a:pt x="78" y="102"/>
                    <a:pt x="80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4" name="işḷïďe"/>
            <p:cNvSpPr/>
            <p:nvPr/>
          </p:nvSpPr>
          <p:spPr bwMode="auto">
            <a:xfrm>
              <a:off x="3454400" y="2916238"/>
              <a:ext cx="1054100" cy="1025525"/>
            </a:xfrm>
            <a:custGeom>
              <a:avLst/>
              <a:gdLst>
                <a:gd name="T0" fmla="*/ 160 w 320"/>
                <a:gd name="T1" fmla="*/ 310 h 310"/>
                <a:gd name="T2" fmla="*/ 151 w 320"/>
                <a:gd name="T3" fmla="*/ 3 h 310"/>
                <a:gd name="T4" fmla="*/ 50 w 320"/>
                <a:gd name="T5" fmla="*/ 53 h 310"/>
                <a:gd name="T6" fmla="*/ 30 w 320"/>
                <a:gd name="T7" fmla="*/ 88 h 310"/>
                <a:gd name="T8" fmla="*/ 24 w 320"/>
                <a:gd name="T9" fmla="*/ 126 h 310"/>
                <a:gd name="T10" fmla="*/ 24 w 320"/>
                <a:gd name="T11" fmla="*/ 131 h 310"/>
                <a:gd name="T12" fmla="*/ 23 w 320"/>
                <a:gd name="T13" fmla="*/ 166 h 310"/>
                <a:gd name="T14" fmla="*/ 41 w 320"/>
                <a:gd name="T15" fmla="*/ 200 h 310"/>
                <a:gd name="T16" fmla="*/ 44 w 320"/>
                <a:gd name="T17" fmla="*/ 205 h 310"/>
                <a:gd name="T18" fmla="*/ 69 w 320"/>
                <a:gd name="T19" fmla="*/ 242 h 310"/>
                <a:gd name="T20" fmla="*/ 113 w 320"/>
                <a:gd name="T21" fmla="*/ 252 h 310"/>
                <a:gd name="T22" fmla="*/ 114 w 320"/>
                <a:gd name="T23" fmla="*/ 248 h 310"/>
                <a:gd name="T24" fmla="*/ 196 w 320"/>
                <a:gd name="T25" fmla="*/ 234 h 310"/>
                <a:gd name="T26" fmla="*/ 194 w 320"/>
                <a:gd name="T27" fmla="*/ 248 h 310"/>
                <a:gd name="T28" fmla="*/ 209 w 320"/>
                <a:gd name="T29" fmla="*/ 260 h 310"/>
                <a:gd name="T30" fmla="*/ 257 w 320"/>
                <a:gd name="T31" fmla="*/ 237 h 310"/>
                <a:gd name="T32" fmla="*/ 281 w 320"/>
                <a:gd name="T33" fmla="*/ 208 h 310"/>
                <a:gd name="T34" fmla="*/ 291 w 320"/>
                <a:gd name="T35" fmla="*/ 170 h 310"/>
                <a:gd name="T36" fmla="*/ 293 w 320"/>
                <a:gd name="T37" fmla="*/ 164 h 310"/>
                <a:gd name="T38" fmla="*/ 299 w 320"/>
                <a:gd name="T39" fmla="*/ 131 h 310"/>
                <a:gd name="T40" fmla="*/ 289 w 320"/>
                <a:gd name="T41" fmla="*/ 95 h 310"/>
                <a:gd name="T42" fmla="*/ 287 w 320"/>
                <a:gd name="T43" fmla="*/ 90 h 310"/>
                <a:gd name="T44" fmla="*/ 268 w 320"/>
                <a:gd name="T45" fmla="*/ 49 h 310"/>
                <a:gd name="T46" fmla="*/ 175 w 320"/>
                <a:gd name="T47" fmla="*/ 1 h 310"/>
                <a:gd name="T48" fmla="*/ 284 w 320"/>
                <a:gd name="T49" fmla="*/ 67 h 310"/>
                <a:gd name="T50" fmla="*/ 302 w 320"/>
                <a:gd name="T51" fmla="*/ 107 h 310"/>
                <a:gd name="T52" fmla="*/ 302 w 320"/>
                <a:gd name="T53" fmla="*/ 110 h 310"/>
                <a:gd name="T54" fmla="*/ 303 w 320"/>
                <a:gd name="T55" fmla="*/ 144 h 310"/>
                <a:gd name="T56" fmla="*/ 306 w 320"/>
                <a:gd name="T57" fmla="*/ 144 h 310"/>
                <a:gd name="T58" fmla="*/ 291 w 320"/>
                <a:gd name="T59" fmla="*/ 190 h 310"/>
                <a:gd name="T60" fmla="*/ 273 w 320"/>
                <a:gd name="T61" fmla="*/ 225 h 310"/>
                <a:gd name="T62" fmla="*/ 270 w 320"/>
                <a:gd name="T63" fmla="*/ 229 h 310"/>
                <a:gd name="T64" fmla="*/ 27 w 320"/>
                <a:gd name="T65" fmla="*/ 190 h 310"/>
                <a:gd name="T66" fmla="*/ 25 w 320"/>
                <a:gd name="T67" fmla="*/ 186 h 310"/>
                <a:gd name="T68" fmla="*/ 54 w 320"/>
                <a:gd name="T69" fmla="*/ 228 h 310"/>
                <a:gd name="T70" fmla="*/ 36 w 320"/>
                <a:gd name="T71" fmla="*/ 66 h 310"/>
                <a:gd name="T72" fmla="*/ 38 w 320"/>
                <a:gd name="T73" fmla="*/ 67 h 310"/>
                <a:gd name="T74" fmla="*/ 18 w 320"/>
                <a:gd name="T75" fmla="*/ 111 h 310"/>
                <a:gd name="T76" fmla="*/ 18 w 320"/>
                <a:gd name="T77" fmla="*/ 108 h 310"/>
                <a:gd name="T78" fmla="*/ 19 w 320"/>
                <a:gd name="T79" fmla="*/ 148 h 310"/>
                <a:gd name="T80" fmla="*/ 123 w 320"/>
                <a:gd name="T81" fmla="*/ 294 h 310"/>
                <a:gd name="T82" fmla="*/ 123 w 320"/>
                <a:gd name="T83" fmla="*/ 285 h 310"/>
                <a:gd name="T84" fmla="*/ 172 w 320"/>
                <a:gd name="T85" fmla="*/ 294 h 310"/>
                <a:gd name="T86" fmla="*/ 148 w 320"/>
                <a:gd name="T87" fmla="*/ 294 h 310"/>
                <a:gd name="T88" fmla="*/ 197 w 320"/>
                <a:gd name="T89" fmla="*/ 28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0" h="310">
                  <a:moveTo>
                    <a:pt x="175" y="1"/>
                  </a:moveTo>
                  <a:cubicBezTo>
                    <a:pt x="256" y="8"/>
                    <a:pt x="320" y="75"/>
                    <a:pt x="320" y="155"/>
                  </a:cubicBezTo>
                  <a:cubicBezTo>
                    <a:pt x="320" y="240"/>
                    <a:pt x="248" y="310"/>
                    <a:pt x="160" y="310"/>
                  </a:cubicBezTo>
                  <a:cubicBezTo>
                    <a:pt x="72" y="310"/>
                    <a:pt x="0" y="240"/>
                    <a:pt x="0" y="155"/>
                  </a:cubicBezTo>
                  <a:cubicBezTo>
                    <a:pt x="0" y="73"/>
                    <a:pt x="67" y="5"/>
                    <a:pt x="151" y="0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13" y="6"/>
                    <a:pt x="79" y="24"/>
                    <a:pt x="56" y="51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44" y="65"/>
                    <a:pt x="38" y="77"/>
                    <a:pt x="33" y="89"/>
                  </a:cubicBezTo>
                  <a:cubicBezTo>
                    <a:pt x="30" y="88"/>
                    <a:pt x="30" y="88"/>
                    <a:pt x="30" y="88"/>
                  </a:cubicBezTo>
                  <a:cubicBezTo>
                    <a:pt x="28" y="93"/>
                    <a:pt x="28" y="93"/>
                    <a:pt x="28" y="93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27" y="104"/>
                    <a:pt x="25" y="115"/>
                    <a:pt x="24" y="126"/>
                  </a:cubicBezTo>
                  <a:cubicBezTo>
                    <a:pt x="21" y="126"/>
                    <a:pt x="21" y="126"/>
                    <a:pt x="21" y="126"/>
                  </a:cubicBezTo>
                  <a:cubicBezTo>
                    <a:pt x="21" y="131"/>
                    <a:pt x="21" y="131"/>
                    <a:pt x="21" y="131"/>
                  </a:cubicBezTo>
                  <a:cubicBezTo>
                    <a:pt x="24" y="131"/>
                    <a:pt x="24" y="131"/>
                    <a:pt x="24" y="131"/>
                  </a:cubicBezTo>
                  <a:cubicBezTo>
                    <a:pt x="24" y="133"/>
                    <a:pt x="24" y="135"/>
                    <a:pt x="24" y="136"/>
                  </a:cubicBezTo>
                  <a:cubicBezTo>
                    <a:pt x="24" y="146"/>
                    <a:pt x="25" y="155"/>
                    <a:pt x="27" y="164"/>
                  </a:cubicBezTo>
                  <a:cubicBezTo>
                    <a:pt x="23" y="166"/>
                    <a:pt x="23" y="166"/>
                    <a:pt x="23" y="166"/>
                  </a:cubicBezTo>
                  <a:cubicBezTo>
                    <a:pt x="25" y="172"/>
                    <a:pt x="25" y="172"/>
                    <a:pt x="25" y="172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31" y="181"/>
                    <a:pt x="35" y="191"/>
                    <a:pt x="41" y="200"/>
                  </a:cubicBezTo>
                  <a:cubicBezTo>
                    <a:pt x="37" y="202"/>
                    <a:pt x="37" y="202"/>
                    <a:pt x="37" y="202"/>
                  </a:cubicBezTo>
                  <a:cubicBezTo>
                    <a:pt x="40" y="208"/>
                    <a:pt x="40" y="208"/>
                    <a:pt x="40" y="208"/>
                  </a:cubicBezTo>
                  <a:cubicBezTo>
                    <a:pt x="44" y="205"/>
                    <a:pt x="44" y="205"/>
                    <a:pt x="44" y="205"/>
                  </a:cubicBezTo>
                  <a:cubicBezTo>
                    <a:pt x="50" y="215"/>
                    <a:pt x="58" y="225"/>
                    <a:pt x="67" y="233"/>
                  </a:cubicBezTo>
                  <a:cubicBezTo>
                    <a:pt x="64" y="237"/>
                    <a:pt x="64" y="237"/>
                    <a:pt x="64" y="237"/>
                  </a:cubicBezTo>
                  <a:cubicBezTo>
                    <a:pt x="69" y="242"/>
                    <a:pt x="69" y="242"/>
                    <a:pt x="69" y="242"/>
                  </a:cubicBezTo>
                  <a:cubicBezTo>
                    <a:pt x="73" y="238"/>
                    <a:pt x="73" y="238"/>
                    <a:pt x="73" y="238"/>
                  </a:cubicBezTo>
                  <a:cubicBezTo>
                    <a:pt x="84" y="247"/>
                    <a:pt x="97" y="254"/>
                    <a:pt x="110" y="259"/>
                  </a:cubicBezTo>
                  <a:cubicBezTo>
                    <a:pt x="112" y="257"/>
                    <a:pt x="113" y="255"/>
                    <a:pt x="113" y="252"/>
                  </a:cubicBezTo>
                  <a:cubicBezTo>
                    <a:pt x="126" y="252"/>
                    <a:pt x="126" y="252"/>
                    <a:pt x="126" y="252"/>
                  </a:cubicBezTo>
                  <a:cubicBezTo>
                    <a:pt x="126" y="248"/>
                    <a:pt x="126" y="248"/>
                    <a:pt x="126" y="248"/>
                  </a:cubicBezTo>
                  <a:cubicBezTo>
                    <a:pt x="114" y="248"/>
                    <a:pt x="114" y="248"/>
                    <a:pt x="114" y="248"/>
                  </a:cubicBezTo>
                  <a:cubicBezTo>
                    <a:pt x="118" y="243"/>
                    <a:pt x="121" y="238"/>
                    <a:pt x="121" y="231"/>
                  </a:cubicBezTo>
                  <a:cubicBezTo>
                    <a:pt x="125" y="234"/>
                    <a:pt x="125" y="234"/>
                    <a:pt x="125" y="234"/>
                  </a:cubicBezTo>
                  <a:cubicBezTo>
                    <a:pt x="196" y="234"/>
                    <a:pt x="196" y="234"/>
                    <a:pt x="196" y="234"/>
                  </a:cubicBezTo>
                  <a:cubicBezTo>
                    <a:pt x="199" y="231"/>
                    <a:pt x="199" y="231"/>
                    <a:pt x="199" y="231"/>
                  </a:cubicBezTo>
                  <a:cubicBezTo>
                    <a:pt x="199" y="237"/>
                    <a:pt x="202" y="243"/>
                    <a:pt x="206" y="248"/>
                  </a:cubicBezTo>
                  <a:cubicBezTo>
                    <a:pt x="194" y="248"/>
                    <a:pt x="194" y="248"/>
                    <a:pt x="194" y="248"/>
                  </a:cubicBezTo>
                  <a:cubicBezTo>
                    <a:pt x="194" y="252"/>
                    <a:pt x="194" y="252"/>
                    <a:pt x="194" y="252"/>
                  </a:cubicBezTo>
                  <a:cubicBezTo>
                    <a:pt x="207" y="252"/>
                    <a:pt x="207" y="252"/>
                    <a:pt x="207" y="252"/>
                  </a:cubicBezTo>
                  <a:cubicBezTo>
                    <a:pt x="207" y="255"/>
                    <a:pt x="208" y="258"/>
                    <a:pt x="209" y="260"/>
                  </a:cubicBezTo>
                  <a:cubicBezTo>
                    <a:pt x="223" y="255"/>
                    <a:pt x="236" y="247"/>
                    <a:pt x="247" y="238"/>
                  </a:cubicBezTo>
                  <a:cubicBezTo>
                    <a:pt x="251" y="242"/>
                    <a:pt x="251" y="242"/>
                    <a:pt x="251" y="242"/>
                  </a:cubicBezTo>
                  <a:cubicBezTo>
                    <a:pt x="257" y="237"/>
                    <a:pt x="257" y="237"/>
                    <a:pt x="257" y="237"/>
                  </a:cubicBezTo>
                  <a:cubicBezTo>
                    <a:pt x="253" y="233"/>
                    <a:pt x="253" y="233"/>
                    <a:pt x="253" y="233"/>
                  </a:cubicBezTo>
                  <a:cubicBezTo>
                    <a:pt x="262" y="224"/>
                    <a:pt x="270" y="215"/>
                    <a:pt x="276" y="205"/>
                  </a:cubicBezTo>
                  <a:cubicBezTo>
                    <a:pt x="281" y="208"/>
                    <a:pt x="281" y="208"/>
                    <a:pt x="281" y="208"/>
                  </a:cubicBezTo>
                  <a:cubicBezTo>
                    <a:pt x="284" y="202"/>
                    <a:pt x="284" y="202"/>
                    <a:pt x="284" y="202"/>
                  </a:cubicBezTo>
                  <a:cubicBezTo>
                    <a:pt x="279" y="199"/>
                    <a:pt x="279" y="199"/>
                    <a:pt x="279" y="199"/>
                  </a:cubicBezTo>
                  <a:cubicBezTo>
                    <a:pt x="284" y="190"/>
                    <a:pt x="288" y="180"/>
                    <a:pt x="291" y="170"/>
                  </a:cubicBezTo>
                  <a:cubicBezTo>
                    <a:pt x="296" y="172"/>
                    <a:pt x="296" y="172"/>
                    <a:pt x="296" y="172"/>
                  </a:cubicBezTo>
                  <a:cubicBezTo>
                    <a:pt x="298" y="166"/>
                    <a:pt x="298" y="166"/>
                    <a:pt x="298" y="166"/>
                  </a:cubicBezTo>
                  <a:cubicBezTo>
                    <a:pt x="293" y="164"/>
                    <a:pt x="293" y="164"/>
                    <a:pt x="293" y="164"/>
                  </a:cubicBezTo>
                  <a:cubicBezTo>
                    <a:pt x="295" y="155"/>
                    <a:pt x="296" y="146"/>
                    <a:pt x="296" y="136"/>
                  </a:cubicBezTo>
                  <a:cubicBezTo>
                    <a:pt x="296" y="135"/>
                    <a:pt x="296" y="133"/>
                    <a:pt x="295" y="131"/>
                  </a:cubicBezTo>
                  <a:cubicBezTo>
                    <a:pt x="299" y="131"/>
                    <a:pt x="299" y="131"/>
                    <a:pt x="299" y="131"/>
                  </a:cubicBezTo>
                  <a:cubicBezTo>
                    <a:pt x="299" y="126"/>
                    <a:pt x="299" y="126"/>
                    <a:pt x="299" y="126"/>
                  </a:cubicBezTo>
                  <a:cubicBezTo>
                    <a:pt x="295" y="126"/>
                    <a:pt x="295" y="126"/>
                    <a:pt x="295" y="126"/>
                  </a:cubicBezTo>
                  <a:cubicBezTo>
                    <a:pt x="294" y="115"/>
                    <a:pt x="292" y="105"/>
                    <a:pt x="289" y="95"/>
                  </a:cubicBezTo>
                  <a:cubicBezTo>
                    <a:pt x="293" y="93"/>
                    <a:pt x="293" y="93"/>
                    <a:pt x="293" y="93"/>
                  </a:cubicBezTo>
                  <a:cubicBezTo>
                    <a:pt x="291" y="88"/>
                    <a:pt x="291" y="88"/>
                    <a:pt x="291" y="88"/>
                  </a:cubicBezTo>
                  <a:cubicBezTo>
                    <a:pt x="287" y="90"/>
                    <a:pt x="287" y="90"/>
                    <a:pt x="287" y="90"/>
                  </a:cubicBezTo>
                  <a:cubicBezTo>
                    <a:pt x="282" y="77"/>
                    <a:pt x="276" y="66"/>
                    <a:pt x="268" y="56"/>
                  </a:cubicBezTo>
                  <a:cubicBezTo>
                    <a:pt x="271" y="53"/>
                    <a:pt x="271" y="53"/>
                    <a:pt x="271" y="53"/>
                  </a:cubicBezTo>
                  <a:cubicBezTo>
                    <a:pt x="268" y="49"/>
                    <a:pt x="268" y="49"/>
                    <a:pt x="268" y="49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42" y="25"/>
                    <a:pt x="210" y="8"/>
                    <a:pt x="175" y="4"/>
                  </a:cubicBezTo>
                  <a:cubicBezTo>
                    <a:pt x="175" y="1"/>
                    <a:pt x="175" y="1"/>
                    <a:pt x="175" y="1"/>
                  </a:cubicBezTo>
                  <a:close/>
                  <a:moveTo>
                    <a:pt x="284" y="64"/>
                  </a:moveTo>
                  <a:cubicBezTo>
                    <a:pt x="282" y="65"/>
                    <a:pt x="282" y="65"/>
                    <a:pt x="282" y="65"/>
                  </a:cubicBezTo>
                  <a:cubicBezTo>
                    <a:pt x="284" y="67"/>
                    <a:pt x="284" y="67"/>
                    <a:pt x="284" y="67"/>
                  </a:cubicBezTo>
                  <a:cubicBezTo>
                    <a:pt x="285" y="66"/>
                    <a:pt x="285" y="66"/>
                    <a:pt x="285" y="66"/>
                  </a:cubicBezTo>
                  <a:cubicBezTo>
                    <a:pt x="284" y="64"/>
                    <a:pt x="284" y="64"/>
                    <a:pt x="284" y="64"/>
                  </a:cubicBezTo>
                  <a:close/>
                  <a:moveTo>
                    <a:pt x="302" y="107"/>
                  </a:moveTo>
                  <a:cubicBezTo>
                    <a:pt x="300" y="107"/>
                    <a:pt x="300" y="107"/>
                    <a:pt x="300" y="107"/>
                  </a:cubicBezTo>
                  <a:cubicBezTo>
                    <a:pt x="300" y="110"/>
                    <a:pt x="300" y="110"/>
                    <a:pt x="300" y="110"/>
                  </a:cubicBezTo>
                  <a:cubicBezTo>
                    <a:pt x="302" y="110"/>
                    <a:pt x="302" y="110"/>
                    <a:pt x="302" y="110"/>
                  </a:cubicBezTo>
                  <a:cubicBezTo>
                    <a:pt x="302" y="107"/>
                    <a:pt x="302" y="107"/>
                    <a:pt x="302" y="107"/>
                  </a:cubicBezTo>
                  <a:close/>
                  <a:moveTo>
                    <a:pt x="306" y="144"/>
                  </a:moveTo>
                  <a:cubicBezTo>
                    <a:pt x="303" y="144"/>
                    <a:pt x="303" y="144"/>
                    <a:pt x="303" y="144"/>
                  </a:cubicBezTo>
                  <a:cubicBezTo>
                    <a:pt x="303" y="148"/>
                    <a:pt x="303" y="148"/>
                    <a:pt x="303" y="148"/>
                  </a:cubicBezTo>
                  <a:cubicBezTo>
                    <a:pt x="306" y="148"/>
                    <a:pt x="306" y="148"/>
                    <a:pt x="306" y="148"/>
                  </a:cubicBezTo>
                  <a:cubicBezTo>
                    <a:pt x="306" y="144"/>
                    <a:pt x="306" y="144"/>
                    <a:pt x="306" y="144"/>
                  </a:cubicBezTo>
                  <a:close/>
                  <a:moveTo>
                    <a:pt x="295" y="187"/>
                  </a:moveTo>
                  <a:cubicBezTo>
                    <a:pt x="293" y="186"/>
                    <a:pt x="293" y="186"/>
                    <a:pt x="293" y="186"/>
                  </a:cubicBezTo>
                  <a:cubicBezTo>
                    <a:pt x="291" y="190"/>
                    <a:pt x="291" y="190"/>
                    <a:pt x="291" y="190"/>
                  </a:cubicBezTo>
                  <a:cubicBezTo>
                    <a:pt x="293" y="191"/>
                    <a:pt x="293" y="191"/>
                    <a:pt x="293" y="191"/>
                  </a:cubicBezTo>
                  <a:cubicBezTo>
                    <a:pt x="295" y="187"/>
                    <a:pt x="295" y="187"/>
                    <a:pt x="295" y="187"/>
                  </a:cubicBezTo>
                  <a:close/>
                  <a:moveTo>
                    <a:pt x="273" y="225"/>
                  </a:moveTo>
                  <a:cubicBezTo>
                    <a:pt x="271" y="224"/>
                    <a:pt x="271" y="224"/>
                    <a:pt x="271" y="224"/>
                  </a:cubicBezTo>
                  <a:cubicBezTo>
                    <a:pt x="268" y="227"/>
                    <a:pt x="268" y="227"/>
                    <a:pt x="268" y="227"/>
                  </a:cubicBezTo>
                  <a:cubicBezTo>
                    <a:pt x="270" y="229"/>
                    <a:pt x="270" y="229"/>
                    <a:pt x="270" y="229"/>
                  </a:cubicBezTo>
                  <a:cubicBezTo>
                    <a:pt x="273" y="225"/>
                    <a:pt x="273" y="225"/>
                    <a:pt x="273" y="225"/>
                  </a:cubicBezTo>
                  <a:close/>
                  <a:moveTo>
                    <a:pt x="25" y="186"/>
                  </a:moveTo>
                  <a:cubicBezTo>
                    <a:pt x="27" y="190"/>
                    <a:pt x="27" y="190"/>
                    <a:pt x="27" y="190"/>
                  </a:cubicBezTo>
                  <a:cubicBezTo>
                    <a:pt x="29" y="189"/>
                    <a:pt x="29" y="189"/>
                    <a:pt x="29" y="189"/>
                  </a:cubicBezTo>
                  <a:cubicBezTo>
                    <a:pt x="27" y="185"/>
                    <a:pt x="27" y="185"/>
                    <a:pt x="27" y="185"/>
                  </a:cubicBezTo>
                  <a:cubicBezTo>
                    <a:pt x="25" y="186"/>
                    <a:pt x="25" y="186"/>
                    <a:pt x="25" y="186"/>
                  </a:cubicBezTo>
                  <a:close/>
                  <a:moveTo>
                    <a:pt x="50" y="227"/>
                  </a:moveTo>
                  <a:cubicBezTo>
                    <a:pt x="52" y="230"/>
                    <a:pt x="52" y="230"/>
                    <a:pt x="52" y="230"/>
                  </a:cubicBezTo>
                  <a:cubicBezTo>
                    <a:pt x="54" y="228"/>
                    <a:pt x="54" y="228"/>
                    <a:pt x="54" y="228"/>
                  </a:cubicBezTo>
                  <a:cubicBezTo>
                    <a:pt x="51" y="225"/>
                    <a:pt x="51" y="225"/>
                    <a:pt x="51" y="225"/>
                  </a:cubicBezTo>
                  <a:cubicBezTo>
                    <a:pt x="50" y="227"/>
                    <a:pt x="50" y="227"/>
                    <a:pt x="50" y="227"/>
                  </a:cubicBezTo>
                  <a:close/>
                  <a:moveTo>
                    <a:pt x="36" y="66"/>
                  </a:moveTo>
                  <a:cubicBezTo>
                    <a:pt x="34" y="68"/>
                    <a:pt x="34" y="68"/>
                    <a:pt x="34" y="68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36" y="66"/>
                    <a:pt x="36" y="66"/>
                    <a:pt x="36" y="66"/>
                  </a:cubicBezTo>
                  <a:close/>
                  <a:moveTo>
                    <a:pt x="18" y="108"/>
                  </a:moveTo>
                  <a:cubicBezTo>
                    <a:pt x="18" y="111"/>
                    <a:pt x="18" y="111"/>
                    <a:pt x="18" y="111"/>
                  </a:cubicBezTo>
                  <a:cubicBezTo>
                    <a:pt x="20" y="112"/>
                    <a:pt x="20" y="112"/>
                    <a:pt x="20" y="112"/>
                  </a:cubicBezTo>
                  <a:cubicBezTo>
                    <a:pt x="21" y="108"/>
                    <a:pt x="21" y="108"/>
                    <a:pt x="21" y="108"/>
                  </a:cubicBezTo>
                  <a:cubicBezTo>
                    <a:pt x="18" y="108"/>
                    <a:pt x="18" y="108"/>
                    <a:pt x="18" y="108"/>
                  </a:cubicBezTo>
                  <a:close/>
                  <a:moveTo>
                    <a:pt x="15" y="145"/>
                  </a:moveTo>
                  <a:cubicBezTo>
                    <a:pt x="16" y="149"/>
                    <a:pt x="16" y="149"/>
                    <a:pt x="16" y="149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5" y="145"/>
                    <a:pt x="15" y="145"/>
                    <a:pt x="15" y="145"/>
                  </a:cubicBezTo>
                  <a:close/>
                  <a:moveTo>
                    <a:pt x="123" y="294"/>
                  </a:moveTo>
                  <a:cubicBezTo>
                    <a:pt x="138" y="294"/>
                    <a:pt x="138" y="294"/>
                    <a:pt x="138" y="294"/>
                  </a:cubicBezTo>
                  <a:cubicBezTo>
                    <a:pt x="138" y="285"/>
                    <a:pt x="138" y="285"/>
                    <a:pt x="138" y="285"/>
                  </a:cubicBezTo>
                  <a:cubicBezTo>
                    <a:pt x="136" y="278"/>
                    <a:pt x="126" y="276"/>
                    <a:pt x="123" y="285"/>
                  </a:cubicBezTo>
                  <a:cubicBezTo>
                    <a:pt x="123" y="294"/>
                    <a:pt x="123" y="294"/>
                    <a:pt x="123" y="294"/>
                  </a:cubicBezTo>
                  <a:close/>
                  <a:moveTo>
                    <a:pt x="148" y="294"/>
                  </a:moveTo>
                  <a:cubicBezTo>
                    <a:pt x="172" y="294"/>
                    <a:pt x="172" y="294"/>
                    <a:pt x="172" y="294"/>
                  </a:cubicBezTo>
                  <a:cubicBezTo>
                    <a:pt x="172" y="282"/>
                    <a:pt x="172" y="282"/>
                    <a:pt x="172" y="282"/>
                  </a:cubicBezTo>
                  <a:cubicBezTo>
                    <a:pt x="169" y="271"/>
                    <a:pt x="152" y="269"/>
                    <a:pt x="148" y="282"/>
                  </a:cubicBezTo>
                  <a:cubicBezTo>
                    <a:pt x="148" y="294"/>
                    <a:pt x="148" y="294"/>
                    <a:pt x="148" y="294"/>
                  </a:cubicBezTo>
                  <a:close/>
                  <a:moveTo>
                    <a:pt x="182" y="294"/>
                  </a:moveTo>
                  <a:cubicBezTo>
                    <a:pt x="197" y="294"/>
                    <a:pt x="197" y="294"/>
                    <a:pt x="197" y="294"/>
                  </a:cubicBezTo>
                  <a:cubicBezTo>
                    <a:pt x="197" y="285"/>
                    <a:pt x="197" y="285"/>
                    <a:pt x="197" y="285"/>
                  </a:cubicBezTo>
                  <a:cubicBezTo>
                    <a:pt x="195" y="278"/>
                    <a:pt x="184" y="276"/>
                    <a:pt x="182" y="285"/>
                  </a:cubicBezTo>
                  <a:lnTo>
                    <a:pt x="182" y="2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7" name="íşľïďê"/>
            <p:cNvSpPr/>
            <p:nvPr/>
          </p:nvSpPr>
          <p:spPr bwMode="auto">
            <a:xfrm>
              <a:off x="3314700" y="3322638"/>
              <a:ext cx="88900" cy="76200"/>
            </a:xfrm>
            <a:custGeom>
              <a:avLst/>
              <a:gdLst>
                <a:gd name="T0" fmla="*/ 4 w 27"/>
                <a:gd name="T1" fmla="*/ 1 h 23"/>
                <a:gd name="T2" fmla="*/ 5 w 27"/>
                <a:gd name="T3" fmla="*/ 3 h 23"/>
                <a:gd name="T4" fmla="*/ 4 w 27"/>
                <a:gd name="T5" fmla="*/ 4 h 23"/>
                <a:gd name="T6" fmla="*/ 2 w 27"/>
                <a:gd name="T7" fmla="*/ 8 h 23"/>
                <a:gd name="T8" fmla="*/ 11 w 27"/>
                <a:gd name="T9" fmla="*/ 22 h 23"/>
                <a:gd name="T10" fmla="*/ 25 w 27"/>
                <a:gd name="T11" fmla="*/ 15 h 23"/>
                <a:gd name="T12" fmla="*/ 19 w 27"/>
                <a:gd name="T13" fmla="*/ 3 h 23"/>
                <a:gd name="T14" fmla="*/ 19 w 27"/>
                <a:gd name="T15" fmla="*/ 4 h 23"/>
                <a:gd name="T16" fmla="*/ 25 w 27"/>
                <a:gd name="T17" fmla="*/ 14 h 23"/>
                <a:gd name="T18" fmla="*/ 12 w 27"/>
                <a:gd name="T19" fmla="*/ 18 h 23"/>
                <a:gd name="T20" fmla="*/ 3 w 27"/>
                <a:gd name="T21" fmla="*/ 8 h 23"/>
                <a:gd name="T22" fmla="*/ 12 w 27"/>
                <a:gd name="T23" fmla="*/ 3 h 23"/>
                <a:gd name="T24" fmla="*/ 12 w 27"/>
                <a:gd name="T25" fmla="*/ 2 h 23"/>
                <a:gd name="T26" fmla="*/ 4 w 27"/>
                <a:gd name="T27" fmla="*/ 0 h 23"/>
                <a:gd name="T28" fmla="*/ 4 w 27"/>
                <a:gd name="T2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23">
                  <a:moveTo>
                    <a:pt x="4" y="1"/>
                  </a:moveTo>
                  <a:cubicBezTo>
                    <a:pt x="5" y="1"/>
                    <a:pt x="5" y="2"/>
                    <a:pt x="5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3" y="5"/>
                    <a:pt x="2" y="7"/>
                    <a:pt x="2" y="8"/>
                  </a:cubicBezTo>
                  <a:cubicBezTo>
                    <a:pt x="0" y="15"/>
                    <a:pt x="4" y="20"/>
                    <a:pt x="11" y="22"/>
                  </a:cubicBezTo>
                  <a:cubicBezTo>
                    <a:pt x="18" y="23"/>
                    <a:pt x="23" y="21"/>
                    <a:pt x="25" y="15"/>
                  </a:cubicBezTo>
                  <a:cubicBezTo>
                    <a:pt x="27" y="9"/>
                    <a:pt x="25" y="5"/>
                    <a:pt x="19" y="3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4" y="6"/>
                    <a:pt x="26" y="10"/>
                    <a:pt x="25" y="14"/>
                  </a:cubicBezTo>
                  <a:cubicBezTo>
                    <a:pt x="23" y="19"/>
                    <a:pt x="19" y="20"/>
                    <a:pt x="12" y="18"/>
                  </a:cubicBezTo>
                  <a:cubicBezTo>
                    <a:pt x="4" y="16"/>
                    <a:pt x="1" y="13"/>
                    <a:pt x="3" y="8"/>
                  </a:cubicBezTo>
                  <a:cubicBezTo>
                    <a:pt x="4" y="5"/>
                    <a:pt x="7" y="3"/>
                    <a:pt x="12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4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8" name="iŝľíḍê"/>
            <p:cNvSpPr/>
            <p:nvPr/>
          </p:nvSpPr>
          <p:spPr bwMode="auto">
            <a:xfrm>
              <a:off x="3338513" y="3209925"/>
              <a:ext cx="104775" cy="106363"/>
            </a:xfrm>
            <a:custGeom>
              <a:avLst/>
              <a:gdLst>
                <a:gd name="T0" fmla="*/ 27 w 32"/>
                <a:gd name="T1" fmla="*/ 22 h 32"/>
                <a:gd name="T2" fmla="*/ 26 w 32"/>
                <a:gd name="T3" fmla="*/ 22 h 32"/>
                <a:gd name="T4" fmla="*/ 22 w 32"/>
                <a:gd name="T5" fmla="*/ 24 h 32"/>
                <a:gd name="T6" fmla="*/ 14 w 32"/>
                <a:gd name="T7" fmla="*/ 21 h 32"/>
                <a:gd name="T8" fmla="*/ 18 w 32"/>
                <a:gd name="T9" fmla="*/ 11 h 32"/>
                <a:gd name="T10" fmla="*/ 26 w 32"/>
                <a:gd name="T11" fmla="*/ 14 h 32"/>
                <a:gd name="T12" fmla="*/ 27 w 32"/>
                <a:gd name="T13" fmla="*/ 18 h 32"/>
                <a:gd name="T14" fmla="*/ 28 w 32"/>
                <a:gd name="T15" fmla="*/ 19 h 32"/>
                <a:gd name="T16" fmla="*/ 32 w 32"/>
                <a:gd name="T17" fmla="*/ 9 h 32"/>
                <a:gd name="T18" fmla="*/ 31 w 32"/>
                <a:gd name="T19" fmla="*/ 9 h 32"/>
                <a:gd name="T20" fmla="*/ 28 w 32"/>
                <a:gd name="T21" fmla="*/ 11 h 32"/>
                <a:gd name="T22" fmla="*/ 12 w 32"/>
                <a:gd name="T23" fmla="*/ 4 h 32"/>
                <a:gd name="T24" fmla="*/ 11 w 32"/>
                <a:gd name="T25" fmla="*/ 1 h 32"/>
                <a:gd name="T26" fmla="*/ 10 w 32"/>
                <a:gd name="T27" fmla="*/ 0 h 32"/>
                <a:gd name="T28" fmla="*/ 6 w 32"/>
                <a:gd name="T29" fmla="*/ 9 h 32"/>
                <a:gd name="T30" fmla="*/ 7 w 32"/>
                <a:gd name="T31" fmla="*/ 10 h 32"/>
                <a:gd name="T32" fmla="*/ 10 w 32"/>
                <a:gd name="T33" fmla="*/ 8 h 32"/>
                <a:gd name="T34" fmla="*/ 17 w 32"/>
                <a:gd name="T35" fmla="*/ 11 h 32"/>
                <a:gd name="T36" fmla="*/ 13 w 32"/>
                <a:gd name="T37" fmla="*/ 20 h 32"/>
                <a:gd name="T38" fmla="*/ 6 w 32"/>
                <a:gd name="T39" fmla="*/ 17 h 32"/>
                <a:gd name="T40" fmla="*/ 6 w 32"/>
                <a:gd name="T41" fmla="*/ 13 h 32"/>
                <a:gd name="T42" fmla="*/ 4 w 32"/>
                <a:gd name="T43" fmla="*/ 13 h 32"/>
                <a:gd name="T44" fmla="*/ 0 w 32"/>
                <a:gd name="T45" fmla="*/ 22 h 32"/>
                <a:gd name="T46" fmla="*/ 2 w 32"/>
                <a:gd name="T47" fmla="*/ 23 h 32"/>
                <a:gd name="T48" fmla="*/ 5 w 32"/>
                <a:gd name="T49" fmla="*/ 21 h 32"/>
                <a:gd name="T50" fmla="*/ 21 w 32"/>
                <a:gd name="T51" fmla="*/ 27 h 32"/>
                <a:gd name="T52" fmla="*/ 22 w 32"/>
                <a:gd name="T53" fmla="*/ 31 h 32"/>
                <a:gd name="T54" fmla="*/ 23 w 32"/>
                <a:gd name="T55" fmla="*/ 32 h 32"/>
                <a:gd name="T56" fmla="*/ 27 w 32"/>
                <a:gd name="T57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" h="32">
                  <a:moveTo>
                    <a:pt x="27" y="22"/>
                  </a:moveTo>
                  <a:cubicBezTo>
                    <a:pt x="26" y="22"/>
                    <a:pt x="26" y="22"/>
                    <a:pt x="26" y="22"/>
                  </a:cubicBezTo>
                  <a:cubicBezTo>
                    <a:pt x="25" y="24"/>
                    <a:pt x="24" y="25"/>
                    <a:pt x="22" y="24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8" y="15"/>
                    <a:pt x="28" y="16"/>
                    <a:pt x="27" y="18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11"/>
                    <a:pt x="29" y="12"/>
                    <a:pt x="28" y="1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4"/>
                    <a:pt x="10" y="3"/>
                    <a:pt x="11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8"/>
                    <a:pt x="9" y="7"/>
                    <a:pt x="10" y="8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7"/>
                    <a:pt x="4" y="15"/>
                    <a:pt x="6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0"/>
                    <a:pt x="3" y="20"/>
                    <a:pt x="5" y="21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8"/>
                    <a:pt x="23" y="29"/>
                    <a:pt x="22" y="31"/>
                  </a:cubicBezTo>
                  <a:cubicBezTo>
                    <a:pt x="23" y="32"/>
                    <a:pt x="23" y="32"/>
                    <a:pt x="23" y="32"/>
                  </a:cubicBezTo>
                  <a:lnTo>
                    <a:pt x="27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9" name="îṥḻiḓe"/>
            <p:cNvSpPr/>
            <p:nvPr/>
          </p:nvSpPr>
          <p:spPr bwMode="auto">
            <a:xfrm>
              <a:off x="3400425" y="3148013"/>
              <a:ext cx="88900" cy="73025"/>
            </a:xfrm>
            <a:custGeom>
              <a:avLst/>
              <a:gdLst>
                <a:gd name="T0" fmla="*/ 20 w 27"/>
                <a:gd name="T1" fmla="*/ 14 h 22"/>
                <a:gd name="T2" fmla="*/ 19 w 27"/>
                <a:gd name="T3" fmla="*/ 14 h 22"/>
                <a:gd name="T4" fmla="*/ 16 w 27"/>
                <a:gd name="T5" fmla="*/ 16 h 22"/>
                <a:gd name="T6" fmla="*/ 14 w 27"/>
                <a:gd name="T7" fmla="*/ 14 h 22"/>
                <a:gd name="T8" fmla="*/ 12 w 27"/>
                <a:gd name="T9" fmla="*/ 12 h 22"/>
                <a:gd name="T10" fmla="*/ 16 w 27"/>
                <a:gd name="T11" fmla="*/ 5 h 22"/>
                <a:gd name="T12" fmla="*/ 22 w 27"/>
                <a:gd name="T13" fmla="*/ 6 h 22"/>
                <a:gd name="T14" fmla="*/ 22 w 27"/>
                <a:gd name="T15" fmla="*/ 9 h 22"/>
                <a:gd name="T16" fmla="*/ 23 w 27"/>
                <a:gd name="T17" fmla="*/ 9 h 22"/>
                <a:gd name="T18" fmla="*/ 27 w 27"/>
                <a:gd name="T19" fmla="*/ 1 h 22"/>
                <a:gd name="T20" fmla="*/ 26 w 27"/>
                <a:gd name="T21" fmla="*/ 0 h 22"/>
                <a:gd name="T22" fmla="*/ 21 w 27"/>
                <a:gd name="T23" fmla="*/ 2 h 22"/>
                <a:gd name="T24" fmla="*/ 0 w 27"/>
                <a:gd name="T25" fmla="*/ 0 h 22"/>
                <a:gd name="T26" fmla="*/ 0 w 27"/>
                <a:gd name="T27" fmla="*/ 1 h 22"/>
                <a:gd name="T28" fmla="*/ 13 w 27"/>
                <a:gd name="T29" fmla="*/ 16 h 22"/>
                <a:gd name="T30" fmla="*/ 15 w 27"/>
                <a:gd name="T31" fmla="*/ 22 h 22"/>
                <a:gd name="T32" fmla="*/ 16 w 27"/>
                <a:gd name="T33" fmla="*/ 22 h 22"/>
                <a:gd name="T34" fmla="*/ 20 w 27"/>
                <a:gd name="T35" fmla="*/ 14 h 22"/>
                <a:gd name="T36" fmla="*/ 11 w 27"/>
                <a:gd name="T37" fmla="*/ 11 h 22"/>
                <a:gd name="T38" fmla="*/ 4 w 27"/>
                <a:gd name="T39" fmla="*/ 4 h 22"/>
                <a:gd name="T40" fmla="*/ 14 w 27"/>
                <a:gd name="T41" fmla="*/ 5 h 22"/>
                <a:gd name="T42" fmla="*/ 11 w 27"/>
                <a:gd name="T4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" h="22">
                  <a:moveTo>
                    <a:pt x="20" y="14"/>
                  </a:moveTo>
                  <a:cubicBezTo>
                    <a:pt x="19" y="14"/>
                    <a:pt x="19" y="14"/>
                    <a:pt x="19" y="14"/>
                  </a:cubicBezTo>
                  <a:cubicBezTo>
                    <a:pt x="18" y="16"/>
                    <a:pt x="17" y="17"/>
                    <a:pt x="16" y="16"/>
                  </a:cubicBezTo>
                  <a:cubicBezTo>
                    <a:pt x="15" y="16"/>
                    <a:pt x="15" y="15"/>
                    <a:pt x="14" y="14"/>
                  </a:cubicBezTo>
                  <a:cubicBezTo>
                    <a:pt x="13" y="13"/>
                    <a:pt x="12" y="13"/>
                    <a:pt x="12" y="12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9" y="5"/>
                    <a:pt x="21" y="5"/>
                    <a:pt x="22" y="6"/>
                  </a:cubicBezTo>
                  <a:cubicBezTo>
                    <a:pt x="23" y="6"/>
                    <a:pt x="23" y="7"/>
                    <a:pt x="22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2"/>
                    <a:pt x="24" y="3"/>
                    <a:pt x="21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5" y="18"/>
                    <a:pt x="16" y="20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20" y="14"/>
                    <a:pt x="20" y="14"/>
                    <a:pt x="20" y="14"/>
                  </a:cubicBezTo>
                  <a:close/>
                  <a:moveTo>
                    <a:pt x="11" y="11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14" y="5"/>
                    <a:pt x="14" y="5"/>
                    <a:pt x="14" y="5"/>
                  </a:cubicBezTo>
                  <a:lnTo>
                    <a:pt x="11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5" name="iSľíḓè"/>
            <p:cNvSpPr/>
            <p:nvPr/>
          </p:nvSpPr>
          <p:spPr bwMode="auto">
            <a:xfrm>
              <a:off x="3436938" y="3022600"/>
              <a:ext cx="106363" cy="107950"/>
            </a:xfrm>
            <a:custGeom>
              <a:avLst/>
              <a:gdLst>
                <a:gd name="T0" fmla="*/ 0 w 32"/>
                <a:gd name="T1" fmla="*/ 18 h 33"/>
                <a:gd name="T2" fmla="*/ 1 w 32"/>
                <a:gd name="T3" fmla="*/ 19 h 33"/>
                <a:gd name="T4" fmla="*/ 2 w 32"/>
                <a:gd name="T5" fmla="*/ 18 h 33"/>
                <a:gd name="T6" fmla="*/ 4 w 32"/>
                <a:gd name="T7" fmla="*/ 17 h 33"/>
                <a:gd name="T8" fmla="*/ 19 w 32"/>
                <a:gd name="T9" fmla="*/ 28 h 33"/>
                <a:gd name="T10" fmla="*/ 18 w 32"/>
                <a:gd name="T11" fmla="*/ 32 h 33"/>
                <a:gd name="T12" fmla="*/ 19 w 32"/>
                <a:gd name="T13" fmla="*/ 33 h 33"/>
                <a:gd name="T14" fmla="*/ 25 w 32"/>
                <a:gd name="T15" fmla="*/ 26 h 33"/>
                <a:gd name="T16" fmla="*/ 24 w 32"/>
                <a:gd name="T17" fmla="*/ 25 h 33"/>
                <a:gd name="T18" fmla="*/ 20 w 32"/>
                <a:gd name="T19" fmla="*/ 27 h 33"/>
                <a:gd name="T20" fmla="*/ 7 w 32"/>
                <a:gd name="T21" fmla="*/ 17 h 33"/>
                <a:gd name="T22" fmla="*/ 7 w 32"/>
                <a:gd name="T23" fmla="*/ 17 h 33"/>
                <a:gd name="T24" fmla="*/ 31 w 32"/>
                <a:gd name="T25" fmla="*/ 18 h 33"/>
                <a:gd name="T26" fmla="*/ 32 w 32"/>
                <a:gd name="T27" fmla="*/ 17 h 33"/>
                <a:gd name="T28" fmla="*/ 15 w 32"/>
                <a:gd name="T29" fmla="*/ 4 h 33"/>
                <a:gd name="T30" fmla="*/ 15 w 32"/>
                <a:gd name="T31" fmla="*/ 1 h 33"/>
                <a:gd name="T32" fmla="*/ 14 w 32"/>
                <a:gd name="T33" fmla="*/ 0 h 33"/>
                <a:gd name="T34" fmla="*/ 9 w 32"/>
                <a:gd name="T35" fmla="*/ 6 h 33"/>
                <a:gd name="T36" fmla="*/ 10 w 32"/>
                <a:gd name="T37" fmla="*/ 7 h 33"/>
                <a:gd name="T38" fmla="*/ 14 w 32"/>
                <a:gd name="T39" fmla="*/ 5 h 33"/>
                <a:gd name="T40" fmla="*/ 26 w 32"/>
                <a:gd name="T41" fmla="*/ 14 h 33"/>
                <a:gd name="T42" fmla="*/ 26 w 32"/>
                <a:gd name="T43" fmla="*/ 14 h 33"/>
                <a:gd name="T44" fmla="*/ 4 w 32"/>
                <a:gd name="T45" fmla="*/ 14 h 33"/>
                <a:gd name="T46" fmla="*/ 0 w 32"/>
                <a:gd name="T47" fmla="*/ 1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" h="33">
                  <a:moveTo>
                    <a:pt x="0" y="18"/>
                  </a:moveTo>
                  <a:cubicBezTo>
                    <a:pt x="1" y="19"/>
                    <a:pt x="1" y="19"/>
                    <a:pt x="1" y="19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7"/>
                    <a:pt x="3" y="17"/>
                    <a:pt x="4" y="17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0" y="29"/>
                    <a:pt x="20" y="30"/>
                    <a:pt x="18" y="32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2" y="28"/>
                    <a:pt x="21" y="28"/>
                    <a:pt x="20" y="2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3"/>
                    <a:pt x="14" y="2"/>
                    <a:pt x="15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2" y="5"/>
                    <a:pt x="13" y="4"/>
                    <a:pt x="14" y="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4" y="14"/>
                    <a:pt x="4" y="14"/>
                    <a:pt x="4" y="14"/>
                  </a:cubicBez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6" name="iS1îdè"/>
            <p:cNvSpPr/>
            <p:nvPr/>
          </p:nvSpPr>
          <p:spPr bwMode="auto">
            <a:xfrm>
              <a:off x="3519488" y="2946400"/>
              <a:ext cx="92075" cy="88900"/>
            </a:xfrm>
            <a:custGeom>
              <a:avLst/>
              <a:gdLst>
                <a:gd name="T0" fmla="*/ 15 w 28"/>
                <a:gd name="T1" fmla="*/ 14 h 27"/>
                <a:gd name="T2" fmla="*/ 15 w 28"/>
                <a:gd name="T3" fmla="*/ 15 h 27"/>
                <a:gd name="T4" fmla="*/ 21 w 28"/>
                <a:gd name="T5" fmla="*/ 14 h 27"/>
                <a:gd name="T6" fmla="*/ 21 w 28"/>
                <a:gd name="T7" fmla="*/ 22 h 27"/>
                <a:gd name="T8" fmla="*/ 9 w 28"/>
                <a:gd name="T9" fmla="*/ 19 h 27"/>
                <a:gd name="T10" fmla="*/ 5 w 28"/>
                <a:gd name="T11" fmla="*/ 6 h 27"/>
                <a:gd name="T12" fmla="*/ 16 w 28"/>
                <a:gd name="T13" fmla="*/ 6 h 27"/>
                <a:gd name="T14" fmla="*/ 17 w 28"/>
                <a:gd name="T15" fmla="*/ 5 h 27"/>
                <a:gd name="T16" fmla="*/ 11 w 28"/>
                <a:gd name="T17" fmla="*/ 0 h 27"/>
                <a:gd name="T18" fmla="*/ 10 w 28"/>
                <a:gd name="T19" fmla="*/ 0 h 27"/>
                <a:gd name="T20" fmla="*/ 10 w 28"/>
                <a:gd name="T21" fmla="*/ 2 h 27"/>
                <a:gd name="T22" fmla="*/ 9 w 28"/>
                <a:gd name="T23" fmla="*/ 3 h 27"/>
                <a:gd name="T24" fmla="*/ 4 w 28"/>
                <a:gd name="T25" fmla="*/ 5 h 27"/>
                <a:gd name="T26" fmla="*/ 6 w 28"/>
                <a:gd name="T27" fmla="*/ 22 h 27"/>
                <a:gd name="T28" fmla="*/ 22 w 28"/>
                <a:gd name="T29" fmla="*/ 23 h 27"/>
                <a:gd name="T30" fmla="*/ 25 w 28"/>
                <a:gd name="T31" fmla="*/ 18 h 27"/>
                <a:gd name="T32" fmla="*/ 25 w 28"/>
                <a:gd name="T33" fmla="*/ 17 h 27"/>
                <a:gd name="T34" fmla="*/ 27 w 28"/>
                <a:gd name="T35" fmla="*/ 17 h 27"/>
                <a:gd name="T36" fmla="*/ 28 w 28"/>
                <a:gd name="T37" fmla="*/ 17 h 27"/>
                <a:gd name="T38" fmla="*/ 22 w 28"/>
                <a:gd name="T39" fmla="*/ 11 h 27"/>
                <a:gd name="T40" fmla="*/ 23 w 28"/>
                <a:gd name="T41" fmla="*/ 7 h 27"/>
                <a:gd name="T42" fmla="*/ 22 w 28"/>
                <a:gd name="T43" fmla="*/ 6 h 27"/>
                <a:gd name="T44" fmla="*/ 15 w 28"/>
                <a:gd name="T45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27">
                  <a:moveTo>
                    <a:pt x="15" y="14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17" y="12"/>
                    <a:pt x="19" y="12"/>
                    <a:pt x="21" y="14"/>
                  </a:cubicBezTo>
                  <a:cubicBezTo>
                    <a:pt x="24" y="17"/>
                    <a:pt x="24" y="20"/>
                    <a:pt x="21" y="22"/>
                  </a:cubicBezTo>
                  <a:cubicBezTo>
                    <a:pt x="18" y="25"/>
                    <a:pt x="13" y="24"/>
                    <a:pt x="9" y="19"/>
                  </a:cubicBezTo>
                  <a:cubicBezTo>
                    <a:pt x="3" y="14"/>
                    <a:pt x="2" y="9"/>
                    <a:pt x="5" y="6"/>
                  </a:cubicBezTo>
                  <a:cubicBezTo>
                    <a:pt x="8" y="3"/>
                    <a:pt x="12" y="3"/>
                    <a:pt x="16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2"/>
                    <a:pt x="10" y="2"/>
                  </a:cubicBezTo>
                  <a:cubicBezTo>
                    <a:pt x="10" y="2"/>
                    <a:pt x="9" y="2"/>
                    <a:pt x="9" y="3"/>
                  </a:cubicBezTo>
                  <a:cubicBezTo>
                    <a:pt x="7" y="3"/>
                    <a:pt x="6" y="4"/>
                    <a:pt x="4" y="5"/>
                  </a:cubicBezTo>
                  <a:cubicBezTo>
                    <a:pt x="0" y="10"/>
                    <a:pt x="0" y="16"/>
                    <a:pt x="6" y="22"/>
                  </a:cubicBezTo>
                  <a:cubicBezTo>
                    <a:pt x="11" y="27"/>
                    <a:pt x="17" y="27"/>
                    <a:pt x="22" y="23"/>
                  </a:cubicBezTo>
                  <a:cubicBezTo>
                    <a:pt x="23" y="22"/>
                    <a:pt x="24" y="20"/>
                    <a:pt x="25" y="18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6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1" y="10"/>
                    <a:pt x="21" y="9"/>
                    <a:pt x="23" y="7"/>
                  </a:cubicBezTo>
                  <a:cubicBezTo>
                    <a:pt x="22" y="6"/>
                    <a:pt x="22" y="6"/>
                    <a:pt x="22" y="6"/>
                  </a:cubicBezTo>
                  <a:lnTo>
                    <a:pt x="1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7" name="ïṣḷîḓe"/>
            <p:cNvSpPr/>
            <p:nvPr/>
          </p:nvSpPr>
          <p:spPr bwMode="auto">
            <a:xfrm>
              <a:off x="3736975" y="2816225"/>
              <a:ext cx="76200" cy="93663"/>
            </a:xfrm>
            <a:custGeom>
              <a:avLst/>
              <a:gdLst>
                <a:gd name="T0" fmla="*/ 9 w 23"/>
                <a:gd name="T1" fmla="*/ 24 h 28"/>
                <a:gd name="T2" fmla="*/ 8 w 23"/>
                <a:gd name="T3" fmla="*/ 23 h 28"/>
                <a:gd name="T4" fmla="*/ 4 w 23"/>
                <a:gd name="T5" fmla="*/ 23 h 28"/>
                <a:gd name="T6" fmla="*/ 4 w 23"/>
                <a:gd name="T7" fmla="*/ 20 h 28"/>
                <a:gd name="T8" fmla="*/ 3 w 23"/>
                <a:gd name="T9" fmla="*/ 18 h 28"/>
                <a:gd name="T10" fmla="*/ 11 w 23"/>
                <a:gd name="T11" fmla="*/ 14 h 28"/>
                <a:gd name="T12" fmla="*/ 15 w 23"/>
                <a:gd name="T13" fmla="*/ 18 h 28"/>
                <a:gd name="T14" fmla="*/ 13 w 23"/>
                <a:gd name="T15" fmla="*/ 21 h 28"/>
                <a:gd name="T16" fmla="*/ 14 w 23"/>
                <a:gd name="T17" fmla="*/ 22 h 28"/>
                <a:gd name="T18" fmla="*/ 23 w 23"/>
                <a:gd name="T19" fmla="*/ 18 h 28"/>
                <a:gd name="T20" fmla="*/ 22 w 23"/>
                <a:gd name="T21" fmla="*/ 16 h 28"/>
                <a:gd name="T22" fmla="*/ 17 w 23"/>
                <a:gd name="T23" fmla="*/ 15 h 28"/>
                <a:gd name="T24" fmla="*/ 2 w 23"/>
                <a:gd name="T25" fmla="*/ 0 h 28"/>
                <a:gd name="T26" fmla="*/ 1 w 23"/>
                <a:gd name="T27" fmla="*/ 1 h 28"/>
                <a:gd name="T28" fmla="*/ 2 w 23"/>
                <a:gd name="T29" fmla="*/ 22 h 28"/>
                <a:gd name="T30" fmla="*/ 0 w 23"/>
                <a:gd name="T31" fmla="*/ 27 h 28"/>
                <a:gd name="T32" fmla="*/ 1 w 23"/>
                <a:gd name="T33" fmla="*/ 28 h 28"/>
                <a:gd name="T34" fmla="*/ 9 w 23"/>
                <a:gd name="T35" fmla="*/ 24 h 28"/>
                <a:gd name="T36" fmla="*/ 3 w 23"/>
                <a:gd name="T37" fmla="*/ 16 h 28"/>
                <a:gd name="T38" fmla="*/ 3 w 23"/>
                <a:gd name="T39" fmla="*/ 6 h 28"/>
                <a:gd name="T40" fmla="*/ 10 w 23"/>
                <a:gd name="T41" fmla="*/ 13 h 28"/>
                <a:gd name="T42" fmla="*/ 3 w 23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8">
                  <a:moveTo>
                    <a:pt x="9" y="24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6" y="24"/>
                    <a:pt x="5" y="24"/>
                    <a:pt x="4" y="23"/>
                  </a:cubicBezTo>
                  <a:cubicBezTo>
                    <a:pt x="4" y="22"/>
                    <a:pt x="4" y="22"/>
                    <a:pt x="4" y="20"/>
                  </a:cubicBezTo>
                  <a:cubicBezTo>
                    <a:pt x="4" y="19"/>
                    <a:pt x="4" y="18"/>
                    <a:pt x="3" y="18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3" y="16"/>
                    <a:pt x="15" y="17"/>
                    <a:pt x="15" y="18"/>
                  </a:cubicBezTo>
                  <a:cubicBezTo>
                    <a:pt x="16" y="19"/>
                    <a:pt x="15" y="20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0" y="18"/>
                    <a:pt x="19" y="17"/>
                    <a:pt x="17" y="1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9" y="24"/>
                    <a:pt x="9" y="24"/>
                    <a:pt x="9" y="24"/>
                  </a:cubicBezTo>
                  <a:close/>
                  <a:moveTo>
                    <a:pt x="3" y="1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0" y="13"/>
                    <a:pt x="10" y="13"/>
                    <a:pt x="10" y="13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8" name="ïŝḻiḑe"/>
            <p:cNvSpPr/>
            <p:nvPr/>
          </p:nvSpPr>
          <p:spPr bwMode="auto">
            <a:xfrm>
              <a:off x="3813175" y="2770188"/>
              <a:ext cx="85725" cy="96838"/>
            </a:xfrm>
            <a:custGeom>
              <a:avLst/>
              <a:gdLst>
                <a:gd name="T0" fmla="*/ 0 w 26"/>
                <a:gd name="T1" fmla="*/ 6 h 29"/>
                <a:gd name="T2" fmla="*/ 0 w 26"/>
                <a:gd name="T3" fmla="*/ 7 h 29"/>
                <a:gd name="T4" fmla="*/ 2 w 26"/>
                <a:gd name="T5" fmla="*/ 7 h 29"/>
                <a:gd name="T6" fmla="*/ 4 w 26"/>
                <a:gd name="T7" fmla="*/ 8 h 29"/>
                <a:gd name="T8" fmla="*/ 9 w 26"/>
                <a:gd name="T9" fmla="*/ 25 h 29"/>
                <a:gd name="T10" fmla="*/ 6 w 26"/>
                <a:gd name="T11" fmla="*/ 28 h 29"/>
                <a:gd name="T12" fmla="*/ 6 w 26"/>
                <a:gd name="T13" fmla="*/ 29 h 29"/>
                <a:gd name="T14" fmla="*/ 15 w 26"/>
                <a:gd name="T15" fmla="*/ 27 h 29"/>
                <a:gd name="T16" fmla="*/ 14 w 26"/>
                <a:gd name="T17" fmla="*/ 26 h 29"/>
                <a:gd name="T18" fmla="*/ 10 w 26"/>
                <a:gd name="T19" fmla="*/ 25 h 29"/>
                <a:gd name="T20" fmla="*/ 6 w 26"/>
                <a:gd name="T21" fmla="*/ 9 h 29"/>
                <a:gd name="T22" fmla="*/ 6 w 26"/>
                <a:gd name="T23" fmla="*/ 9 h 29"/>
                <a:gd name="T24" fmla="*/ 24 w 26"/>
                <a:gd name="T25" fmla="*/ 25 h 29"/>
                <a:gd name="T26" fmla="*/ 26 w 26"/>
                <a:gd name="T27" fmla="*/ 25 h 29"/>
                <a:gd name="T28" fmla="*/ 21 w 26"/>
                <a:gd name="T29" fmla="*/ 4 h 29"/>
                <a:gd name="T30" fmla="*/ 23 w 26"/>
                <a:gd name="T31" fmla="*/ 1 h 29"/>
                <a:gd name="T32" fmla="*/ 23 w 26"/>
                <a:gd name="T33" fmla="*/ 0 h 29"/>
                <a:gd name="T34" fmla="*/ 15 w 26"/>
                <a:gd name="T35" fmla="*/ 2 h 29"/>
                <a:gd name="T36" fmla="*/ 15 w 26"/>
                <a:gd name="T37" fmla="*/ 3 h 29"/>
                <a:gd name="T38" fmla="*/ 19 w 26"/>
                <a:gd name="T39" fmla="*/ 5 h 29"/>
                <a:gd name="T40" fmla="*/ 23 w 26"/>
                <a:gd name="T41" fmla="*/ 19 h 29"/>
                <a:gd name="T42" fmla="*/ 23 w 26"/>
                <a:gd name="T43" fmla="*/ 19 h 29"/>
                <a:gd name="T44" fmla="*/ 6 w 26"/>
                <a:gd name="T45" fmla="*/ 4 h 29"/>
                <a:gd name="T46" fmla="*/ 0 w 26"/>
                <a:gd name="T47" fmla="*/ 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29">
                  <a:moveTo>
                    <a:pt x="0" y="6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3" y="7"/>
                    <a:pt x="4" y="7"/>
                    <a:pt x="4" y="8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7"/>
                    <a:pt x="8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2" y="27"/>
                    <a:pt x="10" y="27"/>
                    <a:pt x="10" y="25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3"/>
                    <a:pt x="21" y="2"/>
                    <a:pt x="23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8" y="3"/>
                    <a:pt x="19" y="3"/>
                    <a:pt x="19" y="5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6" y="4"/>
                    <a:pt x="6" y="4"/>
                    <a:pt x="6" y="4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9" name="îśḻîďe"/>
            <p:cNvSpPr/>
            <p:nvPr/>
          </p:nvSpPr>
          <p:spPr bwMode="auto">
            <a:xfrm>
              <a:off x="4008438" y="2763838"/>
              <a:ext cx="82550" cy="85725"/>
            </a:xfrm>
            <a:custGeom>
              <a:avLst/>
              <a:gdLst>
                <a:gd name="T0" fmla="*/ 11 w 25"/>
                <a:gd name="T1" fmla="*/ 1 h 26"/>
                <a:gd name="T2" fmla="*/ 0 w 25"/>
                <a:gd name="T3" fmla="*/ 0 h 26"/>
                <a:gd name="T4" fmla="*/ 0 w 25"/>
                <a:gd name="T5" fmla="*/ 1 h 26"/>
                <a:gd name="T6" fmla="*/ 3 w 25"/>
                <a:gd name="T7" fmla="*/ 4 h 26"/>
                <a:gd name="T8" fmla="*/ 2 w 25"/>
                <a:gd name="T9" fmla="*/ 18 h 26"/>
                <a:gd name="T10" fmla="*/ 10 w 25"/>
                <a:gd name="T11" fmla="*/ 25 h 26"/>
                <a:gd name="T12" fmla="*/ 19 w 25"/>
                <a:gd name="T13" fmla="*/ 19 h 26"/>
                <a:gd name="T14" fmla="*/ 21 w 25"/>
                <a:gd name="T15" fmla="*/ 7 h 26"/>
                <a:gd name="T16" fmla="*/ 25 w 25"/>
                <a:gd name="T17" fmla="*/ 4 h 26"/>
                <a:gd name="T18" fmla="*/ 25 w 25"/>
                <a:gd name="T19" fmla="*/ 2 h 26"/>
                <a:gd name="T20" fmla="*/ 16 w 25"/>
                <a:gd name="T21" fmla="*/ 2 h 26"/>
                <a:gd name="T22" fmla="*/ 16 w 25"/>
                <a:gd name="T23" fmla="*/ 3 h 26"/>
                <a:gd name="T24" fmla="*/ 19 w 25"/>
                <a:gd name="T25" fmla="*/ 6 h 26"/>
                <a:gd name="T26" fmla="*/ 18 w 25"/>
                <a:gd name="T27" fmla="*/ 18 h 26"/>
                <a:gd name="T28" fmla="*/ 10 w 25"/>
                <a:gd name="T29" fmla="*/ 25 h 26"/>
                <a:gd name="T30" fmla="*/ 5 w 25"/>
                <a:gd name="T31" fmla="*/ 18 h 26"/>
                <a:gd name="T32" fmla="*/ 7 w 25"/>
                <a:gd name="T33" fmla="*/ 4 h 26"/>
                <a:gd name="T34" fmla="*/ 10 w 25"/>
                <a:gd name="T35" fmla="*/ 2 h 26"/>
                <a:gd name="T36" fmla="*/ 11 w 25"/>
                <a:gd name="T37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" h="26">
                  <a:moveTo>
                    <a:pt x="1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4" y="2"/>
                    <a:pt x="3" y="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22"/>
                    <a:pt x="4" y="25"/>
                    <a:pt x="10" y="25"/>
                  </a:cubicBezTo>
                  <a:cubicBezTo>
                    <a:pt x="15" y="26"/>
                    <a:pt x="19" y="24"/>
                    <a:pt x="19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4"/>
                    <a:pt x="22" y="3"/>
                    <a:pt x="25" y="4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9" y="3"/>
                    <a:pt x="20" y="4"/>
                    <a:pt x="19" y="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23"/>
                    <a:pt x="15" y="25"/>
                    <a:pt x="10" y="25"/>
                  </a:cubicBezTo>
                  <a:cubicBezTo>
                    <a:pt x="7" y="24"/>
                    <a:pt x="5" y="22"/>
                    <a:pt x="5" y="18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8" y="2"/>
                    <a:pt x="10" y="2"/>
                  </a:cubicBezTo>
                  <a:lnTo>
                    <a:pt x="1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0" name="î$1îḓê"/>
            <p:cNvSpPr/>
            <p:nvPr/>
          </p:nvSpPr>
          <p:spPr bwMode="auto">
            <a:xfrm>
              <a:off x="4106863" y="2779713"/>
              <a:ext cx="95250" cy="96838"/>
            </a:xfrm>
            <a:custGeom>
              <a:avLst/>
              <a:gdLst>
                <a:gd name="T0" fmla="*/ 7 w 29"/>
                <a:gd name="T1" fmla="*/ 0 h 29"/>
                <a:gd name="T2" fmla="*/ 6 w 29"/>
                <a:gd name="T3" fmla="*/ 1 h 29"/>
                <a:gd name="T4" fmla="*/ 8 w 29"/>
                <a:gd name="T5" fmla="*/ 2 h 29"/>
                <a:gd name="T6" fmla="*/ 9 w 29"/>
                <a:gd name="T7" fmla="*/ 3 h 29"/>
                <a:gd name="T8" fmla="*/ 4 w 29"/>
                <a:gd name="T9" fmla="*/ 21 h 29"/>
                <a:gd name="T10" fmla="*/ 0 w 29"/>
                <a:gd name="T11" fmla="*/ 22 h 29"/>
                <a:gd name="T12" fmla="*/ 0 w 29"/>
                <a:gd name="T13" fmla="*/ 23 h 29"/>
                <a:gd name="T14" fmla="*/ 8 w 29"/>
                <a:gd name="T15" fmla="*/ 26 h 29"/>
                <a:gd name="T16" fmla="*/ 8 w 29"/>
                <a:gd name="T17" fmla="*/ 25 h 29"/>
                <a:gd name="T18" fmla="*/ 6 w 29"/>
                <a:gd name="T19" fmla="*/ 21 h 29"/>
                <a:gd name="T20" fmla="*/ 10 w 29"/>
                <a:gd name="T21" fmla="*/ 6 h 29"/>
                <a:gd name="T22" fmla="*/ 10 w 29"/>
                <a:gd name="T23" fmla="*/ 6 h 29"/>
                <a:gd name="T24" fmla="*/ 18 w 29"/>
                <a:gd name="T25" fmla="*/ 29 h 29"/>
                <a:gd name="T26" fmla="*/ 19 w 29"/>
                <a:gd name="T27" fmla="*/ 29 h 29"/>
                <a:gd name="T28" fmla="*/ 25 w 29"/>
                <a:gd name="T29" fmla="*/ 9 h 29"/>
                <a:gd name="T30" fmla="*/ 29 w 29"/>
                <a:gd name="T31" fmla="*/ 8 h 29"/>
                <a:gd name="T32" fmla="*/ 29 w 29"/>
                <a:gd name="T33" fmla="*/ 7 h 29"/>
                <a:gd name="T34" fmla="*/ 21 w 29"/>
                <a:gd name="T35" fmla="*/ 4 h 29"/>
                <a:gd name="T36" fmla="*/ 21 w 29"/>
                <a:gd name="T37" fmla="*/ 6 h 29"/>
                <a:gd name="T38" fmla="*/ 24 w 29"/>
                <a:gd name="T39" fmla="*/ 9 h 29"/>
                <a:gd name="T40" fmla="*/ 19 w 29"/>
                <a:gd name="T41" fmla="*/ 23 h 29"/>
                <a:gd name="T42" fmla="*/ 19 w 29"/>
                <a:gd name="T43" fmla="*/ 23 h 29"/>
                <a:gd name="T44" fmla="*/ 13 w 29"/>
                <a:gd name="T45" fmla="*/ 2 h 29"/>
                <a:gd name="T46" fmla="*/ 7 w 29"/>
                <a:gd name="T4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" h="29">
                  <a:moveTo>
                    <a:pt x="7" y="0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7" y="1"/>
                    <a:pt x="8" y="2"/>
                    <a:pt x="8" y="2"/>
                  </a:cubicBezTo>
                  <a:cubicBezTo>
                    <a:pt x="9" y="2"/>
                    <a:pt x="9" y="3"/>
                    <a:pt x="9" y="3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2"/>
                    <a:pt x="3" y="23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6" y="24"/>
                    <a:pt x="5" y="23"/>
                    <a:pt x="6" y="21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8"/>
                    <a:pt x="27" y="7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4" y="6"/>
                    <a:pt x="24" y="7"/>
                    <a:pt x="24" y="9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3" y="2"/>
                    <a:pt x="13" y="2"/>
                    <a:pt x="13" y="2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1" name="ïSlïďê"/>
            <p:cNvSpPr/>
            <p:nvPr/>
          </p:nvSpPr>
          <p:spPr bwMode="auto">
            <a:xfrm>
              <a:off x="4202113" y="2819400"/>
              <a:ext cx="69850" cy="87313"/>
            </a:xfrm>
            <a:custGeom>
              <a:avLst/>
              <a:gdLst>
                <a:gd name="T0" fmla="*/ 11 w 21"/>
                <a:gd name="T1" fmla="*/ 0 h 26"/>
                <a:gd name="T2" fmla="*/ 11 w 21"/>
                <a:gd name="T3" fmla="*/ 1 h 26"/>
                <a:gd name="T4" fmla="*/ 13 w 21"/>
                <a:gd name="T5" fmla="*/ 5 h 26"/>
                <a:gd name="T6" fmla="*/ 5 w 21"/>
                <a:gd name="T7" fmla="*/ 20 h 26"/>
                <a:gd name="T8" fmla="*/ 1 w 21"/>
                <a:gd name="T9" fmla="*/ 20 h 26"/>
                <a:gd name="T10" fmla="*/ 0 w 21"/>
                <a:gd name="T11" fmla="*/ 21 h 26"/>
                <a:gd name="T12" fmla="*/ 9 w 21"/>
                <a:gd name="T13" fmla="*/ 26 h 26"/>
                <a:gd name="T14" fmla="*/ 10 w 21"/>
                <a:gd name="T15" fmla="*/ 25 h 26"/>
                <a:gd name="T16" fmla="*/ 8 w 21"/>
                <a:gd name="T17" fmla="*/ 22 h 26"/>
                <a:gd name="T18" fmla="*/ 16 w 21"/>
                <a:gd name="T19" fmla="*/ 6 h 26"/>
                <a:gd name="T20" fmla="*/ 20 w 21"/>
                <a:gd name="T21" fmla="*/ 6 h 26"/>
                <a:gd name="T22" fmla="*/ 21 w 21"/>
                <a:gd name="T23" fmla="*/ 5 h 26"/>
                <a:gd name="T24" fmla="*/ 11 w 21"/>
                <a:gd name="T2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26">
                  <a:moveTo>
                    <a:pt x="11" y="0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13" y="2"/>
                    <a:pt x="14" y="3"/>
                    <a:pt x="13" y="5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4" y="21"/>
                    <a:pt x="3" y="22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8" y="24"/>
                    <a:pt x="7" y="23"/>
                    <a:pt x="8" y="22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5"/>
                    <a:pt x="18" y="5"/>
                    <a:pt x="20" y="6"/>
                  </a:cubicBezTo>
                  <a:cubicBezTo>
                    <a:pt x="21" y="5"/>
                    <a:pt x="21" y="5"/>
                    <a:pt x="21" y="5"/>
                  </a:cubicBez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2" name="ïṡļiḑê"/>
            <p:cNvSpPr/>
            <p:nvPr/>
          </p:nvSpPr>
          <p:spPr bwMode="auto">
            <a:xfrm>
              <a:off x="4281488" y="2849563"/>
              <a:ext cx="76200" cy="88900"/>
            </a:xfrm>
            <a:custGeom>
              <a:avLst/>
              <a:gdLst>
                <a:gd name="T0" fmla="*/ 4 w 23"/>
                <a:gd name="T1" fmla="*/ 1 h 27"/>
                <a:gd name="T2" fmla="*/ 5 w 23"/>
                <a:gd name="T3" fmla="*/ 5 h 27"/>
                <a:gd name="T4" fmla="*/ 0 w 23"/>
                <a:gd name="T5" fmla="*/ 26 h 27"/>
                <a:gd name="T6" fmla="*/ 1 w 23"/>
                <a:gd name="T7" fmla="*/ 27 h 27"/>
                <a:gd name="T8" fmla="*/ 18 w 23"/>
                <a:gd name="T9" fmla="*/ 13 h 27"/>
                <a:gd name="T10" fmla="*/ 22 w 23"/>
                <a:gd name="T11" fmla="*/ 13 h 27"/>
                <a:gd name="T12" fmla="*/ 23 w 23"/>
                <a:gd name="T13" fmla="*/ 12 h 27"/>
                <a:gd name="T14" fmla="*/ 16 w 23"/>
                <a:gd name="T15" fmla="*/ 8 h 27"/>
                <a:gd name="T16" fmla="*/ 16 w 23"/>
                <a:gd name="T17" fmla="*/ 9 h 27"/>
                <a:gd name="T18" fmla="*/ 17 w 23"/>
                <a:gd name="T19" fmla="*/ 12 h 27"/>
                <a:gd name="T20" fmla="*/ 16 w 23"/>
                <a:gd name="T21" fmla="*/ 14 h 27"/>
                <a:gd name="T22" fmla="*/ 4 w 23"/>
                <a:gd name="T23" fmla="*/ 23 h 27"/>
                <a:gd name="T24" fmla="*/ 4 w 23"/>
                <a:gd name="T25" fmla="*/ 23 h 27"/>
                <a:gd name="T26" fmla="*/ 8 w 23"/>
                <a:gd name="T27" fmla="*/ 9 h 27"/>
                <a:gd name="T28" fmla="*/ 8 w 23"/>
                <a:gd name="T29" fmla="*/ 6 h 27"/>
                <a:gd name="T30" fmla="*/ 12 w 23"/>
                <a:gd name="T31" fmla="*/ 6 h 27"/>
                <a:gd name="T32" fmla="*/ 12 w 23"/>
                <a:gd name="T33" fmla="*/ 5 h 27"/>
                <a:gd name="T34" fmla="*/ 4 w 23"/>
                <a:gd name="T35" fmla="*/ 0 h 27"/>
                <a:gd name="T36" fmla="*/ 4 w 23"/>
                <a:gd name="T3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7">
                  <a:moveTo>
                    <a:pt x="4" y="1"/>
                  </a:moveTo>
                  <a:cubicBezTo>
                    <a:pt x="5" y="2"/>
                    <a:pt x="6" y="3"/>
                    <a:pt x="5" y="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20" y="12"/>
                    <a:pt x="21" y="12"/>
                    <a:pt x="22" y="13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8" y="10"/>
                    <a:pt x="18" y="11"/>
                    <a:pt x="17" y="12"/>
                  </a:cubicBezTo>
                  <a:cubicBezTo>
                    <a:pt x="17" y="13"/>
                    <a:pt x="17" y="13"/>
                    <a:pt x="16" y="1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5"/>
                    <a:pt x="10" y="5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4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3" name="iSḷïde"/>
            <p:cNvSpPr/>
            <p:nvPr/>
          </p:nvSpPr>
          <p:spPr bwMode="auto">
            <a:xfrm>
              <a:off x="4327525" y="2916238"/>
              <a:ext cx="106363" cy="101600"/>
            </a:xfrm>
            <a:custGeom>
              <a:avLst/>
              <a:gdLst>
                <a:gd name="T0" fmla="*/ 22 w 32"/>
                <a:gd name="T1" fmla="*/ 25 h 31"/>
                <a:gd name="T2" fmla="*/ 21 w 32"/>
                <a:gd name="T3" fmla="*/ 24 h 31"/>
                <a:gd name="T4" fmla="*/ 14 w 32"/>
                <a:gd name="T5" fmla="*/ 27 h 31"/>
                <a:gd name="T6" fmla="*/ 8 w 32"/>
                <a:gd name="T7" fmla="*/ 23 h 31"/>
                <a:gd name="T8" fmla="*/ 7 w 32"/>
                <a:gd name="T9" fmla="*/ 20 h 31"/>
                <a:gd name="T10" fmla="*/ 14 w 32"/>
                <a:gd name="T11" fmla="*/ 13 h 31"/>
                <a:gd name="T12" fmla="*/ 16 w 32"/>
                <a:gd name="T13" fmla="*/ 17 h 31"/>
                <a:gd name="T14" fmla="*/ 15 w 32"/>
                <a:gd name="T15" fmla="*/ 20 h 31"/>
                <a:gd name="T16" fmla="*/ 16 w 32"/>
                <a:gd name="T17" fmla="*/ 21 h 31"/>
                <a:gd name="T18" fmla="*/ 22 w 32"/>
                <a:gd name="T19" fmla="*/ 14 h 31"/>
                <a:gd name="T20" fmla="*/ 22 w 32"/>
                <a:gd name="T21" fmla="*/ 13 h 31"/>
                <a:gd name="T22" fmla="*/ 18 w 32"/>
                <a:gd name="T23" fmla="*/ 15 h 31"/>
                <a:gd name="T24" fmla="*/ 14 w 32"/>
                <a:gd name="T25" fmla="*/ 12 h 31"/>
                <a:gd name="T26" fmla="*/ 20 w 32"/>
                <a:gd name="T27" fmla="*/ 7 h 31"/>
                <a:gd name="T28" fmla="*/ 24 w 32"/>
                <a:gd name="T29" fmla="*/ 8 h 31"/>
                <a:gd name="T30" fmla="*/ 27 w 32"/>
                <a:gd name="T31" fmla="*/ 13 h 31"/>
                <a:gd name="T32" fmla="*/ 25 w 32"/>
                <a:gd name="T33" fmla="*/ 19 h 31"/>
                <a:gd name="T34" fmla="*/ 26 w 32"/>
                <a:gd name="T35" fmla="*/ 20 h 31"/>
                <a:gd name="T36" fmla="*/ 32 w 32"/>
                <a:gd name="T37" fmla="*/ 14 h 31"/>
                <a:gd name="T38" fmla="*/ 17 w 32"/>
                <a:gd name="T39" fmla="*/ 0 h 31"/>
                <a:gd name="T40" fmla="*/ 16 w 32"/>
                <a:gd name="T41" fmla="*/ 1 h 31"/>
                <a:gd name="T42" fmla="*/ 17 w 32"/>
                <a:gd name="T43" fmla="*/ 4 h 31"/>
                <a:gd name="T44" fmla="*/ 5 w 32"/>
                <a:gd name="T45" fmla="*/ 17 h 31"/>
                <a:gd name="T46" fmla="*/ 1 w 32"/>
                <a:gd name="T47" fmla="*/ 16 h 31"/>
                <a:gd name="T48" fmla="*/ 0 w 32"/>
                <a:gd name="T49" fmla="*/ 17 h 31"/>
                <a:gd name="T50" fmla="*/ 15 w 32"/>
                <a:gd name="T51" fmla="*/ 31 h 31"/>
                <a:gd name="T52" fmla="*/ 22 w 32"/>
                <a:gd name="T53" fmla="*/ 2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1">
                  <a:moveTo>
                    <a:pt x="22" y="25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18" y="26"/>
                    <a:pt x="16" y="27"/>
                    <a:pt x="14" y="27"/>
                  </a:cubicBezTo>
                  <a:cubicBezTo>
                    <a:pt x="12" y="26"/>
                    <a:pt x="10" y="25"/>
                    <a:pt x="8" y="23"/>
                  </a:cubicBezTo>
                  <a:cubicBezTo>
                    <a:pt x="7" y="22"/>
                    <a:pt x="6" y="21"/>
                    <a:pt x="7" y="20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5"/>
                    <a:pt x="16" y="16"/>
                    <a:pt x="16" y="17"/>
                  </a:cubicBezTo>
                  <a:cubicBezTo>
                    <a:pt x="16" y="18"/>
                    <a:pt x="16" y="19"/>
                    <a:pt x="15" y="20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0" y="15"/>
                    <a:pt x="19" y="15"/>
                    <a:pt x="18" y="15"/>
                  </a:cubicBezTo>
                  <a:cubicBezTo>
                    <a:pt x="17" y="15"/>
                    <a:pt x="16" y="14"/>
                    <a:pt x="14" y="12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2" y="6"/>
                    <a:pt x="24" y="8"/>
                  </a:cubicBezTo>
                  <a:cubicBezTo>
                    <a:pt x="26" y="10"/>
                    <a:pt x="27" y="11"/>
                    <a:pt x="27" y="13"/>
                  </a:cubicBezTo>
                  <a:cubicBezTo>
                    <a:pt x="27" y="15"/>
                    <a:pt x="26" y="17"/>
                    <a:pt x="25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8" y="2"/>
                    <a:pt x="18" y="3"/>
                    <a:pt x="17" y="4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18"/>
                    <a:pt x="3" y="18"/>
                    <a:pt x="1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5" y="31"/>
                    <a:pt x="15" y="31"/>
                    <a:pt x="15" y="31"/>
                  </a:cubicBezTo>
                  <a:lnTo>
                    <a:pt x="22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4" name="íšļiďè"/>
            <p:cNvSpPr/>
            <p:nvPr/>
          </p:nvSpPr>
          <p:spPr bwMode="auto">
            <a:xfrm>
              <a:off x="4397375" y="2995613"/>
              <a:ext cx="98425" cy="103188"/>
            </a:xfrm>
            <a:custGeom>
              <a:avLst/>
              <a:gdLst>
                <a:gd name="T0" fmla="*/ 17 w 30"/>
                <a:gd name="T1" fmla="*/ 28 h 31"/>
                <a:gd name="T2" fmla="*/ 14 w 30"/>
                <a:gd name="T3" fmla="*/ 29 h 31"/>
                <a:gd name="T4" fmla="*/ 15 w 30"/>
                <a:gd name="T5" fmla="*/ 25 h 31"/>
                <a:gd name="T6" fmla="*/ 17 w 30"/>
                <a:gd name="T7" fmla="*/ 17 h 31"/>
                <a:gd name="T8" fmla="*/ 17 w 30"/>
                <a:gd name="T9" fmla="*/ 17 h 31"/>
                <a:gd name="T10" fmla="*/ 27 w 30"/>
                <a:gd name="T11" fmla="*/ 20 h 31"/>
                <a:gd name="T12" fmla="*/ 28 w 30"/>
                <a:gd name="T13" fmla="*/ 10 h 31"/>
                <a:gd name="T14" fmla="*/ 20 w 30"/>
                <a:gd name="T15" fmla="*/ 0 h 31"/>
                <a:gd name="T16" fmla="*/ 19 w 30"/>
                <a:gd name="T17" fmla="*/ 1 h 31"/>
                <a:gd name="T18" fmla="*/ 19 w 30"/>
                <a:gd name="T19" fmla="*/ 4 h 31"/>
                <a:gd name="T20" fmla="*/ 5 w 30"/>
                <a:gd name="T21" fmla="*/ 15 h 31"/>
                <a:gd name="T22" fmla="*/ 1 w 30"/>
                <a:gd name="T23" fmla="*/ 13 h 31"/>
                <a:gd name="T24" fmla="*/ 0 w 30"/>
                <a:gd name="T25" fmla="*/ 14 h 31"/>
                <a:gd name="T26" fmla="*/ 7 w 30"/>
                <a:gd name="T27" fmla="*/ 23 h 31"/>
                <a:gd name="T28" fmla="*/ 8 w 30"/>
                <a:gd name="T29" fmla="*/ 22 h 31"/>
                <a:gd name="T30" fmla="*/ 7 w 30"/>
                <a:gd name="T31" fmla="*/ 18 h 31"/>
                <a:gd name="T32" fmla="*/ 14 w 30"/>
                <a:gd name="T33" fmla="*/ 13 h 31"/>
                <a:gd name="T34" fmla="*/ 15 w 30"/>
                <a:gd name="T35" fmla="*/ 14 h 31"/>
                <a:gd name="T36" fmla="*/ 16 w 30"/>
                <a:gd name="T37" fmla="*/ 18 h 31"/>
                <a:gd name="T38" fmla="*/ 13 w 30"/>
                <a:gd name="T39" fmla="*/ 22 h 31"/>
                <a:gd name="T40" fmla="*/ 11 w 30"/>
                <a:gd name="T41" fmla="*/ 28 h 31"/>
                <a:gd name="T42" fmla="*/ 17 w 30"/>
                <a:gd name="T43" fmla="*/ 29 h 31"/>
                <a:gd name="T44" fmla="*/ 17 w 30"/>
                <a:gd name="T45" fmla="*/ 28 h 31"/>
                <a:gd name="T46" fmla="*/ 22 w 30"/>
                <a:gd name="T47" fmla="*/ 7 h 31"/>
                <a:gd name="T48" fmla="*/ 25 w 30"/>
                <a:gd name="T49" fmla="*/ 9 h 31"/>
                <a:gd name="T50" fmla="*/ 25 w 30"/>
                <a:gd name="T51" fmla="*/ 17 h 31"/>
                <a:gd name="T52" fmla="*/ 17 w 30"/>
                <a:gd name="T53" fmla="*/ 15 h 31"/>
                <a:gd name="T54" fmla="*/ 16 w 30"/>
                <a:gd name="T55" fmla="*/ 13 h 31"/>
                <a:gd name="T56" fmla="*/ 15 w 30"/>
                <a:gd name="T57" fmla="*/ 12 h 31"/>
                <a:gd name="T58" fmla="*/ 22 w 30"/>
                <a:gd name="T59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" h="31">
                  <a:moveTo>
                    <a:pt x="17" y="28"/>
                  </a:moveTo>
                  <a:cubicBezTo>
                    <a:pt x="15" y="29"/>
                    <a:pt x="14" y="29"/>
                    <a:pt x="14" y="29"/>
                  </a:cubicBezTo>
                  <a:cubicBezTo>
                    <a:pt x="13" y="28"/>
                    <a:pt x="14" y="27"/>
                    <a:pt x="15" y="25"/>
                  </a:cubicBezTo>
                  <a:cubicBezTo>
                    <a:pt x="18" y="23"/>
                    <a:pt x="18" y="20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1" y="21"/>
                    <a:pt x="24" y="22"/>
                    <a:pt x="27" y="20"/>
                  </a:cubicBezTo>
                  <a:cubicBezTo>
                    <a:pt x="30" y="17"/>
                    <a:pt x="30" y="14"/>
                    <a:pt x="28" y="1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20" y="2"/>
                    <a:pt x="21" y="4"/>
                    <a:pt x="19" y="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6"/>
                    <a:pt x="3" y="15"/>
                    <a:pt x="1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6" y="20"/>
                    <a:pt x="6" y="18"/>
                    <a:pt x="7" y="18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6"/>
                    <a:pt x="17" y="17"/>
                    <a:pt x="16" y="18"/>
                  </a:cubicBezTo>
                  <a:cubicBezTo>
                    <a:pt x="16" y="19"/>
                    <a:pt x="15" y="21"/>
                    <a:pt x="13" y="22"/>
                  </a:cubicBezTo>
                  <a:cubicBezTo>
                    <a:pt x="10" y="24"/>
                    <a:pt x="9" y="26"/>
                    <a:pt x="11" y="28"/>
                  </a:cubicBezTo>
                  <a:cubicBezTo>
                    <a:pt x="12" y="31"/>
                    <a:pt x="15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22" y="7"/>
                  </a:moveTo>
                  <a:cubicBezTo>
                    <a:pt x="23" y="6"/>
                    <a:pt x="24" y="7"/>
                    <a:pt x="25" y="9"/>
                  </a:cubicBezTo>
                  <a:cubicBezTo>
                    <a:pt x="28" y="12"/>
                    <a:pt x="27" y="15"/>
                    <a:pt x="25" y="17"/>
                  </a:cubicBezTo>
                  <a:cubicBezTo>
                    <a:pt x="22" y="19"/>
                    <a:pt x="20" y="18"/>
                    <a:pt x="17" y="15"/>
                  </a:cubicBezTo>
                  <a:cubicBezTo>
                    <a:pt x="17" y="14"/>
                    <a:pt x="16" y="14"/>
                    <a:pt x="16" y="13"/>
                  </a:cubicBezTo>
                  <a:cubicBezTo>
                    <a:pt x="15" y="13"/>
                    <a:pt x="15" y="12"/>
                    <a:pt x="15" y="12"/>
                  </a:cubicBezTo>
                  <a:lnTo>
                    <a:pt x="2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5" name="îṡ1ïdê"/>
            <p:cNvSpPr/>
            <p:nvPr/>
          </p:nvSpPr>
          <p:spPr bwMode="auto">
            <a:xfrm>
              <a:off x="4456113" y="3087688"/>
              <a:ext cx="92075" cy="79375"/>
            </a:xfrm>
            <a:custGeom>
              <a:avLst/>
              <a:gdLst>
                <a:gd name="T0" fmla="*/ 0 w 28"/>
                <a:gd name="T1" fmla="*/ 11 h 24"/>
                <a:gd name="T2" fmla="*/ 0 w 28"/>
                <a:gd name="T3" fmla="*/ 12 h 24"/>
                <a:gd name="T4" fmla="*/ 0 w 28"/>
                <a:gd name="T5" fmla="*/ 12 h 24"/>
                <a:gd name="T6" fmla="*/ 2 w 28"/>
                <a:gd name="T7" fmla="*/ 13 h 24"/>
                <a:gd name="T8" fmla="*/ 2 w 28"/>
                <a:gd name="T9" fmla="*/ 14 h 24"/>
                <a:gd name="T10" fmla="*/ 4 w 28"/>
                <a:gd name="T11" fmla="*/ 18 h 24"/>
                <a:gd name="T12" fmla="*/ 15 w 28"/>
                <a:gd name="T13" fmla="*/ 21 h 24"/>
                <a:gd name="T14" fmla="*/ 17 w 28"/>
                <a:gd name="T15" fmla="*/ 11 h 24"/>
                <a:gd name="T16" fmla="*/ 17 w 28"/>
                <a:gd name="T17" fmla="*/ 3 h 24"/>
                <a:gd name="T18" fmla="*/ 23 w 28"/>
                <a:gd name="T19" fmla="*/ 5 h 24"/>
                <a:gd name="T20" fmla="*/ 21 w 28"/>
                <a:gd name="T21" fmla="*/ 15 h 24"/>
                <a:gd name="T22" fmla="*/ 22 w 28"/>
                <a:gd name="T23" fmla="*/ 16 h 24"/>
                <a:gd name="T24" fmla="*/ 28 w 28"/>
                <a:gd name="T25" fmla="*/ 11 h 24"/>
                <a:gd name="T26" fmla="*/ 28 w 28"/>
                <a:gd name="T27" fmla="*/ 10 h 24"/>
                <a:gd name="T28" fmla="*/ 27 w 28"/>
                <a:gd name="T29" fmla="*/ 10 h 24"/>
                <a:gd name="T30" fmla="*/ 26 w 28"/>
                <a:gd name="T31" fmla="*/ 10 h 24"/>
                <a:gd name="T32" fmla="*/ 26 w 28"/>
                <a:gd name="T33" fmla="*/ 9 h 24"/>
                <a:gd name="T34" fmla="*/ 25 w 28"/>
                <a:gd name="T35" fmla="*/ 4 h 24"/>
                <a:gd name="T36" fmla="*/ 15 w 28"/>
                <a:gd name="T37" fmla="*/ 1 h 24"/>
                <a:gd name="T38" fmla="*/ 13 w 28"/>
                <a:gd name="T39" fmla="*/ 11 h 24"/>
                <a:gd name="T40" fmla="*/ 12 w 28"/>
                <a:gd name="T41" fmla="*/ 20 h 24"/>
                <a:gd name="T42" fmla="*/ 5 w 28"/>
                <a:gd name="T43" fmla="*/ 18 h 24"/>
                <a:gd name="T44" fmla="*/ 8 w 28"/>
                <a:gd name="T45" fmla="*/ 7 h 24"/>
                <a:gd name="T46" fmla="*/ 7 w 28"/>
                <a:gd name="T47" fmla="*/ 6 h 24"/>
                <a:gd name="T48" fmla="*/ 0 w 28"/>
                <a:gd name="T49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24">
                  <a:moveTo>
                    <a:pt x="0" y="11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2" y="12"/>
                    <a:pt x="2" y="13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3" y="16"/>
                    <a:pt x="3" y="17"/>
                    <a:pt x="4" y="18"/>
                  </a:cubicBezTo>
                  <a:cubicBezTo>
                    <a:pt x="7" y="23"/>
                    <a:pt x="11" y="24"/>
                    <a:pt x="15" y="21"/>
                  </a:cubicBezTo>
                  <a:cubicBezTo>
                    <a:pt x="18" y="19"/>
                    <a:pt x="18" y="15"/>
                    <a:pt x="17" y="11"/>
                  </a:cubicBezTo>
                  <a:cubicBezTo>
                    <a:pt x="15" y="8"/>
                    <a:pt x="15" y="5"/>
                    <a:pt x="17" y="3"/>
                  </a:cubicBezTo>
                  <a:cubicBezTo>
                    <a:pt x="20" y="2"/>
                    <a:pt x="22" y="3"/>
                    <a:pt x="23" y="5"/>
                  </a:cubicBezTo>
                  <a:cubicBezTo>
                    <a:pt x="25" y="8"/>
                    <a:pt x="24" y="11"/>
                    <a:pt x="21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7" y="10"/>
                  </a:cubicBezTo>
                  <a:cubicBezTo>
                    <a:pt x="26" y="11"/>
                    <a:pt x="26" y="10"/>
                    <a:pt x="26" y="10"/>
                  </a:cubicBezTo>
                  <a:cubicBezTo>
                    <a:pt x="26" y="10"/>
                    <a:pt x="26" y="10"/>
                    <a:pt x="26" y="9"/>
                  </a:cubicBezTo>
                  <a:cubicBezTo>
                    <a:pt x="26" y="7"/>
                    <a:pt x="25" y="6"/>
                    <a:pt x="25" y="4"/>
                  </a:cubicBezTo>
                  <a:cubicBezTo>
                    <a:pt x="22" y="1"/>
                    <a:pt x="18" y="0"/>
                    <a:pt x="15" y="1"/>
                  </a:cubicBezTo>
                  <a:cubicBezTo>
                    <a:pt x="12" y="4"/>
                    <a:pt x="11" y="8"/>
                    <a:pt x="13" y="11"/>
                  </a:cubicBezTo>
                  <a:cubicBezTo>
                    <a:pt x="15" y="15"/>
                    <a:pt x="14" y="18"/>
                    <a:pt x="12" y="20"/>
                  </a:cubicBezTo>
                  <a:cubicBezTo>
                    <a:pt x="9" y="21"/>
                    <a:pt x="7" y="21"/>
                    <a:pt x="5" y="18"/>
                  </a:cubicBezTo>
                  <a:cubicBezTo>
                    <a:pt x="3" y="14"/>
                    <a:pt x="4" y="11"/>
                    <a:pt x="8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6" name="isḻiḓê"/>
            <p:cNvSpPr/>
            <p:nvPr/>
          </p:nvSpPr>
          <p:spPr bwMode="auto">
            <a:xfrm>
              <a:off x="4492625" y="3160713"/>
              <a:ext cx="88900" cy="66675"/>
            </a:xfrm>
            <a:custGeom>
              <a:avLst/>
              <a:gdLst>
                <a:gd name="T0" fmla="*/ 22 w 27"/>
                <a:gd name="T1" fmla="*/ 0 h 20"/>
                <a:gd name="T2" fmla="*/ 21 w 27"/>
                <a:gd name="T3" fmla="*/ 0 h 20"/>
                <a:gd name="T4" fmla="*/ 20 w 27"/>
                <a:gd name="T5" fmla="*/ 4 h 20"/>
                <a:gd name="T6" fmla="*/ 5 w 27"/>
                <a:gd name="T7" fmla="*/ 12 h 20"/>
                <a:gd name="T8" fmla="*/ 1 w 27"/>
                <a:gd name="T9" fmla="*/ 10 h 20"/>
                <a:gd name="T10" fmla="*/ 0 w 27"/>
                <a:gd name="T11" fmla="*/ 11 h 20"/>
                <a:gd name="T12" fmla="*/ 5 w 27"/>
                <a:gd name="T13" fmla="*/ 20 h 20"/>
                <a:gd name="T14" fmla="*/ 6 w 27"/>
                <a:gd name="T15" fmla="*/ 19 h 20"/>
                <a:gd name="T16" fmla="*/ 7 w 27"/>
                <a:gd name="T17" fmla="*/ 15 h 20"/>
                <a:gd name="T18" fmla="*/ 22 w 27"/>
                <a:gd name="T19" fmla="*/ 8 h 20"/>
                <a:gd name="T20" fmla="*/ 26 w 27"/>
                <a:gd name="T21" fmla="*/ 10 h 20"/>
                <a:gd name="T22" fmla="*/ 27 w 27"/>
                <a:gd name="T23" fmla="*/ 9 h 20"/>
                <a:gd name="T24" fmla="*/ 22 w 27"/>
                <a:gd name="T2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20">
                  <a:moveTo>
                    <a:pt x="2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2" y="2"/>
                    <a:pt x="22" y="4"/>
                    <a:pt x="20" y="4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3"/>
                    <a:pt x="2" y="13"/>
                    <a:pt x="1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7"/>
                    <a:pt x="5" y="16"/>
                    <a:pt x="7" y="15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3" y="7"/>
                    <a:pt x="25" y="7"/>
                    <a:pt x="26" y="10"/>
                  </a:cubicBezTo>
                  <a:cubicBezTo>
                    <a:pt x="27" y="9"/>
                    <a:pt x="27" y="9"/>
                    <a:pt x="27" y="9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7" name="ïSḷiḍe"/>
            <p:cNvSpPr/>
            <p:nvPr/>
          </p:nvSpPr>
          <p:spPr bwMode="auto">
            <a:xfrm>
              <a:off x="4525963" y="3224213"/>
              <a:ext cx="92075" cy="73025"/>
            </a:xfrm>
            <a:custGeom>
              <a:avLst/>
              <a:gdLst>
                <a:gd name="T0" fmla="*/ 20 w 28"/>
                <a:gd name="T1" fmla="*/ 22 h 22"/>
                <a:gd name="T2" fmla="*/ 28 w 28"/>
                <a:gd name="T3" fmla="*/ 19 h 22"/>
                <a:gd name="T4" fmla="*/ 24 w 28"/>
                <a:gd name="T5" fmla="*/ 10 h 22"/>
                <a:gd name="T6" fmla="*/ 21 w 28"/>
                <a:gd name="T7" fmla="*/ 0 h 22"/>
                <a:gd name="T8" fmla="*/ 13 w 28"/>
                <a:gd name="T9" fmla="*/ 3 h 22"/>
                <a:gd name="T10" fmla="*/ 14 w 28"/>
                <a:gd name="T11" fmla="*/ 4 h 22"/>
                <a:gd name="T12" fmla="*/ 23 w 28"/>
                <a:gd name="T13" fmla="*/ 8 h 22"/>
                <a:gd name="T14" fmla="*/ 4 w 28"/>
                <a:gd name="T15" fmla="*/ 14 h 22"/>
                <a:gd name="T16" fmla="*/ 1 w 28"/>
                <a:gd name="T17" fmla="*/ 12 h 22"/>
                <a:gd name="T18" fmla="*/ 0 w 28"/>
                <a:gd name="T19" fmla="*/ 12 h 22"/>
                <a:gd name="T20" fmla="*/ 3 w 28"/>
                <a:gd name="T21" fmla="*/ 22 h 22"/>
                <a:gd name="T22" fmla="*/ 4 w 28"/>
                <a:gd name="T23" fmla="*/ 22 h 22"/>
                <a:gd name="T24" fmla="*/ 5 w 28"/>
                <a:gd name="T25" fmla="*/ 18 h 22"/>
                <a:gd name="T26" fmla="*/ 24 w 28"/>
                <a:gd name="T27" fmla="*/ 12 h 22"/>
                <a:gd name="T28" fmla="*/ 19 w 28"/>
                <a:gd name="T29" fmla="*/ 21 h 22"/>
                <a:gd name="T30" fmla="*/ 20 w 28"/>
                <a:gd name="T31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22">
                  <a:moveTo>
                    <a:pt x="20" y="22"/>
                  </a:moveTo>
                  <a:cubicBezTo>
                    <a:pt x="28" y="19"/>
                    <a:pt x="28" y="19"/>
                    <a:pt x="28" y="1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9" y="3"/>
                    <a:pt x="22" y="4"/>
                    <a:pt x="23" y="8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5"/>
                    <a:pt x="2" y="14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0"/>
                    <a:pt x="4" y="18"/>
                    <a:pt x="5" y="1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5" y="16"/>
                    <a:pt x="24" y="19"/>
                    <a:pt x="19" y="21"/>
                  </a:cubicBezTo>
                  <a:lnTo>
                    <a:pt x="2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8" name="îṩḷiḑê"/>
            <p:cNvSpPr/>
            <p:nvPr/>
          </p:nvSpPr>
          <p:spPr bwMode="auto">
            <a:xfrm>
              <a:off x="4551363" y="3316288"/>
              <a:ext cx="93663" cy="69850"/>
            </a:xfrm>
            <a:custGeom>
              <a:avLst/>
              <a:gdLst>
                <a:gd name="T0" fmla="*/ 21 w 28"/>
                <a:gd name="T1" fmla="*/ 0 h 21"/>
                <a:gd name="T2" fmla="*/ 20 w 28"/>
                <a:gd name="T3" fmla="*/ 4 h 21"/>
                <a:gd name="T4" fmla="*/ 11 w 28"/>
                <a:gd name="T5" fmla="*/ 12 h 21"/>
                <a:gd name="T6" fmla="*/ 4 w 28"/>
                <a:gd name="T7" fmla="*/ 13 h 21"/>
                <a:gd name="T8" fmla="*/ 1 w 28"/>
                <a:gd name="T9" fmla="*/ 10 h 21"/>
                <a:gd name="T10" fmla="*/ 0 w 28"/>
                <a:gd name="T11" fmla="*/ 11 h 21"/>
                <a:gd name="T12" fmla="*/ 3 w 28"/>
                <a:gd name="T13" fmla="*/ 21 h 21"/>
                <a:gd name="T14" fmla="*/ 4 w 28"/>
                <a:gd name="T15" fmla="*/ 21 h 21"/>
                <a:gd name="T16" fmla="*/ 5 w 28"/>
                <a:gd name="T17" fmla="*/ 17 h 21"/>
                <a:gd name="T18" fmla="*/ 12 w 28"/>
                <a:gd name="T19" fmla="*/ 15 h 21"/>
                <a:gd name="T20" fmla="*/ 22 w 28"/>
                <a:gd name="T21" fmla="*/ 18 h 21"/>
                <a:gd name="T22" fmla="*/ 25 w 28"/>
                <a:gd name="T23" fmla="*/ 19 h 21"/>
                <a:gd name="T24" fmla="*/ 26 w 28"/>
                <a:gd name="T25" fmla="*/ 21 h 21"/>
                <a:gd name="T26" fmla="*/ 28 w 28"/>
                <a:gd name="T27" fmla="*/ 21 h 21"/>
                <a:gd name="T28" fmla="*/ 26 w 28"/>
                <a:gd name="T29" fmla="*/ 13 h 21"/>
                <a:gd name="T30" fmla="*/ 24 w 28"/>
                <a:gd name="T31" fmla="*/ 13 h 21"/>
                <a:gd name="T32" fmla="*/ 24 w 28"/>
                <a:gd name="T33" fmla="*/ 17 h 21"/>
                <a:gd name="T34" fmla="*/ 16 w 28"/>
                <a:gd name="T35" fmla="*/ 15 h 21"/>
                <a:gd name="T36" fmla="*/ 13 w 28"/>
                <a:gd name="T37" fmla="*/ 14 h 21"/>
                <a:gd name="T38" fmla="*/ 16 w 28"/>
                <a:gd name="T39" fmla="*/ 12 h 21"/>
                <a:gd name="T40" fmla="*/ 22 w 28"/>
                <a:gd name="T41" fmla="*/ 7 h 21"/>
                <a:gd name="T42" fmla="*/ 23 w 28"/>
                <a:gd name="T43" fmla="*/ 10 h 21"/>
                <a:gd name="T44" fmla="*/ 25 w 28"/>
                <a:gd name="T45" fmla="*/ 10 h 21"/>
                <a:gd name="T46" fmla="*/ 22 w 28"/>
                <a:gd name="T47" fmla="*/ 0 h 21"/>
                <a:gd name="T48" fmla="*/ 21 w 28"/>
                <a:gd name="T4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21">
                  <a:moveTo>
                    <a:pt x="21" y="0"/>
                  </a:moveTo>
                  <a:cubicBezTo>
                    <a:pt x="22" y="2"/>
                    <a:pt x="21" y="3"/>
                    <a:pt x="20" y="4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3" y="14"/>
                    <a:pt x="2" y="13"/>
                    <a:pt x="1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18"/>
                    <a:pt x="3" y="17"/>
                    <a:pt x="5" y="17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5" y="19"/>
                    <a:pt x="25" y="19"/>
                  </a:cubicBezTo>
                  <a:cubicBezTo>
                    <a:pt x="26" y="19"/>
                    <a:pt x="26" y="20"/>
                    <a:pt x="26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5" y="15"/>
                    <a:pt x="25" y="16"/>
                    <a:pt x="24" y="17"/>
                  </a:cubicBezTo>
                  <a:cubicBezTo>
                    <a:pt x="23" y="17"/>
                    <a:pt x="21" y="16"/>
                    <a:pt x="16" y="15"/>
                  </a:cubicBezTo>
                  <a:cubicBezTo>
                    <a:pt x="15" y="15"/>
                    <a:pt x="14" y="14"/>
                    <a:pt x="13" y="14"/>
                  </a:cubicBezTo>
                  <a:cubicBezTo>
                    <a:pt x="14" y="14"/>
                    <a:pt x="14" y="13"/>
                    <a:pt x="16" y="12"/>
                  </a:cubicBezTo>
                  <a:cubicBezTo>
                    <a:pt x="19" y="9"/>
                    <a:pt x="21" y="7"/>
                    <a:pt x="22" y="7"/>
                  </a:cubicBezTo>
                  <a:cubicBezTo>
                    <a:pt x="22" y="7"/>
                    <a:pt x="23" y="8"/>
                    <a:pt x="23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9" name="íṧliḋê"/>
            <p:cNvSpPr/>
            <p:nvPr/>
          </p:nvSpPr>
          <p:spPr bwMode="auto">
            <a:xfrm>
              <a:off x="3602038" y="2882900"/>
              <a:ext cx="26988" cy="36513"/>
            </a:xfrm>
            <a:custGeom>
              <a:avLst/>
              <a:gdLst>
                <a:gd name="T0" fmla="*/ 8 w 8"/>
                <a:gd name="T1" fmla="*/ 11 h 11"/>
                <a:gd name="T2" fmla="*/ 3 w 8"/>
                <a:gd name="T3" fmla="*/ 6 h 11"/>
                <a:gd name="T4" fmla="*/ 5 w 8"/>
                <a:gd name="T5" fmla="*/ 4 h 11"/>
                <a:gd name="T6" fmla="*/ 8 w 8"/>
                <a:gd name="T7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1">
                  <a:moveTo>
                    <a:pt x="8" y="11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0" y="3"/>
                    <a:pt x="3" y="0"/>
                    <a:pt x="5" y="4"/>
                  </a:cubicBezTo>
                  <a:lnTo>
                    <a:pt x="8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0" name="iŝ1îḍé"/>
            <p:cNvSpPr/>
            <p:nvPr/>
          </p:nvSpPr>
          <p:spPr bwMode="auto">
            <a:xfrm>
              <a:off x="3525838" y="3846513"/>
              <a:ext cx="158750" cy="174625"/>
            </a:xfrm>
            <a:custGeom>
              <a:avLst/>
              <a:gdLst>
                <a:gd name="T0" fmla="*/ 40 w 48"/>
                <a:gd name="T1" fmla="*/ 3 h 53"/>
                <a:gd name="T2" fmla="*/ 37 w 48"/>
                <a:gd name="T3" fmla="*/ 4 h 53"/>
                <a:gd name="T4" fmla="*/ 37 w 48"/>
                <a:gd name="T5" fmla="*/ 10 h 53"/>
                <a:gd name="T6" fmla="*/ 29 w 48"/>
                <a:gd name="T7" fmla="*/ 23 h 53"/>
                <a:gd name="T8" fmla="*/ 20 w 48"/>
                <a:gd name="T9" fmla="*/ 34 h 53"/>
                <a:gd name="T10" fmla="*/ 4 w 48"/>
                <a:gd name="T11" fmla="*/ 37 h 53"/>
                <a:gd name="T12" fmla="*/ 2 w 48"/>
                <a:gd name="T13" fmla="*/ 38 h 53"/>
                <a:gd name="T14" fmla="*/ 0 w 48"/>
                <a:gd name="T15" fmla="*/ 40 h 53"/>
                <a:gd name="T16" fmla="*/ 7 w 48"/>
                <a:gd name="T17" fmla="*/ 41 h 53"/>
                <a:gd name="T18" fmla="*/ 23 w 48"/>
                <a:gd name="T19" fmla="*/ 36 h 53"/>
                <a:gd name="T20" fmla="*/ 26 w 48"/>
                <a:gd name="T21" fmla="*/ 35 h 53"/>
                <a:gd name="T22" fmla="*/ 14 w 48"/>
                <a:gd name="T23" fmla="*/ 47 h 53"/>
                <a:gd name="T24" fmla="*/ 19 w 48"/>
                <a:gd name="T25" fmla="*/ 47 h 53"/>
                <a:gd name="T26" fmla="*/ 26 w 48"/>
                <a:gd name="T27" fmla="*/ 45 h 53"/>
                <a:gd name="T28" fmla="*/ 27 w 48"/>
                <a:gd name="T29" fmla="*/ 46 h 53"/>
                <a:gd name="T30" fmla="*/ 28 w 48"/>
                <a:gd name="T31" fmla="*/ 49 h 53"/>
                <a:gd name="T32" fmla="*/ 28 w 48"/>
                <a:gd name="T33" fmla="*/ 53 h 53"/>
                <a:gd name="T34" fmla="*/ 31 w 48"/>
                <a:gd name="T35" fmla="*/ 50 h 53"/>
                <a:gd name="T36" fmla="*/ 29 w 48"/>
                <a:gd name="T37" fmla="*/ 45 h 53"/>
                <a:gd name="T38" fmla="*/ 32 w 48"/>
                <a:gd name="T39" fmla="*/ 43 h 53"/>
                <a:gd name="T40" fmla="*/ 34 w 48"/>
                <a:gd name="T41" fmla="*/ 42 h 53"/>
                <a:gd name="T42" fmla="*/ 29 w 48"/>
                <a:gd name="T43" fmla="*/ 39 h 53"/>
                <a:gd name="T44" fmla="*/ 27 w 48"/>
                <a:gd name="T45" fmla="*/ 39 h 53"/>
                <a:gd name="T46" fmla="*/ 36 w 48"/>
                <a:gd name="T47" fmla="*/ 32 h 53"/>
                <a:gd name="T48" fmla="*/ 26 w 48"/>
                <a:gd name="T49" fmla="*/ 32 h 53"/>
                <a:gd name="T50" fmla="*/ 40 w 48"/>
                <a:gd name="T51" fmla="*/ 3 h 53"/>
                <a:gd name="T52" fmla="*/ 36 w 48"/>
                <a:gd name="T53" fmla="*/ 23 h 53"/>
                <a:gd name="T54" fmla="*/ 38 w 48"/>
                <a:gd name="T55" fmla="*/ 21 h 53"/>
                <a:gd name="T56" fmla="*/ 40 w 48"/>
                <a:gd name="T57" fmla="*/ 20 h 53"/>
                <a:gd name="T58" fmla="*/ 42 w 48"/>
                <a:gd name="T59" fmla="*/ 17 h 53"/>
                <a:gd name="T60" fmla="*/ 41 w 48"/>
                <a:gd name="T61" fmla="*/ 21 h 53"/>
                <a:gd name="T62" fmla="*/ 39 w 48"/>
                <a:gd name="T63" fmla="*/ 22 h 53"/>
                <a:gd name="T64" fmla="*/ 39 w 48"/>
                <a:gd name="T65" fmla="*/ 25 h 53"/>
                <a:gd name="T66" fmla="*/ 36 w 48"/>
                <a:gd name="T67" fmla="*/ 23 h 53"/>
                <a:gd name="T68" fmla="*/ 44 w 48"/>
                <a:gd name="T69" fmla="*/ 9 h 53"/>
                <a:gd name="T70" fmla="*/ 44 w 48"/>
                <a:gd name="T71" fmla="*/ 12 h 53"/>
                <a:gd name="T72" fmla="*/ 44 w 48"/>
                <a:gd name="T73" fmla="*/ 16 h 53"/>
                <a:gd name="T74" fmla="*/ 48 w 48"/>
                <a:gd name="T75" fmla="*/ 16 h 53"/>
                <a:gd name="T76" fmla="*/ 47 w 48"/>
                <a:gd name="T77" fmla="*/ 13 h 53"/>
                <a:gd name="T78" fmla="*/ 46 w 48"/>
                <a:gd name="T79" fmla="*/ 12 h 53"/>
                <a:gd name="T80" fmla="*/ 46 w 48"/>
                <a:gd name="T81" fmla="*/ 11 h 53"/>
                <a:gd name="T82" fmla="*/ 44 w 48"/>
                <a:gd name="T83" fmla="*/ 9 h 53"/>
                <a:gd name="T84" fmla="*/ 25 w 48"/>
                <a:gd name="T85" fmla="*/ 44 h 53"/>
                <a:gd name="T86" fmla="*/ 20 w 48"/>
                <a:gd name="T87" fmla="*/ 44 h 53"/>
                <a:gd name="T88" fmla="*/ 24 w 48"/>
                <a:gd name="T89" fmla="*/ 40 h 53"/>
                <a:gd name="T90" fmla="*/ 25 w 48"/>
                <a:gd name="T91" fmla="*/ 41 h 53"/>
                <a:gd name="T92" fmla="*/ 25 w 48"/>
                <a:gd name="T93" fmla="*/ 42 h 53"/>
                <a:gd name="T94" fmla="*/ 25 w 48"/>
                <a:gd name="T95" fmla="*/ 44 h 53"/>
                <a:gd name="T96" fmla="*/ 28 w 48"/>
                <a:gd name="T97" fmla="*/ 41 h 53"/>
                <a:gd name="T98" fmla="*/ 29 w 48"/>
                <a:gd name="T99" fmla="*/ 42 h 53"/>
                <a:gd name="T100" fmla="*/ 28 w 48"/>
                <a:gd name="T101" fmla="*/ 43 h 53"/>
                <a:gd name="T102" fmla="*/ 27 w 48"/>
                <a:gd name="T103" fmla="*/ 42 h 53"/>
                <a:gd name="T104" fmla="*/ 28 w 48"/>
                <a:gd name="T105" fmla="*/ 4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8" h="53">
                  <a:moveTo>
                    <a:pt x="40" y="3"/>
                  </a:moveTo>
                  <a:cubicBezTo>
                    <a:pt x="39" y="0"/>
                    <a:pt x="38" y="2"/>
                    <a:pt x="37" y="4"/>
                  </a:cubicBezTo>
                  <a:cubicBezTo>
                    <a:pt x="37" y="6"/>
                    <a:pt x="37" y="8"/>
                    <a:pt x="37" y="10"/>
                  </a:cubicBezTo>
                  <a:cubicBezTo>
                    <a:pt x="35" y="15"/>
                    <a:pt x="32" y="19"/>
                    <a:pt x="29" y="23"/>
                  </a:cubicBezTo>
                  <a:cubicBezTo>
                    <a:pt x="27" y="26"/>
                    <a:pt x="25" y="32"/>
                    <a:pt x="20" y="34"/>
                  </a:cubicBezTo>
                  <a:cubicBezTo>
                    <a:pt x="15" y="36"/>
                    <a:pt x="6" y="36"/>
                    <a:pt x="4" y="37"/>
                  </a:cubicBezTo>
                  <a:cubicBezTo>
                    <a:pt x="2" y="37"/>
                    <a:pt x="2" y="38"/>
                    <a:pt x="2" y="38"/>
                  </a:cubicBezTo>
                  <a:cubicBezTo>
                    <a:pt x="1" y="39"/>
                    <a:pt x="1" y="39"/>
                    <a:pt x="0" y="40"/>
                  </a:cubicBezTo>
                  <a:cubicBezTo>
                    <a:pt x="2" y="41"/>
                    <a:pt x="4" y="42"/>
                    <a:pt x="7" y="41"/>
                  </a:cubicBezTo>
                  <a:cubicBezTo>
                    <a:pt x="11" y="41"/>
                    <a:pt x="16" y="39"/>
                    <a:pt x="23" y="36"/>
                  </a:cubicBezTo>
                  <a:cubicBezTo>
                    <a:pt x="24" y="35"/>
                    <a:pt x="25" y="35"/>
                    <a:pt x="26" y="35"/>
                  </a:cubicBezTo>
                  <a:cubicBezTo>
                    <a:pt x="23" y="40"/>
                    <a:pt x="14" y="44"/>
                    <a:pt x="14" y="47"/>
                  </a:cubicBezTo>
                  <a:cubicBezTo>
                    <a:pt x="15" y="49"/>
                    <a:pt x="17" y="48"/>
                    <a:pt x="19" y="47"/>
                  </a:cubicBezTo>
                  <a:cubicBezTo>
                    <a:pt x="21" y="46"/>
                    <a:pt x="24" y="46"/>
                    <a:pt x="26" y="45"/>
                  </a:cubicBezTo>
                  <a:cubicBezTo>
                    <a:pt x="26" y="45"/>
                    <a:pt x="26" y="46"/>
                    <a:pt x="27" y="46"/>
                  </a:cubicBezTo>
                  <a:cubicBezTo>
                    <a:pt x="27" y="47"/>
                    <a:pt x="27" y="48"/>
                    <a:pt x="28" y="49"/>
                  </a:cubicBezTo>
                  <a:cubicBezTo>
                    <a:pt x="28" y="50"/>
                    <a:pt x="28" y="52"/>
                    <a:pt x="28" y="53"/>
                  </a:cubicBezTo>
                  <a:cubicBezTo>
                    <a:pt x="30" y="52"/>
                    <a:pt x="31" y="51"/>
                    <a:pt x="31" y="50"/>
                  </a:cubicBezTo>
                  <a:cubicBezTo>
                    <a:pt x="30" y="48"/>
                    <a:pt x="28" y="46"/>
                    <a:pt x="29" y="45"/>
                  </a:cubicBezTo>
                  <a:cubicBezTo>
                    <a:pt x="29" y="44"/>
                    <a:pt x="30" y="44"/>
                    <a:pt x="32" y="43"/>
                  </a:cubicBezTo>
                  <a:cubicBezTo>
                    <a:pt x="33" y="43"/>
                    <a:pt x="34" y="43"/>
                    <a:pt x="34" y="42"/>
                  </a:cubicBezTo>
                  <a:cubicBezTo>
                    <a:pt x="36" y="39"/>
                    <a:pt x="32" y="40"/>
                    <a:pt x="29" y="39"/>
                  </a:cubicBezTo>
                  <a:cubicBezTo>
                    <a:pt x="28" y="39"/>
                    <a:pt x="27" y="40"/>
                    <a:pt x="27" y="39"/>
                  </a:cubicBezTo>
                  <a:cubicBezTo>
                    <a:pt x="27" y="36"/>
                    <a:pt x="37" y="34"/>
                    <a:pt x="36" y="32"/>
                  </a:cubicBezTo>
                  <a:cubicBezTo>
                    <a:pt x="35" y="29"/>
                    <a:pt x="26" y="34"/>
                    <a:pt x="26" y="32"/>
                  </a:cubicBezTo>
                  <a:cubicBezTo>
                    <a:pt x="33" y="21"/>
                    <a:pt x="39" y="13"/>
                    <a:pt x="40" y="3"/>
                  </a:cubicBezTo>
                  <a:close/>
                  <a:moveTo>
                    <a:pt x="36" y="23"/>
                  </a:moveTo>
                  <a:cubicBezTo>
                    <a:pt x="36" y="22"/>
                    <a:pt x="37" y="21"/>
                    <a:pt x="38" y="21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18"/>
                    <a:pt x="41" y="17"/>
                    <a:pt x="42" y="17"/>
                  </a:cubicBezTo>
                  <a:cubicBezTo>
                    <a:pt x="46" y="21"/>
                    <a:pt x="43" y="23"/>
                    <a:pt x="41" y="21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3"/>
                    <a:pt x="39" y="25"/>
                    <a:pt x="39" y="25"/>
                  </a:cubicBezTo>
                  <a:cubicBezTo>
                    <a:pt x="38" y="28"/>
                    <a:pt x="36" y="28"/>
                    <a:pt x="36" y="23"/>
                  </a:cubicBezTo>
                  <a:close/>
                  <a:moveTo>
                    <a:pt x="44" y="9"/>
                  </a:moveTo>
                  <a:cubicBezTo>
                    <a:pt x="43" y="10"/>
                    <a:pt x="43" y="11"/>
                    <a:pt x="44" y="12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5" y="17"/>
                    <a:pt x="48" y="18"/>
                    <a:pt x="48" y="16"/>
                  </a:cubicBezTo>
                  <a:cubicBezTo>
                    <a:pt x="48" y="15"/>
                    <a:pt x="47" y="14"/>
                    <a:pt x="47" y="13"/>
                  </a:cubicBezTo>
                  <a:cubicBezTo>
                    <a:pt x="47" y="13"/>
                    <a:pt x="46" y="12"/>
                    <a:pt x="46" y="12"/>
                  </a:cubicBezTo>
                  <a:cubicBezTo>
                    <a:pt x="46" y="12"/>
                    <a:pt x="46" y="11"/>
                    <a:pt x="46" y="11"/>
                  </a:cubicBezTo>
                  <a:cubicBezTo>
                    <a:pt x="45" y="10"/>
                    <a:pt x="45" y="10"/>
                    <a:pt x="44" y="9"/>
                  </a:cubicBezTo>
                  <a:close/>
                  <a:moveTo>
                    <a:pt x="25" y="44"/>
                  </a:moveTo>
                  <a:cubicBezTo>
                    <a:pt x="23" y="45"/>
                    <a:pt x="20" y="45"/>
                    <a:pt x="20" y="44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5" y="40"/>
                    <a:pt x="25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4"/>
                    <a:pt x="25" y="44"/>
                    <a:pt x="25" y="44"/>
                  </a:cubicBezTo>
                  <a:close/>
                  <a:moveTo>
                    <a:pt x="28" y="41"/>
                  </a:moveTo>
                  <a:cubicBezTo>
                    <a:pt x="29" y="41"/>
                    <a:pt x="29" y="42"/>
                    <a:pt x="29" y="42"/>
                  </a:cubicBezTo>
                  <a:cubicBezTo>
                    <a:pt x="30" y="42"/>
                    <a:pt x="29" y="43"/>
                    <a:pt x="28" y="43"/>
                  </a:cubicBezTo>
                  <a:cubicBezTo>
                    <a:pt x="28" y="43"/>
                    <a:pt x="27" y="43"/>
                    <a:pt x="27" y="42"/>
                  </a:cubicBezTo>
                  <a:cubicBezTo>
                    <a:pt x="27" y="42"/>
                    <a:pt x="28" y="41"/>
                    <a:pt x="28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1" name="îšlîďè"/>
            <p:cNvSpPr/>
            <p:nvPr/>
          </p:nvSpPr>
          <p:spPr bwMode="auto">
            <a:xfrm>
              <a:off x="3813175" y="3956050"/>
              <a:ext cx="128588" cy="161925"/>
            </a:xfrm>
            <a:custGeom>
              <a:avLst/>
              <a:gdLst>
                <a:gd name="T0" fmla="*/ 27 w 39"/>
                <a:gd name="T1" fmla="*/ 1 h 49"/>
                <a:gd name="T2" fmla="*/ 31 w 39"/>
                <a:gd name="T3" fmla="*/ 3 h 49"/>
                <a:gd name="T4" fmla="*/ 30 w 39"/>
                <a:gd name="T5" fmla="*/ 7 h 49"/>
                <a:gd name="T6" fmla="*/ 34 w 39"/>
                <a:gd name="T7" fmla="*/ 7 h 49"/>
                <a:gd name="T8" fmla="*/ 36 w 39"/>
                <a:gd name="T9" fmla="*/ 10 h 49"/>
                <a:gd name="T10" fmla="*/ 29 w 39"/>
                <a:gd name="T11" fmla="*/ 16 h 49"/>
                <a:gd name="T12" fmla="*/ 28 w 39"/>
                <a:gd name="T13" fmla="*/ 15 h 49"/>
                <a:gd name="T14" fmla="*/ 29 w 39"/>
                <a:gd name="T15" fmla="*/ 14 h 49"/>
                <a:gd name="T16" fmla="*/ 32 w 39"/>
                <a:gd name="T17" fmla="*/ 10 h 49"/>
                <a:gd name="T18" fmla="*/ 30 w 39"/>
                <a:gd name="T19" fmla="*/ 9 h 49"/>
                <a:gd name="T20" fmla="*/ 27 w 39"/>
                <a:gd name="T21" fmla="*/ 11 h 49"/>
                <a:gd name="T22" fmla="*/ 25 w 39"/>
                <a:gd name="T23" fmla="*/ 17 h 49"/>
                <a:gd name="T24" fmla="*/ 23 w 39"/>
                <a:gd name="T25" fmla="*/ 20 h 49"/>
                <a:gd name="T26" fmla="*/ 28 w 39"/>
                <a:gd name="T27" fmla="*/ 20 h 49"/>
                <a:gd name="T28" fmla="*/ 38 w 39"/>
                <a:gd name="T29" fmla="*/ 18 h 49"/>
                <a:gd name="T30" fmla="*/ 38 w 39"/>
                <a:gd name="T31" fmla="*/ 21 h 49"/>
                <a:gd name="T32" fmla="*/ 36 w 39"/>
                <a:gd name="T33" fmla="*/ 21 h 49"/>
                <a:gd name="T34" fmla="*/ 31 w 39"/>
                <a:gd name="T35" fmla="*/ 21 h 49"/>
                <a:gd name="T36" fmla="*/ 22 w 39"/>
                <a:gd name="T37" fmla="*/ 23 h 49"/>
                <a:gd name="T38" fmla="*/ 19 w 39"/>
                <a:gd name="T39" fmla="*/ 29 h 49"/>
                <a:gd name="T40" fmla="*/ 21 w 39"/>
                <a:gd name="T41" fmla="*/ 30 h 49"/>
                <a:gd name="T42" fmla="*/ 24 w 39"/>
                <a:gd name="T43" fmla="*/ 24 h 49"/>
                <a:gd name="T44" fmla="*/ 26 w 39"/>
                <a:gd name="T45" fmla="*/ 26 h 49"/>
                <a:gd name="T46" fmla="*/ 26 w 39"/>
                <a:gd name="T47" fmla="*/ 27 h 49"/>
                <a:gd name="T48" fmla="*/ 24 w 39"/>
                <a:gd name="T49" fmla="*/ 32 h 49"/>
                <a:gd name="T50" fmla="*/ 27 w 39"/>
                <a:gd name="T51" fmla="*/ 34 h 49"/>
                <a:gd name="T52" fmla="*/ 23 w 39"/>
                <a:gd name="T53" fmla="*/ 36 h 49"/>
                <a:gd name="T54" fmla="*/ 21 w 39"/>
                <a:gd name="T55" fmla="*/ 35 h 49"/>
                <a:gd name="T56" fmla="*/ 1 w 39"/>
                <a:gd name="T57" fmla="*/ 46 h 49"/>
                <a:gd name="T58" fmla="*/ 18 w 39"/>
                <a:gd name="T59" fmla="*/ 35 h 49"/>
                <a:gd name="T60" fmla="*/ 19 w 39"/>
                <a:gd name="T61" fmla="*/ 34 h 49"/>
                <a:gd name="T62" fmla="*/ 17 w 39"/>
                <a:gd name="T63" fmla="*/ 33 h 49"/>
                <a:gd name="T64" fmla="*/ 16 w 39"/>
                <a:gd name="T65" fmla="*/ 31 h 49"/>
                <a:gd name="T66" fmla="*/ 18 w 39"/>
                <a:gd name="T67" fmla="*/ 25 h 49"/>
                <a:gd name="T68" fmla="*/ 13 w 39"/>
                <a:gd name="T69" fmla="*/ 26 h 49"/>
                <a:gd name="T70" fmla="*/ 5 w 39"/>
                <a:gd name="T71" fmla="*/ 29 h 49"/>
                <a:gd name="T72" fmla="*/ 3 w 39"/>
                <a:gd name="T73" fmla="*/ 30 h 49"/>
                <a:gd name="T74" fmla="*/ 2 w 39"/>
                <a:gd name="T75" fmla="*/ 30 h 49"/>
                <a:gd name="T76" fmla="*/ 1 w 39"/>
                <a:gd name="T77" fmla="*/ 27 h 49"/>
                <a:gd name="T78" fmla="*/ 4 w 39"/>
                <a:gd name="T79" fmla="*/ 26 h 49"/>
                <a:gd name="T80" fmla="*/ 12 w 39"/>
                <a:gd name="T81" fmla="*/ 24 h 49"/>
                <a:gd name="T82" fmla="*/ 20 w 39"/>
                <a:gd name="T83" fmla="*/ 21 h 49"/>
                <a:gd name="T84" fmla="*/ 23 w 39"/>
                <a:gd name="T85" fmla="*/ 15 h 49"/>
                <a:gd name="T86" fmla="*/ 22 w 39"/>
                <a:gd name="T87" fmla="*/ 13 h 49"/>
                <a:gd name="T88" fmla="*/ 19 w 39"/>
                <a:gd name="T89" fmla="*/ 16 h 49"/>
                <a:gd name="T90" fmla="*/ 18 w 39"/>
                <a:gd name="T91" fmla="*/ 18 h 49"/>
                <a:gd name="T92" fmla="*/ 16 w 39"/>
                <a:gd name="T93" fmla="*/ 16 h 49"/>
                <a:gd name="T94" fmla="*/ 17 w 39"/>
                <a:gd name="T95" fmla="*/ 10 h 49"/>
                <a:gd name="T96" fmla="*/ 19 w 39"/>
                <a:gd name="T97" fmla="*/ 9 h 49"/>
                <a:gd name="T98" fmla="*/ 19 w 39"/>
                <a:gd name="T99" fmla="*/ 12 h 49"/>
                <a:gd name="T100" fmla="*/ 25 w 39"/>
                <a:gd name="T101" fmla="*/ 10 h 49"/>
                <a:gd name="T102" fmla="*/ 27 w 39"/>
                <a:gd name="T103" fmla="*/ 6 h 49"/>
                <a:gd name="T104" fmla="*/ 28 w 39"/>
                <a:gd name="T105" fmla="*/ 2 h 49"/>
                <a:gd name="T106" fmla="*/ 27 w 39"/>
                <a:gd name="T107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9" h="49">
                  <a:moveTo>
                    <a:pt x="27" y="1"/>
                  </a:moveTo>
                  <a:cubicBezTo>
                    <a:pt x="29" y="0"/>
                    <a:pt x="31" y="1"/>
                    <a:pt x="31" y="3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8"/>
                    <a:pt x="32" y="7"/>
                    <a:pt x="34" y="7"/>
                  </a:cubicBezTo>
                  <a:cubicBezTo>
                    <a:pt x="35" y="8"/>
                    <a:pt x="36" y="9"/>
                    <a:pt x="36" y="10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7"/>
                    <a:pt x="27" y="15"/>
                    <a:pt x="28" y="15"/>
                  </a:cubicBezTo>
                  <a:cubicBezTo>
                    <a:pt x="28" y="14"/>
                    <a:pt x="28" y="14"/>
                    <a:pt x="29" y="14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3" y="8"/>
                    <a:pt x="31" y="8"/>
                    <a:pt x="30" y="9"/>
                  </a:cubicBezTo>
                  <a:cubicBezTo>
                    <a:pt x="28" y="9"/>
                    <a:pt x="28" y="10"/>
                    <a:pt x="27" y="11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19"/>
                    <a:pt x="23" y="20"/>
                    <a:pt x="23" y="20"/>
                  </a:cubicBezTo>
                  <a:cubicBezTo>
                    <a:pt x="24" y="21"/>
                    <a:pt x="26" y="20"/>
                    <a:pt x="28" y="20"/>
                  </a:cubicBezTo>
                  <a:cubicBezTo>
                    <a:pt x="32" y="18"/>
                    <a:pt x="36" y="17"/>
                    <a:pt x="38" y="18"/>
                  </a:cubicBezTo>
                  <a:cubicBezTo>
                    <a:pt x="39" y="19"/>
                    <a:pt x="39" y="20"/>
                    <a:pt x="38" y="21"/>
                  </a:cubicBezTo>
                  <a:cubicBezTo>
                    <a:pt x="37" y="21"/>
                    <a:pt x="36" y="21"/>
                    <a:pt x="36" y="21"/>
                  </a:cubicBezTo>
                  <a:cubicBezTo>
                    <a:pt x="33" y="22"/>
                    <a:pt x="31" y="22"/>
                    <a:pt x="31" y="21"/>
                  </a:cubicBezTo>
                  <a:cubicBezTo>
                    <a:pt x="27" y="21"/>
                    <a:pt x="25" y="22"/>
                    <a:pt x="22" y="23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8" y="31"/>
                    <a:pt x="21" y="32"/>
                    <a:pt x="21" y="30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7" y="26"/>
                    <a:pt x="27" y="27"/>
                    <a:pt x="26" y="27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3" y="32"/>
                    <a:pt x="25" y="33"/>
                    <a:pt x="27" y="34"/>
                  </a:cubicBezTo>
                  <a:cubicBezTo>
                    <a:pt x="28" y="35"/>
                    <a:pt x="27" y="38"/>
                    <a:pt x="23" y="36"/>
                  </a:cubicBezTo>
                  <a:cubicBezTo>
                    <a:pt x="23" y="35"/>
                    <a:pt x="22" y="35"/>
                    <a:pt x="21" y="35"/>
                  </a:cubicBezTo>
                  <a:cubicBezTo>
                    <a:pt x="12" y="46"/>
                    <a:pt x="4" y="49"/>
                    <a:pt x="1" y="46"/>
                  </a:cubicBezTo>
                  <a:cubicBezTo>
                    <a:pt x="7" y="45"/>
                    <a:pt x="13" y="42"/>
                    <a:pt x="18" y="35"/>
                  </a:cubicBezTo>
                  <a:cubicBezTo>
                    <a:pt x="18" y="35"/>
                    <a:pt x="19" y="34"/>
                    <a:pt x="19" y="34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6" y="32"/>
                    <a:pt x="16" y="31"/>
                  </a:cubicBezTo>
                  <a:cubicBezTo>
                    <a:pt x="16" y="30"/>
                    <a:pt x="17" y="28"/>
                    <a:pt x="18" y="25"/>
                  </a:cubicBezTo>
                  <a:cubicBezTo>
                    <a:pt x="18" y="24"/>
                    <a:pt x="16" y="25"/>
                    <a:pt x="13" y="26"/>
                  </a:cubicBezTo>
                  <a:cubicBezTo>
                    <a:pt x="11" y="26"/>
                    <a:pt x="8" y="27"/>
                    <a:pt x="5" y="29"/>
                  </a:cubicBezTo>
                  <a:cubicBezTo>
                    <a:pt x="5" y="29"/>
                    <a:pt x="4" y="30"/>
                    <a:pt x="3" y="30"/>
                  </a:cubicBezTo>
                  <a:cubicBezTo>
                    <a:pt x="2" y="31"/>
                    <a:pt x="2" y="30"/>
                    <a:pt x="2" y="30"/>
                  </a:cubicBezTo>
                  <a:cubicBezTo>
                    <a:pt x="2" y="29"/>
                    <a:pt x="1" y="28"/>
                    <a:pt x="1" y="27"/>
                  </a:cubicBezTo>
                  <a:cubicBezTo>
                    <a:pt x="0" y="26"/>
                    <a:pt x="3" y="26"/>
                    <a:pt x="4" y="26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4" y="23"/>
                    <a:pt x="19" y="22"/>
                    <a:pt x="20" y="21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4" y="14"/>
                    <a:pt x="24" y="12"/>
                    <a:pt x="22" y="13"/>
                  </a:cubicBezTo>
                  <a:cubicBezTo>
                    <a:pt x="21" y="14"/>
                    <a:pt x="19" y="15"/>
                    <a:pt x="19" y="16"/>
                  </a:cubicBezTo>
                  <a:cubicBezTo>
                    <a:pt x="18" y="16"/>
                    <a:pt x="18" y="17"/>
                    <a:pt x="18" y="18"/>
                  </a:cubicBezTo>
                  <a:cubicBezTo>
                    <a:pt x="16" y="19"/>
                    <a:pt x="15" y="19"/>
                    <a:pt x="16" y="16"/>
                  </a:cubicBezTo>
                  <a:cubicBezTo>
                    <a:pt x="16" y="14"/>
                    <a:pt x="17" y="12"/>
                    <a:pt x="17" y="10"/>
                  </a:cubicBezTo>
                  <a:cubicBezTo>
                    <a:pt x="17" y="7"/>
                    <a:pt x="18" y="6"/>
                    <a:pt x="19" y="9"/>
                  </a:cubicBezTo>
                  <a:cubicBezTo>
                    <a:pt x="19" y="10"/>
                    <a:pt x="19" y="11"/>
                    <a:pt x="19" y="12"/>
                  </a:cubicBezTo>
                  <a:cubicBezTo>
                    <a:pt x="18" y="15"/>
                    <a:pt x="24" y="11"/>
                    <a:pt x="25" y="10"/>
                  </a:cubicBezTo>
                  <a:cubicBezTo>
                    <a:pt x="26" y="9"/>
                    <a:pt x="26" y="7"/>
                    <a:pt x="27" y="6"/>
                  </a:cubicBezTo>
                  <a:cubicBezTo>
                    <a:pt x="27" y="5"/>
                    <a:pt x="28" y="3"/>
                    <a:pt x="28" y="2"/>
                  </a:cubicBezTo>
                  <a:cubicBezTo>
                    <a:pt x="28" y="2"/>
                    <a:pt x="27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2" name="ïşliďe"/>
            <p:cNvSpPr/>
            <p:nvPr/>
          </p:nvSpPr>
          <p:spPr bwMode="auto">
            <a:xfrm>
              <a:off x="4100513" y="3965575"/>
              <a:ext cx="88900" cy="139700"/>
            </a:xfrm>
            <a:custGeom>
              <a:avLst/>
              <a:gdLst>
                <a:gd name="T0" fmla="*/ 4 w 27"/>
                <a:gd name="T1" fmla="*/ 18 h 42"/>
                <a:gd name="T2" fmla="*/ 11 w 27"/>
                <a:gd name="T3" fmla="*/ 13 h 42"/>
                <a:gd name="T4" fmla="*/ 12 w 27"/>
                <a:gd name="T5" fmla="*/ 4 h 42"/>
                <a:gd name="T6" fmla="*/ 12 w 27"/>
                <a:gd name="T7" fmla="*/ 2 h 42"/>
                <a:gd name="T8" fmla="*/ 13 w 27"/>
                <a:gd name="T9" fmla="*/ 0 h 42"/>
                <a:gd name="T10" fmla="*/ 15 w 27"/>
                <a:gd name="T11" fmla="*/ 11 h 42"/>
                <a:gd name="T12" fmla="*/ 17 w 27"/>
                <a:gd name="T13" fmla="*/ 9 h 42"/>
                <a:gd name="T14" fmla="*/ 19 w 27"/>
                <a:gd name="T15" fmla="*/ 10 h 42"/>
                <a:gd name="T16" fmla="*/ 14 w 27"/>
                <a:gd name="T17" fmla="*/ 15 h 42"/>
                <a:gd name="T18" fmla="*/ 14 w 27"/>
                <a:gd name="T19" fmla="*/ 18 h 42"/>
                <a:gd name="T20" fmla="*/ 13 w 27"/>
                <a:gd name="T21" fmla="*/ 21 h 42"/>
                <a:gd name="T22" fmla="*/ 15 w 27"/>
                <a:gd name="T23" fmla="*/ 23 h 42"/>
                <a:gd name="T24" fmla="*/ 27 w 27"/>
                <a:gd name="T25" fmla="*/ 25 h 42"/>
                <a:gd name="T26" fmla="*/ 23 w 27"/>
                <a:gd name="T27" fmla="*/ 30 h 42"/>
                <a:gd name="T28" fmla="*/ 13 w 27"/>
                <a:gd name="T29" fmla="*/ 23 h 42"/>
                <a:gd name="T30" fmla="*/ 12 w 27"/>
                <a:gd name="T31" fmla="*/ 24 h 42"/>
                <a:gd name="T32" fmla="*/ 0 w 27"/>
                <a:gd name="T33" fmla="*/ 42 h 42"/>
                <a:gd name="T34" fmla="*/ 10 w 27"/>
                <a:gd name="T35" fmla="*/ 20 h 42"/>
                <a:gd name="T36" fmla="*/ 4 w 27"/>
                <a:gd name="T37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42">
                  <a:moveTo>
                    <a:pt x="4" y="18"/>
                  </a:moveTo>
                  <a:cubicBezTo>
                    <a:pt x="6" y="17"/>
                    <a:pt x="9" y="16"/>
                    <a:pt x="11" y="1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3"/>
                    <a:pt x="12" y="2"/>
                  </a:cubicBezTo>
                  <a:cubicBezTo>
                    <a:pt x="12" y="1"/>
                    <a:pt x="12" y="0"/>
                    <a:pt x="13" y="0"/>
                  </a:cubicBezTo>
                  <a:cubicBezTo>
                    <a:pt x="16" y="0"/>
                    <a:pt x="15" y="5"/>
                    <a:pt x="15" y="11"/>
                  </a:cubicBezTo>
                  <a:cubicBezTo>
                    <a:pt x="17" y="11"/>
                    <a:pt x="16" y="10"/>
                    <a:pt x="17" y="9"/>
                  </a:cubicBezTo>
                  <a:cubicBezTo>
                    <a:pt x="18" y="9"/>
                    <a:pt x="19" y="9"/>
                    <a:pt x="19" y="10"/>
                  </a:cubicBezTo>
                  <a:cubicBezTo>
                    <a:pt x="20" y="11"/>
                    <a:pt x="19" y="12"/>
                    <a:pt x="14" y="15"/>
                  </a:cubicBezTo>
                  <a:cubicBezTo>
                    <a:pt x="14" y="15"/>
                    <a:pt x="14" y="16"/>
                    <a:pt x="14" y="18"/>
                  </a:cubicBezTo>
                  <a:cubicBezTo>
                    <a:pt x="14" y="19"/>
                    <a:pt x="13" y="20"/>
                    <a:pt x="13" y="21"/>
                  </a:cubicBezTo>
                  <a:cubicBezTo>
                    <a:pt x="13" y="22"/>
                    <a:pt x="14" y="23"/>
                    <a:pt x="15" y="23"/>
                  </a:cubicBezTo>
                  <a:cubicBezTo>
                    <a:pt x="20" y="26"/>
                    <a:pt x="24" y="27"/>
                    <a:pt x="27" y="25"/>
                  </a:cubicBezTo>
                  <a:cubicBezTo>
                    <a:pt x="26" y="28"/>
                    <a:pt x="24" y="30"/>
                    <a:pt x="23" y="30"/>
                  </a:cubicBezTo>
                  <a:cubicBezTo>
                    <a:pt x="20" y="30"/>
                    <a:pt x="18" y="28"/>
                    <a:pt x="13" y="23"/>
                  </a:cubicBezTo>
                  <a:cubicBezTo>
                    <a:pt x="12" y="23"/>
                    <a:pt x="12" y="24"/>
                    <a:pt x="12" y="24"/>
                  </a:cubicBezTo>
                  <a:cubicBezTo>
                    <a:pt x="10" y="33"/>
                    <a:pt x="5" y="38"/>
                    <a:pt x="0" y="42"/>
                  </a:cubicBezTo>
                  <a:cubicBezTo>
                    <a:pt x="4" y="35"/>
                    <a:pt x="8" y="28"/>
                    <a:pt x="10" y="20"/>
                  </a:cubicBezTo>
                  <a:cubicBezTo>
                    <a:pt x="11" y="16"/>
                    <a:pt x="7" y="21"/>
                    <a:pt x="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3" name="íśļíḑè"/>
            <p:cNvSpPr/>
            <p:nvPr/>
          </p:nvSpPr>
          <p:spPr bwMode="auto">
            <a:xfrm>
              <a:off x="4340225" y="3941763"/>
              <a:ext cx="17463" cy="42863"/>
            </a:xfrm>
            <a:custGeom>
              <a:avLst/>
              <a:gdLst>
                <a:gd name="T0" fmla="*/ 0 w 5"/>
                <a:gd name="T1" fmla="*/ 0 h 13"/>
                <a:gd name="T2" fmla="*/ 2 w 5"/>
                <a:gd name="T3" fmla="*/ 4 h 13"/>
                <a:gd name="T4" fmla="*/ 3 w 5"/>
                <a:gd name="T5" fmla="*/ 8 h 13"/>
                <a:gd name="T6" fmla="*/ 4 w 5"/>
                <a:gd name="T7" fmla="*/ 5 h 13"/>
                <a:gd name="T8" fmla="*/ 4 w 5"/>
                <a:gd name="T9" fmla="*/ 4 h 13"/>
                <a:gd name="T10" fmla="*/ 5 w 5"/>
                <a:gd name="T11" fmla="*/ 4 h 13"/>
                <a:gd name="T12" fmla="*/ 5 w 5"/>
                <a:gd name="T13" fmla="*/ 11 h 13"/>
                <a:gd name="T14" fmla="*/ 5 w 5"/>
                <a:gd name="T15" fmla="*/ 12 h 13"/>
                <a:gd name="T16" fmla="*/ 3 w 5"/>
                <a:gd name="T17" fmla="*/ 12 h 13"/>
                <a:gd name="T18" fmla="*/ 1 w 5"/>
                <a:gd name="T19" fmla="*/ 9 h 13"/>
                <a:gd name="T20" fmla="*/ 0 w 5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13">
                  <a:moveTo>
                    <a:pt x="0" y="0"/>
                  </a:moveTo>
                  <a:cubicBezTo>
                    <a:pt x="1" y="0"/>
                    <a:pt x="2" y="2"/>
                    <a:pt x="2" y="4"/>
                  </a:cubicBezTo>
                  <a:cubicBezTo>
                    <a:pt x="2" y="5"/>
                    <a:pt x="2" y="7"/>
                    <a:pt x="3" y="8"/>
                  </a:cubicBezTo>
                  <a:cubicBezTo>
                    <a:pt x="4" y="9"/>
                    <a:pt x="4" y="8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5" y="4"/>
                  </a:cubicBezTo>
                  <a:cubicBezTo>
                    <a:pt x="5" y="5"/>
                    <a:pt x="5" y="9"/>
                    <a:pt x="5" y="11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3"/>
                    <a:pt x="3" y="13"/>
                    <a:pt x="3" y="12"/>
                  </a:cubicBezTo>
                  <a:cubicBezTo>
                    <a:pt x="2" y="11"/>
                    <a:pt x="1" y="10"/>
                    <a:pt x="1" y="9"/>
                  </a:cubicBezTo>
                  <a:cubicBezTo>
                    <a:pt x="1" y="6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4" name="ïṥḷíḍè"/>
            <p:cNvSpPr/>
            <p:nvPr/>
          </p:nvSpPr>
          <p:spPr bwMode="auto">
            <a:xfrm>
              <a:off x="4367213" y="3925888"/>
              <a:ext cx="52388" cy="73025"/>
            </a:xfrm>
            <a:custGeom>
              <a:avLst/>
              <a:gdLst>
                <a:gd name="T0" fmla="*/ 1 w 16"/>
                <a:gd name="T1" fmla="*/ 13 h 22"/>
                <a:gd name="T2" fmla="*/ 3 w 16"/>
                <a:gd name="T3" fmla="*/ 12 h 22"/>
                <a:gd name="T4" fmla="*/ 7 w 16"/>
                <a:gd name="T5" fmla="*/ 5 h 22"/>
                <a:gd name="T6" fmla="*/ 14 w 16"/>
                <a:gd name="T7" fmla="*/ 0 h 22"/>
                <a:gd name="T8" fmla="*/ 8 w 16"/>
                <a:gd name="T9" fmla="*/ 7 h 22"/>
                <a:gd name="T10" fmla="*/ 8 w 16"/>
                <a:gd name="T11" fmla="*/ 8 h 22"/>
                <a:gd name="T12" fmla="*/ 8 w 16"/>
                <a:gd name="T13" fmla="*/ 9 h 22"/>
                <a:gd name="T14" fmla="*/ 16 w 16"/>
                <a:gd name="T15" fmla="*/ 20 h 22"/>
                <a:gd name="T16" fmla="*/ 14 w 16"/>
                <a:gd name="T17" fmla="*/ 22 h 22"/>
                <a:gd name="T18" fmla="*/ 5 w 16"/>
                <a:gd name="T19" fmla="*/ 21 h 22"/>
                <a:gd name="T20" fmla="*/ 12 w 16"/>
                <a:gd name="T21" fmla="*/ 16 h 22"/>
                <a:gd name="T22" fmla="*/ 8 w 16"/>
                <a:gd name="T23" fmla="*/ 10 h 22"/>
                <a:gd name="T24" fmla="*/ 7 w 16"/>
                <a:gd name="T25" fmla="*/ 9 h 22"/>
                <a:gd name="T26" fmla="*/ 1 w 16"/>
                <a:gd name="T27" fmla="*/ 15 h 22"/>
                <a:gd name="T28" fmla="*/ 1 w 16"/>
                <a:gd name="T29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22">
                  <a:moveTo>
                    <a:pt x="1" y="13"/>
                  </a:moveTo>
                  <a:cubicBezTo>
                    <a:pt x="2" y="13"/>
                    <a:pt x="2" y="12"/>
                    <a:pt x="3" y="12"/>
                  </a:cubicBezTo>
                  <a:cubicBezTo>
                    <a:pt x="5" y="10"/>
                    <a:pt x="6" y="7"/>
                    <a:pt x="7" y="5"/>
                  </a:cubicBezTo>
                  <a:cubicBezTo>
                    <a:pt x="9" y="2"/>
                    <a:pt x="11" y="0"/>
                    <a:pt x="14" y="0"/>
                  </a:cubicBezTo>
                  <a:cubicBezTo>
                    <a:pt x="14" y="1"/>
                    <a:pt x="11" y="5"/>
                    <a:pt x="8" y="7"/>
                  </a:cubicBezTo>
                  <a:cubicBezTo>
                    <a:pt x="8" y="7"/>
                    <a:pt x="8" y="8"/>
                    <a:pt x="8" y="8"/>
                  </a:cubicBezTo>
                  <a:cubicBezTo>
                    <a:pt x="8" y="8"/>
                    <a:pt x="8" y="8"/>
                    <a:pt x="8" y="9"/>
                  </a:cubicBezTo>
                  <a:cubicBezTo>
                    <a:pt x="12" y="12"/>
                    <a:pt x="15" y="16"/>
                    <a:pt x="16" y="20"/>
                  </a:cubicBezTo>
                  <a:cubicBezTo>
                    <a:pt x="16" y="22"/>
                    <a:pt x="15" y="21"/>
                    <a:pt x="14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19"/>
                    <a:pt x="13" y="20"/>
                    <a:pt x="12" y="16"/>
                  </a:cubicBezTo>
                  <a:cubicBezTo>
                    <a:pt x="11" y="14"/>
                    <a:pt x="10" y="12"/>
                    <a:pt x="8" y="10"/>
                  </a:cubicBezTo>
                  <a:cubicBezTo>
                    <a:pt x="8" y="10"/>
                    <a:pt x="7" y="9"/>
                    <a:pt x="7" y="9"/>
                  </a:cubicBezTo>
                  <a:cubicBezTo>
                    <a:pt x="5" y="11"/>
                    <a:pt x="3" y="16"/>
                    <a:pt x="1" y="15"/>
                  </a:cubicBezTo>
                  <a:cubicBezTo>
                    <a:pt x="0" y="15"/>
                    <a:pt x="0" y="14"/>
                    <a:pt x="1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5" name="ïSḻiḓe"/>
            <p:cNvSpPr/>
            <p:nvPr/>
          </p:nvSpPr>
          <p:spPr bwMode="auto">
            <a:xfrm>
              <a:off x="4318000" y="3908425"/>
              <a:ext cx="26988" cy="23813"/>
            </a:xfrm>
            <a:custGeom>
              <a:avLst/>
              <a:gdLst>
                <a:gd name="T0" fmla="*/ 1 w 8"/>
                <a:gd name="T1" fmla="*/ 0 h 7"/>
                <a:gd name="T2" fmla="*/ 5 w 8"/>
                <a:gd name="T3" fmla="*/ 2 h 7"/>
                <a:gd name="T4" fmla="*/ 7 w 8"/>
                <a:gd name="T5" fmla="*/ 4 h 7"/>
                <a:gd name="T6" fmla="*/ 7 w 8"/>
                <a:gd name="T7" fmla="*/ 7 h 7"/>
                <a:gd name="T8" fmla="*/ 4 w 8"/>
                <a:gd name="T9" fmla="*/ 4 h 7"/>
                <a:gd name="T10" fmla="*/ 1 w 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7">
                  <a:moveTo>
                    <a:pt x="1" y="0"/>
                  </a:moveTo>
                  <a:cubicBezTo>
                    <a:pt x="2" y="0"/>
                    <a:pt x="3" y="1"/>
                    <a:pt x="5" y="2"/>
                  </a:cubicBezTo>
                  <a:cubicBezTo>
                    <a:pt x="6" y="3"/>
                    <a:pt x="6" y="2"/>
                    <a:pt x="7" y="4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6" y="7"/>
                    <a:pt x="5" y="6"/>
                    <a:pt x="4" y="4"/>
                  </a:cubicBezTo>
                  <a:cubicBezTo>
                    <a:pt x="3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6" name="îsļiḋé"/>
            <p:cNvSpPr/>
            <p:nvPr/>
          </p:nvSpPr>
          <p:spPr bwMode="auto">
            <a:xfrm>
              <a:off x="4308475" y="3836988"/>
              <a:ext cx="98425" cy="112713"/>
            </a:xfrm>
            <a:custGeom>
              <a:avLst/>
              <a:gdLst>
                <a:gd name="T0" fmla="*/ 1 w 30"/>
                <a:gd name="T1" fmla="*/ 14 h 34"/>
                <a:gd name="T2" fmla="*/ 10 w 30"/>
                <a:gd name="T3" fmla="*/ 20 h 34"/>
                <a:gd name="T4" fmla="*/ 12 w 30"/>
                <a:gd name="T5" fmla="*/ 18 h 34"/>
                <a:gd name="T6" fmla="*/ 9 w 30"/>
                <a:gd name="T7" fmla="*/ 14 h 34"/>
                <a:gd name="T8" fmla="*/ 9 w 30"/>
                <a:gd name="T9" fmla="*/ 13 h 34"/>
                <a:gd name="T10" fmla="*/ 9 w 30"/>
                <a:gd name="T11" fmla="*/ 9 h 34"/>
                <a:gd name="T12" fmla="*/ 6 w 30"/>
                <a:gd name="T13" fmla="*/ 3 h 34"/>
                <a:gd name="T14" fmla="*/ 6 w 30"/>
                <a:gd name="T15" fmla="*/ 2 h 34"/>
                <a:gd name="T16" fmla="*/ 11 w 30"/>
                <a:gd name="T17" fmla="*/ 4 h 34"/>
                <a:gd name="T18" fmla="*/ 11 w 30"/>
                <a:gd name="T19" fmla="*/ 11 h 34"/>
                <a:gd name="T20" fmla="*/ 18 w 30"/>
                <a:gd name="T21" fmla="*/ 1 h 34"/>
                <a:gd name="T22" fmla="*/ 21 w 30"/>
                <a:gd name="T23" fmla="*/ 4 h 34"/>
                <a:gd name="T24" fmla="*/ 22 w 30"/>
                <a:gd name="T25" fmla="*/ 15 h 34"/>
                <a:gd name="T26" fmla="*/ 23 w 30"/>
                <a:gd name="T27" fmla="*/ 17 h 34"/>
                <a:gd name="T28" fmla="*/ 30 w 30"/>
                <a:gd name="T29" fmla="*/ 14 h 34"/>
                <a:gd name="T30" fmla="*/ 24 w 30"/>
                <a:gd name="T31" fmla="*/ 25 h 34"/>
                <a:gd name="T32" fmla="*/ 23 w 30"/>
                <a:gd name="T33" fmla="*/ 33 h 34"/>
                <a:gd name="T34" fmla="*/ 23 w 30"/>
                <a:gd name="T35" fmla="*/ 33 h 34"/>
                <a:gd name="T36" fmla="*/ 22 w 30"/>
                <a:gd name="T37" fmla="*/ 32 h 34"/>
                <a:gd name="T38" fmla="*/ 18 w 30"/>
                <a:gd name="T39" fmla="*/ 34 h 34"/>
                <a:gd name="T40" fmla="*/ 24 w 30"/>
                <a:gd name="T41" fmla="*/ 24 h 34"/>
                <a:gd name="T42" fmla="*/ 26 w 30"/>
                <a:gd name="T43" fmla="*/ 17 h 34"/>
                <a:gd name="T44" fmla="*/ 15 w 30"/>
                <a:gd name="T45" fmla="*/ 31 h 34"/>
                <a:gd name="T46" fmla="*/ 19 w 30"/>
                <a:gd name="T47" fmla="*/ 24 h 34"/>
                <a:gd name="T48" fmla="*/ 17 w 30"/>
                <a:gd name="T49" fmla="*/ 21 h 34"/>
                <a:gd name="T50" fmla="*/ 16 w 30"/>
                <a:gd name="T51" fmla="*/ 23 h 34"/>
                <a:gd name="T52" fmla="*/ 13 w 30"/>
                <a:gd name="T53" fmla="*/ 22 h 34"/>
                <a:gd name="T54" fmla="*/ 13 w 30"/>
                <a:gd name="T55" fmla="*/ 30 h 34"/>
                <a:gd name="T56" fmla="*/ 12 w 30"/>
                <a:gd name="T57" fmla="*/ 23 h 34"/>
                <a:gd name="T58" fmla="*/ 12 w 30"/>
                <a:gd name="T59" fmla="*/ 21 h 34"/>
                <a:gd name="T60" fmla="*/ 10 w 30"/>
                <a:gd name="T61" fmla="*/ 21 h 34"/>
                <a:gd name="T62" fmla="*/ 10 w 30"/>
                <a:gd name="T63" fmla="*/ 22 h 34"/>
                <a:gd name="T64" fmla="*/ 1 w 30"/>
                <a:gd name="T65" fmla="*/ 15 h 34"/>
                <a:gd name="T66" fmla="*/ 1 w 30"/>
                <a:gd name="T67" fmla="*/ 14 h 34"/>
                <a:gd name="T68" fmla="*/ 14 w 30"/>
                <a:gd name="T69" fmla="*/ 9 h 34"/>
                <a:gd name="T70" fmla="*/ 19 w 30"/>
                <a:gd name="T71" fmla="*/ 13 h 34"/>
                <a:gd name="T72" fmla="*/ 17 w 30"/>
                <a:gd name="T73" fmla="*/ 19 h 34"/>
                <a:gd name="T74" fmla="*/ 20 w 30"/>
                <a:gd name="T75" fmla="*/ 22 h 34"/>
                <a:gd name="T76" fmla="*/ 19 w 30"/>
                <a:gd name="T77" fmla="*/ 4 h 34"/>
                <a:gd name="T78" fmla="*/ 14 w 30"/>
                <a:gd name="T79" fmla="*/ 9 h 34"/>
                <a:gd name="T80" fmla="*/ 14 w 30"/>
                <a:gd name="T81" fmla="*/ 10 h 34"/>
                <a:gd name="T82" fmla="*/ 12 w 30"/>
                <a:gd name="T83" fmla="*/ 11 h 34"/>
                <a:gd name="T84" fmla="*/ 13 w 30"/>
                <a:gd name="T85" fmla="*/ 13 h 34"/>
                <a:gd name="T86" fmla="*/ 14 w 30"/>
                <a:gd name="T87" fmla="*/ 18 h 34"/>
                <a:gd name="T88" fmla="*/ 15 w 30"/>
                <a:gd name="T89" fmla="*/ 19 h 34"/>
                <a:gd name="T90" fmla="*/ 15 w 30"/>
                <a:gd name="T91" fmla="*/ 17 h 34"/>
                <a:gd name="T92" fmla="*/ 16 w 30"/>
                <a:gd name="T93" fmla="*/ 18 h 34"/>
                <a:gd name="T94" fmla="*/ 17 w 30"/>
                <a:gd name="T95" fmla="*/ 18 h 34"/>
                <a:gd name="T96" fmla="*/ 17 w 30"/>
                <a:gd name="T97" fmla="*/ 14 h 34"/>
                <a:gd name="T98" fmla="*/ 14 w 30"/>
                <a:gd name="T99" fmla="*/ 1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" h="34">
                  <a:moveTo>
                    <a:pt x="1" y="14"/>
                  </a:moveTo>
                  <a:cubicBezTo>
                    <a:pt x="2" y="13"/>
                    <a:pt x="6" y="15"/>
                    <a:pt x="10" y="20"/>
                  </a:cubicBezTo>
                  <a:cubicBezTo>
                    <a:pt x="11" y="19"/>
                    <a:pt x="11" y="19"/>
                    <a:pt x="12" y="18"/>
                  </a:cubicBezTo>
                  <a:cubicBezTo>
                    <a:pt x="12" y="16"/>
                    <a:pt x="10" y="15"/>
                    <a:pt x="9" y="14"/>
                  </a:cubicBezTo>
                  <a:cubicBezTo>
                    <a:pt x="9" y="14"/>
                    <a:pt x="9" y="13"/>
                    <a:pt x="9" y="13"/>
                  </a:cubicBezTo>
                  <a:cubicBezTo>
                    <a:pt x="9" y="12"/>
                    <a:pt x="9" y="10"/>
                    <a:pt x="9" y="9"/>
                  </a:cubicBezTo>
                  <a:cubicBezTo>
                    <a:pt x="8" y="6"/>
                    <a:pt x="7" y="4"/>
                    <a:pt x="6" y="3"/>
                  </a:cubicBezTo>
                  <a:cubicBezTo>
                    <a:pt x="5" y="2"/>
                    <a:pt x="5" y="2"/>
                    <a:pt x="6" y="2"/>
                  </a:cubicBezTo>
                  <a:cubicBezTo>
                    <a:pt x="9" y="2"/>
                    <a:pt x="12" y="1"/>
                    <a:pt x="11" y="4"/>
                  </a:cubicBezTo>
                  <a:cubicBezTo>
                    <a:pt x="11" y="8"/>
                    <a:pt x="10" y="12"/>
                    <a:pt x="11" y="11"/>
                  </a:cubicBezTo>
                  <a:cubicBezTo>
                    <a:pt x="14" y="6"/>
                    <a:pt x="16" y="2"/>
                    <a:pt x="18" y="1"/>
                  </a:cubicBezTo>
                  <a:cubicBezTo>
                    <a:pt x="20" y="0"/>
                    <a:pt x="21" y="2"/>
                    <a:pt x="21" y="4"/>
                  </a:cubicBezTo>
                  <a:cubicBezTo>
                    <a:pt x="22" y="7"/>
                    <a:pt x="22" y="11"/>
                    <a:pt x="22" y="15"/>
                  </a:cubicBezTo>
                  <a:cubicBezTo>
                    <a:pt x="22" y="18"/>
                    <a:pt x="22" y="19"/>
                    <a:pt x="23" y="17"/>
                  </a:cubicBezTo>
                  <a:cubicBezTo>
                    <a:pt x="24" y="16"/>
                    <a:pt x="29" y="9"/>
                    <a:pt x="30" y="14"/>
                  </a:cubicBezTo>
                  <a:cubicBezTo>
                    <a:pt x="30" y="17"/>
                    <a:pt x="28" y="21"/>
                    <a:pt x="24" y="25"/>
                  </a:cubicBezTo>
                  <a:cubicBezTo>
                    <a:pt x="24" y="28"/>
                    <a:pt x="24" y="30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1"/>
                    <a:pt x="22" y="31"/>
                    <a:pt x="22" y="32"/>
                  </a:cubicBezTo>
                  <a:cubicBezTo>
                    <a:pt x="21" y="32"/>
                    <a:pt x="20" y="34"/>
                    <a:pt x="18" y="34"/>
                  </a:cubicBezTo>
                  <a:cubicBezTo>
                    <a:pt x="22" y="30"/>
                    <a:pt x="22" y="25"/>
                    <a:pt x="24" y="24"/>
                  </a:cubicBezTo>
                  <a:cubicBezTo>
                    <a:pt x="26" y="20"/>
                    <a:pt x="27" y="17"/>
                    <a:pt x="26" y="17"/>
                  </a:cubicBezTo>
                  <a:cubicBezTo>
                    <a:pt x="22" y="19"/>
                    <a:pt x="16" y="31"/>
                    <a:pt x="15" y="31"/>
                  </a:cubicBezTo>
                  <a:cubicBezTo>
                    <a:pt x="16" y="28"/>
                    <a:pt x="17" y="26"/>
                    <a:pt x="19" y="24"/>
                  </a:cubicBezTo>
                  <a:cubicBezTo>
                    <a:pt x="19" y="22"/>
                    <a:pt x="18" y="21"/>
                    <a:pt x="17" y="21"/>
                  </a:cubicBezTo>
                  <a:cubicBezTo>
                    <a:pt x="17" y="21"/>
                    <a:pt x="17" y="22"/>
                    <a:pt x="16" y="23"/>
                  </a:cubicBezTo>
                  <a:cubicBezTo>
                    <a:pt x="15" y="23"/>
                    <a:pt x="14" y="21"/>
                    <a:pt x="13" y="22"/>
                  </a:cubicBezTo>
                  <a:cubicBezTo>
                    <a:pt x="14" y="27"/>
                    <a:pt x="14" y="31"/>
                    <a:pt x="13" y="30"/>
                  </a:cubicBezTo>
                  <a:cubicBezTo>
                    <a:pt x="13" y="28"/>
                    <a:pt x="13" y="25"/>
                    <a:pt x="12" y="23"/>
                  </a:cubicBezTo>
                  <a:cubicBezTo>
                    <a:pt x="12" y="22"/>
                    <a:pt x="12" y="22"/>
                    <a:pt x="12" y="21"/>
                  </a:cubicBezTo>
                  <a:cubicBezTo>
                    <a:pt x="11" y="20"/>
                    <a:pt x="11" y="20"/>
                    <a:pt x="10" y="21"/>
                  </a:cubicBezTo>
                  <a:cubicBezTo>
                    <a:pt x="10" y="21"/>
                    <a:pt x="10" y="21"/>
                    <a:pt x="10" y="22"/>
                  </a:cubicBezTo>
                  <a:cubicBezTo>
                    <a:pt x="9" y="22"/>
                    <a:pt x="4" y="16"/>
                    <a:pt x="1" y="15"/>
                  </a:cubicBezTo>
                  <a:cubicBezTo>
                    <a:pt x="0" y="14"/>
                    <a:pt x="1" y="14"/>
                    <a:pt x="1" y="14"/>
                  </a:cubicBezTo>
                  <a:close/>
                  <a:moveTo>
                    <a:pt x="14" y="9"/>
                  </a:moveTo>
                  <a:cubicBezTo>
                    <a:pt x="16" y="10"/>
                    <a:pt x="18" y="12"/>
                    <a:pt x="19" y="13"/>
                  </a:cubicBezTo>
                  <a:cubicBezTo>
                    <a:pt x="19" y="15"/>
                    <a:pt x="18" y="17"/>
                    <a:pt x="17" y="19"/>
                  </a:cubicBezTo>
                  <a:cubicBezTo>
                    <a:pt x="18" y="20"/>
                    <a:pt x="19" y="21"/>
                    <a:pt x="20" y="22"/>
                  </a:cubicBezTo>
                  <a:cubicBezTo>
                    <a:pt x="20" y="16"/>
                    <a:pt x="20" y="10"/>
                    <a:pt x="19" y="4"/>
                  </a:cubicBezTo>
                  <a:cubicBezTo>
                    <a:pt x="16" y="4"/>
                    <a:pt x="15" y="7"/>
                    <a:pt x="14" y="9"/>
                  </a:cubicBezTo>
                  <a:close/>
                  <a:moveTo>
                    <a:pt x="14" y="10"/>
                  </a:moveTo>
                  <a:cubicBezTo>
                    <a:pt x="13" y="10"/>
                    <a:pt x="13" y="10"/>
                    <a:pt x="12" y="11"/>
                  </a:cubicBezTo>
                  <a:cubicBezTo>
                    <a:pt x="12" y="12"/>
                    <a:pt x="12" y="12"/>
                    <a:pt x="13" y="13"/>
                  </a:cubicBezTo>
                  <a:cubicBezTo>
                    <a:pt x="15" y="14"/>
                    <a:pt x="13" y="17"/>
                    <a:pt x="14" y="18"/>
                  </a:cubicBezTo>
                  <a:cubicBezTo>
                    <a:pt x="14" y="19"/>
                    <a:pt x="14" y="19"/>
                    <a:pt x="15" y="19"/>
                  </a:cubicBezTo>
                  <a:cubicBezTo>
                    <a:pt x="15" y="19"/>
                    <a:pt x="15" y="17"/>
                    <a:pt x="15" y="17"/>
                  </a:cubicBezTo>
                  <a:cubicBezTo>
                    <a:pt x="15" y="17"/>
                    <a:pt x="16" y="19"/>
                    <a:pt x="16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2"/>
                    <a:pt x="15" y="11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7" name="ïşľídé"/>
            <p:cNvSpPr/>
            <p:nvPr/>
          </p:nvSpPr>
          <p:spPr bwMode="auto">
            <a:xfrm>
              <a:off x="3216275" y="2651125"/>
              <a:ext cx="1543050" cy="1549400"/>
            </a:xfrm>
            <a:custGeom>
              <a:avLst/>
              <a:gdLst>
                <a:gd name="T0" fmla="*/ 234 w 468"/>
                <a:gd name="T1" fmla="*/ 0 h 468"/>
                <a:gd name="T2" fmla="*/ 468 w 468"/>
                <a:gd name="T3" fmla="*/ 234 h 468"/>
                <a:gd name="T4" fmla="*/ 234 w 468"/>
                <a:gd name="T5" fmla="*/ 468 h 468"/>
                <a:gd name="T6" fmla="*/ 0 w 468"/>
                <a:gd name="T7" fmla="*/ 234 h 468"/>
                <a:gd name="T8" fmla="*/ 234 w 468"/>
                <a:gd name="T9" fmla="*/ 0 h 468"/>
                <a:gd name="T10" fmla="*/ 234 w 468"/>
                <a:gd name="T11" fmla="*/ 11 h 468"/>
                <a:gd name="T12" fmla="*/ 11 w 468"/>
                <a:gd name="T13" fmla="*/ 234 h 468"/>
                <a:gd name="T14" fmla="*/ 234 w 468"/>
                <a:gd name="T15" fmla="*/ 458 h 468"/>
                <a:gd name="T16" fmla="*/ 458 w 468"/>
                <a:gd name="T17" fmla="*/ 234 h 468"/>
                <a:gd name="T18" fmla="*/ 234 w 468"/>
                <a:gd name="T19" fmla="*/ 11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8" h="468">
                  <a:moveTo>
                    <a:pt x="234" y="0"/>
                  </a:moveTo>
                  <a:cubicBezTo>
                    <a:pt x="364" y="0"/>
                    <a:pt x="468" y="105"/>
                    <a:pt x="468" y="234"/>
                  </a:cubicBezTo>
                  <a:cubicBezTo>
                    <a:pt x="468" y="363"/>
                    <a:pt x="364" y="468"/>
                    <a:pt x="234" y="468"/>
                  </a:cubicBezTo>
                  <a:cubicBezTo>
                    <a:pt x="105" y="468"/>
                    <a:pt x="0" y="363"/>
                    <a:pt x="0" y="234"/>
                  </a:cubicBezTo>
                  <a:cubicBezTo>
                    <a:pt x="0" y="105"/>
                    <a:pt x="105" y="0"/>
                    <a:pt x="234" y="0"/>
                  </a:cubicBezTo>
                  <a:close/>
                  <a:moveTo>
                    <a:pt x="234" y="11"/>
                  </a:moveTo>
                  <a:cubicBezTo>
                    <a:pt x="111" y="11"/>
                    <a:pt x="11" y="111"/>
                    <a:pt x="11" y="234"/>
                  </a:cubicBezTo>
                  <a:cubicBezTo>
                    <a:pt x="11" y="358"/>
                    <a:pt x="111" y="458"/>
                    <a:pt x="234" y="458"/>
                  </a:cubicBezTo>
                  <a:cubicBezTo>
                    <a:pt x="358" y="458"/>
                    <a:pt x="458" y="358"/>
                    <a:pt x="458" y="234"/>
                  </a:cubicBezTo>
                  <a:cubicBezTo>
                    <a:pt x="458" y="111"/>
                    <a:pt x="358" y="11"/>
                    <a:pt x="234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28" name="Line 5"/>
          <p:cNvSpPr/>
          <p:nvPr/>
        </p:nvSpPr>
        <p:spPr>
          <a:xfrm>
            <a:off x="7527831" y="781840"/>
            <a:ext cx="0" cy="5260975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矩形 128"/>
          <p:cNvSpPr/>
          <p:nvPr>
            <p:custDataLst>
              <p:tags r:id="rId20"/>
            </p:custDataLst>
          </p:nvPr>
        </p:nvSpPr>
        <p:spPr>
          <a:xfrm>
            <a:off x="7287337" y="1845505"/>
            <a:ext cx="3682365" cy="2087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0" name="文本框 129"/>
          <p:cNvSpPr txBox="1"/>
          <p:nvPr>
            <p:custDataLst>
              <p:tags r:id="rId21"/>
            </p:custDataLst>
          </p:nvPr>
        </p:nvSpPr>
        <p:spPr>
          <a:xfrm>
            <a:off x="8187155" y="2107893"/>
            <a:ext cx="1835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1" name="文本框 130"/>
          <p:cNvSpPr txBox="1"/>
          <p:nvPr>
            <p:custDataLst>
              <p:tags r:id="rId22"/>
            </p:custDataLst>
          </p:nvPr>
        </p:nvSpPr>
        <p:spPr>
          <a:xfrm>
            <a:off x="7435240" y="3051541"/>
            <a:ext cx="31798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i="1" u="none" strike="noStrike" kern="1200" cap="none" spc="6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</a:t>
            </a:r>
            <a:endParaRPr kumimoji="0" lang="zh-CN" altLang="en-US" sz="4000" i="1" u="none" strike="noStrike" kern="1200" cap="none" spc="6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9" name="组合 58"/>
          <p:cNvGrpSpPr/>
          <p:nvPr>
            <p:custDataLst>
              <p:tags r:id="rId23"/>
            </p:custDataLst>
          </p:nvPr>
        </p:nvGrpSpPr>
        <p:grpSpPr>
          <a:xfrm>
            <a:off x="612977" y="4363239"/>
            <a:ext cx="627525" cy="603517"/>
            <a:chOff x="5127859" y="2518592"/>
            <a:chExt cx="1936282" cy="1723208"/>
          </a:xfrm>
        </p:grpSpPr>
        <p:sp>
          <p:nvSpPr>
            <p:cNvPr id="60" name="任意多边形 59"/>
            <p:cNvSpPr/>
            <p:nvPr>
              <p:custDataLst>
                <p:tags r:id="rId24"/>
              </p:custDataLst>
            </p:nvPr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任意多边形 60"/>
            <p:cNvSpPr/>
            <p:nvPr>
              <p:custDataLst>
                <p:tags r:id="rId25"/>
              </p:custDataLst>
            </p:nvPr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1214322" y="4438269"/>
            <a:ext cx="5563281" cy="491490"/>
          </a:xfrm>
          <a:prstGeom prst="rect">
            <a:avLst/>
          </a:prstGeom>
          <a:noFill/>
          <a:ln>
            <a:solidFill>
              <a:srgbClr val="9CC5FD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9CC5FD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结果展示</a:t>
            </a:r>
            <a:endParaRPr lang="zh-CN" altLang="en-US" sz="2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.01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3825" y="4789805"/>
            <a:ext cx="6851650" cy="8145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spc="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研究背景与意义</a:t>
            </a:r>
            <a:endParaRPr lang="zh-CN" altLang="en-US" sz="4000" b="1" spc="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751998" y="970846"/>
            <a:ext cx="4086985" cy="1351536"/>
            <a:chOff x="2629947" y="2501424"/>
            <a:chExt cx="5609900" cy="1855152"/>
          </a:xfrm>
          <a:solidFill>
            <a:schemeClr val="bg1"/>
          </a:solidFill>
        </p:grpSpPr>
        <p:grpSp>
          <p:nvGrpSpPr>
            <p:cNvPr id="12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43" name="îśľíḓè"/>
              <p:cNvSpPr/>
              <p:nvPr/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3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40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6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18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 txBox="1"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0070C0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08940" y="123445"/>
            <a:ext cx="119380" cy="5619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542579" y="136259"/>
            <a:ext cx="8670417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一、研究背景与意义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34915" y="87566"/>
            <a:ext cx="2191388" cy="724676"/>
            <a:chOff x="2629947" y="2501424"/>
            <a:chExt cx="5609900" cy="1855152"/>
          </a:xfrm>
          <a:solidFill>
            <a:schemeClr val="accent6"/>
          </a:solidFill>
        </p:grpSpPr>
        <p:grpSp>
          <p:nvGrpSpPr>
            <p:cNvPr id="3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38" name="îśľíḓè"/>
              <p:cNvSpPr/>
              <p:nvPr/>
            </p:nvSpPr>
            <p:spPr bwMode="auto">
              <a:xfrm>
                <a:off x="3714749" y="2916237"/>
                <a:ext cx="527049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3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5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6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35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6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7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1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9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7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8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3" name="文本框 12"/>
          <p:cNvSpPr txBox="1"/>
          <p:nvPr/>
        </p:nvSpPr>
        <p:spPr>
          <a:xfrm>
            <a:off x="9339522" y="555752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1-2</a:t>
            </a:r>
            <a:r>
              <a:rPr lang="zh-CN" altLang="en-US"/>
              <a:t>页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196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.02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3825" y="4789805"/>
            <a:ext cx="6851650" cy="891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spc="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问题简化与模型假设</a:t>
            </a:r>
            <a:endParaRPr lang="zh-CN" altLang="en-US" sz="4000" b="1" spc="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751998" y="970846"/>
            <a:ext cx="4086985" cy="1351536"/>
            <a:chOff x="2629947" y="2501424"/>
            <a:chExt cx="5609900" cy="1855152"/>
          </a:xfrm>
          <a:solidFill>
            <a:schemeClr val="bg1"/>
          </a:solidFill>
        </p:grpSpPr>
        <p:grpSp>
          <p:nvGrpSpPr>
            <p:cNvPr id="12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43" name="îśľíḓè"/>
              <p:cNvSpPr/>
              <p:nvPr/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3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40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6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18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 txBox="1"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0070C0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08940" y="123445"/>
            <a:ext cx="119380" cy="5619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542579" y="136259"/>
            <a:ext cx="8670417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问题简化与模型假设</a:t>
            </a:r>
            <a:endParaRPr 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34915" y="87566"/>
            <a:ext cx="2191388" cy="724676"/>
            <a:chOff x="2629947" y="2501424"/>
            <a:chExt cx="5609900" cy="1855152"/>
          </a:xfrm>
          <a:solidFill>
            <a:schemeClr val="accent6"/>
          </a:solidFill>
        </p:grpSpPr>
        <p:grpSp>
          <p:nvGrpSpPr>
            <p:cNvPr id="3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38" name="îśľíḓè"/>
              <p:cNvSpPr/>
              <p:nvPr/>
            </p:nvSpPr>
            <p:spPr bwMode="auto">
              <a:xfrm>
                <a:off x="3714749" y="2916237"/>
                <a:ext cx="527049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3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5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6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35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6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7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1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9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7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8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196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.03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3825" y="4789805"/>
            <a:ext cx="6851650" cy="891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spc="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数据集描述</a:t>
            </a:r>
            <a:endParaRPr lang="zh-CN" altLang="en-US" sz="4000" b="1" spc="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751998" y="970846"/>
            <a:ext cx="4086985" cy="1351536"/>
            <a:chOff x="2629947" y="2501424"/>
            <a:chExt cx="5609900" cy="1855152"/>
          </a:xfrm>
          <a:solidFill>
            <a:schemeClr val="bg1"/>
          </a:solidFill>
        </p:grpSpPr>
        <p:grpSp>
          <p:nvGrpSpPr>
            <p:cNvPr id="12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43" name="îśľíḓè"/>
              <p:cNvSpPr/>
              <p:nvPr/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3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40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6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18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 txBox="1"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0070C0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08940" y="123445"/>
            <a:ext cx="119380" cy="5619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542579" y="136259"/>
            <a:ext cx="8670417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三、数据集描述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34915" y="87566"/>
            <a:ext cx="2191388" cy="724676"/>
            <a:chOff x="2629947" y="2501424"/>
            <a:chExt cx="5609900" cy="1855152"/>
          </a:xfrm>
          <a:solidFill>
            <a:schemeClr val="accent6"/>
          </a:solidFill>
        </p:grpSpPr>
        <p:grpSp>
          <p:nvGrpSpPr>
            <p:cNvPr id="3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38" name="îśľíḓè"/>
              <p:cNvSpPr/>
              <p:nvPr/>
            </p:nvSpPr>
            <p:spPr bwMode="auto">
              <a:xfrm>
                <a:off x="3714749" y="2916237"/>
                <a:ext cx="527049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3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5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6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35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6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7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1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9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7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8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196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.04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3825" y="4789805"/>
            <a:ext cx="6851650" cy="891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spc="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技术方案</a:t>
            </a:r>
            <a:endParaRPr lang="zh-CN" altLang="en-US" sz="4000" b="1" spc="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751998" y="970846"/>
            <a:ext cx="4086985" cy="1351536"/>
            <a:chOff x="2629947" y="2501424"/>
            <a:chExt cx="5609900" cy="1855152"/>
          </a:xfrm>
          <a:solidFill>
            <a:schemeClr val="bg1"/>
          </a:solidFill>
        </p:grpSpPr>
        <p:grpSp>
          <p:nvGrpSpPr>
            <p:cNvPr id="12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43" name="îśľíḓè"/>
              <p:cNvSpPr/>
              <p:nvPr/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3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40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6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18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 txBox="1"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0070C0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08940" y="123445"/>
            <a:ext cx="119380" cy="5619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542579" y="136259"/>
            <a:ext cx="8670417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四、技术方案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34915" y="87566"/>
            <a:ext cx="2191388" cy="724676"/>
            <a:chOff x="2629947" y="2501424"/>
            <a:chExt cx="5609900" cy="1855152"/>
          </a:xfrm>
          <a:solidFill>
            <a:schemeClr val="accent6"/>
          </a:solidFill>
        </p:grpSpPr>
        <p:grpSp>
          <p:nvGrpSpPr>
            <p:cNvPr id="3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38" name="îśľíḓè"/>
              <p:cNvSpPr/>
              <p:nvPr/>
            </p:nvSpPr>
            <p:spPr bwMode="auto">
              <a:xfrm>
                <a:off x="3714749" y="2916237"/>
                <a:ext cx="527049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3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5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6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35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6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7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1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9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7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8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3" name="文本框 12"/>
          <p:cNvSpPr txBox="1"/>
          <p:nvPr/>
        </p:nvSpPr>
        <p:spPr>
          <a:xfrm>
            <a:off x="408940" y="87503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3.</a:t>
            </a:r>
            <a:r>
              <a:rPr lang="zh-CN" altLang="en-US" sz="2800" b="1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充电站排队模型</a:t>
            </a:r>
            <a:endParaRPr lang="zh-CN" altLang="en-US" sz="2800" b="1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42290" y="1397000"/>
            <a:ext cx="664654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50000"/>
              </a:lnSpc>
            </a:pP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        </a:t>
            </a:r>
            <a:r>
              <a:rPr lang="zh-CN" altLang="en-US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考虑到配送车辆到达充电站有可能需要进行充电排队的情况，为了后续计算时间惩罚成本，在此计算配送车辆充电时长时考虑充电排队时长。我们引入排队模型</a:t>
            </a: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 M/M/N/∞/</a:t>
            </a: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∞ </a:t>
            </a:r>
            <a:r>
              <a:rPr lang="zh-CN" altLang="en-US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用来计算充电排队时长。</a:t>
            </a:r>
            <a:endParaRPr lang="zh-CN" altLang="en-US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11175" y="3266440"/>
            <a:ext cx="98177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方正小标宋_GBK" panose="03000509000000000000" charset="-122"/>
                <a:ea typeface="方正小标宋_GBK" panose="03000509000000000000" charset="-122"/>
              </a:rPr>
              <a:t>排队时长：</a:t>
            </a:r>
            <a:endParaRPr lang="zh-CN" altLang="en-US" b="1">
              <a:latin typeface="方正小标宋_GBK" panose="03000509000000000000" charset="-122"/>
              <a:ea typeface="方正小标宋_GBK" panose="03000509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        </a:t>
            </a:r>
            <a:r>
              <a:rPr lang="zh-CN" altLang="en-US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设充电站有充电桩</a:t>
            </a: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N</a:t>
            </a:r>
            <a:r>
              <a:rPr lang="zh-CN" altLang="en-US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个，且充电站的服务强度为</a:t>
            </a: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             </a:t>
            </a:r>
            <a:r>
              <a:rPr lang="zh-CN" altLang="en-US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，车辆到达率为</a:t>
            </a: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      </a:t>
            </a:r>
            <a:r>
              <a:rPr lang="zh-CN" altLang="en-US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，每个充电桩的平均服务时间为</a:t>
            </a:r>
            <a:r>
              <a:rPr lang="en-US" altLang="zh-CN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      </a:t>
            </a:r>
            <a:r>
              <a:rPr lang="zh-CN" altLang="en-US">
                <a:latin typeface="方正小标宋_GBK" panose="03000509000000000000" charset="-122"/>
                <a:ea typeface="方正小标宋_GBK" panose="03000509000000000000" charset="-122"/>
                <a:cs typeface="方正小标宋_GBK" panose="03000509000000000000" charset="-122"/>
              </a:rPr>
              <a:t>，则根据排队论模型可计算没有充电用户的概率为：</a:t>
            </a:r>
            <a:endParaRPr lang="zh-CN" altLang="en-US">
              <a:latin typeface="方正小标宋_GBK" panose="03000509000000000000" charset="-122"/>
              <a:ea typeface="方正小标宋_GBK" panose="03000509000000000000" charset="-122"/>
              <a:cs typeface="方正小标宋_GBK" panose="03000509000000000000" charset="-122"/>
            </a:endParaRPr>
          </a:p>
        </p:txBody>
      </p:sp>
      <p:graphicFrame>
        <p:nvGraphicFramePr>
          <p:cNvPr id="68" name="Object 719"/>
          <p:cNvGraphicFramePr>
            <a:graphicFrameLocks noChangeAspect="1"/>
          </p:cNvGraphicFramePr>
          <p:nvPr/>
        </p:nvGraphicFramePr>
        <p:xfrm>
          <a:off x="5813425" y="3563620"/>
          <a:ext cx="771525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" r:id="rId2" imgW="538480" imgH="333375" progId="Equation.AxMath">
                  <p:embed/>
                </p:oleObj>
              </mc:Choice>
              <mc:Fallback>
                <p:oleObj name="" r:id="rId2" imgW="538480" imgH="333375" progId="Equation.AxMath">
                  <p:embed/>
                  <p:pic>
                    <p:nvPicPr>
                      <p:cNvPr id="0" name="图片 6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13425" y="3563620"/>
                        <a:ext cx="771525" cy="4787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59115" y="3647440"/>
          <a:ext cx="29972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4" imgW="139700" imgH="177165" progId="Equation.KSEE3">
                  <p:embed/>
                </p:oleObj>
              </mc:Choice>
              <mc:Fallback>
                <p:oleObj name="" r:id="rId4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59115" y="3647440"/>
                        <a:ext cx="29972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90445" y="3964940"/>
          <a:ext cx="254000" cy="60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6" imgW="177165" imgH="419100" progId="Equation.KSEE3">
                  <p:embed/>
                </p:oleObj>
              </mc:Choice>
              <mc:Fallback>
                <p:oleObj name="" r:id="rId6" imgW="177165" imgH="4191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90445" y="3964940"/>
                        <a:ext cx="254000" cy="600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-2147481896" name="Object 728"/>
          <p:cNvGraphicFramePr>
            <a:graphicFrameLocks noChangeAspect="1"/>
          </p:cNvGraphicFramePr>
          <p:nvPr/>
        </p:nvGraphicFramePr>
        <p:xfrm>
          <a:off x="4362450" y="4797425"/>
          <a:ext cx="3673475" cy="1470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8" imgW="1965325" imgH="784860" progId="Equation.AxMath">
                  <p:embed/>
                </p:oleObj>
              </mc:Choice>
              <mc:Fallback>
                <p:oleObj name="" r:id="rId8" imgW="1965325" imgH="784860" progId="Equation.AxMath">
                  <p:embed/>
                  <p:pic>
                    <p:nvPicPr>
                      <p:cNvPr id="0" name="图片 7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62450" y="4797425"/>
                        <a:ext cx="3673475" cy="14706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7" name="ECB019B1-382A-4266-B25C-5B523AA43C14-1"/>
          <p:cNvPicPr>
            <a:picLocks noChangeAspect="1"/>
          </p:cNvPicPr>
          <p:nvPr/>
        </p:nvPicPr>
        <p:blipFill>
          <a:blip r:embed="rId10"/>
          <a:srcRect b="21491"/>
          <a:stretch>
            <a:fillRect/>
          </a:stretch>
        </p:blipFill>
        <p:spPr>
          <a:xfrm>
            <a:off x="6890385" y="1192530"/>
            <a:ext cx="5476875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 txBox="1"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0070C0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08940" y="123445"/>
            <a:ext cx="119380" cy="5619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542579" y="136259"/>
            <a:ext cx="8670417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四、技术方案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34915" y="87566"/>
            <a:ext cx="2191388" cy="724676"/>
            <a:chOff x="2629947" y="2501424"/>
            <a:chExt cx="5609900" cy="1855152"/>
          </a:xfrm>
          <a:solidFill>
            <a:schemeClr val="accent6"/>
          </a:solidFill>
        </p:grpSpPr>
        <p:grpSp>
          <p:nvGrpSpPr>
            <p:cNvPr id="3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38" name="îśľíḓè"/>
              <p:cNvSpPr/>
              <p:nvPr/>
            </p:nvSpPr>
            <p:spPr bwMode="auto">
              <a:xfrm>
                <a:off x="3714749" y="2916237"/>
                <a:ext cx="527049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3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5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6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35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6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7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1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9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7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8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3" name="文本框 12"/>
          <p:cNvSpPr txBox="1"/>
          <p:nvPr/>
        </p:nvSpPr>
        <p:spPr>
          <a:xfrm>
            <a:off x="408940" y="875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3.</a:t>
            </a:r>
            <a:r>
              <a:rPr lang="zh-CN" altLang="en-US" b="1"/>
              <a:t>充电站排队模型</a:t>
            </a:r>
            <a:endParaRPr lang="zh-CN" altLang="en-US" b="1"/>
          </a:p>
        </p:txBody>
      </p:sp>
      <p:sp>
        <p:nvSpPr>
          <p:cNvPr id="66" name="文本框 65"/>
          <p:cNvSpPr txBox="1"/>
          <p:nvPr/>
        </p:nvSpPr>
        <p:spPr>
          <a:xfrm>
            <a:off x="519430" y="1635125"/>
            <a:ext cx="1003744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方正小标宋_GBK" panose="03000509000000000000" charset="-122"/>
                <a:ea typeface="方正小标宋_GBK" panose="03000509000000000000" charset="-122"/>
              </a:rPr>
              <a:t>平均排队长度为：</a:t>
            </a:r>
            <a:endParaRPr lang="zh-CN" altLang="en-US" b="1">
              <a:latin typeface="方正小标宋_GBK" panose="03000509000000000000" charset="-122"/>
              <a:ea typeface="方正小标宋_GBK" panose="03000509000000000000" charset="-122"/>
            </a:endParaRPr>
          </a:p>
          <a:p>
            <a:endParaRPr lang="zh-CN" altLang="en-US" b="1">
              <a:latin typeface="方正小标宋_GBK" panose="03000509000000000000" charset="-122"/>
              <a:ea typeface="方正小标宋_GBK" panose="03000509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28320" y="2956560"/>
            <a:ext cx="9817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-2147481885" name="Object 739"/>
          <p:cNvGraphicFramePr>
            <a:graphicFrameLocks noChangeAspect="1"/>
          </p:cNvGraphicFramePr>
          <p:nvPr/>
        </p:nvGraphicFramePr>
        <p:xfrm>
          <a:off x="3573145" y="2052955"/>
          <a:ext cx="381444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967230" imgH="536575" progId="Equation.AxMath">
                  <p:embed/>
                </p:oleObj>
              </mc:Choice>
              <mc:Fallback>
                <p:oleObj name="" r:id="rId2" imgW="1967230" imgH="536575" progId="Equation.AxMat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73145" y="2052955"/>
                        <a:ext cx="3814445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文本框 74"/>
          <p:cNvSpPr txBox="1"/>
          <p:nvPr/>
        </p:nvSpPr>
        <p:spPr>
          <a:xfrm>
            <a:off x="542290" y="3820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ClrTx/>
              <a:buSzTx/>
              <a:buFontTx/>
            </a:pPr>
            <a:r>
              <a:rPr lang="zh-CN" altLang="en-US" b="1">
                <a:latin typeface="方正小标宋_GBK" panose="03000509000000000000" charset="-122"/>
                <a:ea typeface="方正小标宋_GBK" panose="03000509000000000000" charset="-122"/>
              </a:rPr>
              <a:t>则平均排队时间：</a:t>
            </a:r>
            <a:endParaRPr lang="zh-CN" altLang="en-US" b="1">
              <a:latin typeface="方正小标宋_GBK" panose="03000509000000000000" charset="-122"/>
              <a:ea typeface="方正小标宋_GBK" panose="03000509000000000000" charset="-122"/>
            </a:endParaRPr>
          </a:p>
        </p:txBody>
      </p:sp>
      <p:graphicFrame>
        <p:nvGraphicFramePr>
          <p:cNvPr id="-2147481878" name="Object 746"/>
          <p:cNvGraphicFramePr>
            <a:graphicFrameLocks noChangeAspect="1"/>
          </p:cNvGraphicFramePr>
          <p:nvPr/>
        </p:nvGraphicFramePr>
        <p:xfrm>
          <a:off x="4339590" y="4493260"/>
          <a:ext cx="2195830" cy="1334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" name="" r:id="rId4" imgW="803910" imgH="487680" progId="Equation.AxMath">
                  <p:embed/>
                </p:oleObj>
              </mc:Choice>
              <mc:Fallback>
                <p:oleObj name="" r:id="rId4" imgW="803910" imgH="487680" progId="Equation.AxMath">
                  <p:embed/>
                  <p:pic>
                    <p:nvPicPr>
                      <p:cNvPr id="0" name="图片 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39590" y="4493260"/>
                        <a:ext cx="2195830" cy="13347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196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.05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4789805"/>
            <a:ext cx="12192000" cy="8915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spc="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结果展示</a:t>
            </a:r>
            <a:endParaRPr lang="zh-CN" altLang="en-US" sz="4000" b="1" spc="6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751998" y="970846"/>
            <a:ext cx="4086985" cy="1351536"/>
            <a:chOff x="2629947" y="2501424"/>
            <a:chExt cx="5609900" cy="1855152"/>
          </a:xfrm>
          <a:solidFill>
            <a:schemeClr val="bg1"/>
          </a:solidFill>
        </p:grpSpPr>
        <p:grpSp>
          <p:nvGrpSpPr>
            <p:cNvPr id="12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43" name="îśľíḓè"/>
              <p:cNvSpPr/>
              <p:nvPr/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3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40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6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18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 txBox="1"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0070C0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08940" y="123445"/>
            <a:ext cx="119380" cy="5619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542579" y="136259"/>
            <a:ext cx="6531321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五、结果展示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834915" y="87566"/>
            <a:ext cx="2191388" cy="724676"/>
            <a:chOff x="2629947" y="2501424"/>
            <a:chExt cx="5609900" cy="1855152"/>
          </a:xfrm>
          <a:solidFill>
            <a:schemeClr val="accent6"/>
          </a:solidFill>
        </p:grpSpPr>
        <p:grpSp>
          <p:nvGrpSpPr>
            <p:cNvPr id="3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38" name="îśľíḓè"/>
              <p:cNvSpPr/>
              <p:nvPr/>
            </p:nvSpPr>
            <p:spPr bwMode="auto">
              <a:xfrm>
                <a:off x="3714749" y="2916237"/>
                <a:ext cx="527049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3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5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Sans Serif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6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35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6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7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1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9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7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8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6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Sans Serif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7457" y="4340543"/>
            <a:ext cx="11202670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spc="60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谢谢</a:t>
            </a:r>
            <a:endParaRPr lang="zh-CN" altLang="en-US" sz="3200" b="1" spc="6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1" name="9958e2aa-ba20-40b7-bff6-9b67054778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751998" y="970846"/>
            <a:ext cx="4086985" cy="1351536"/>
            <a:chOff x="2629947" y="2501424"/>
            <a:chExt cx="5609900" cy="1855152"/>
          </a:xfrm>
          <a:solidFill>
            <a:schemeClr val="bg1"/>
          </a:solidFill>
        </p:grpSpPr>
        <p:grpSp>
          <p:nvGrpSpPr>
            <p:cNvPr id="12" name="iSľîďê"/>
            <p:cNvGrpSpPr/>
            <p:nvPr/>
          </p:nvGrpSpPr>
          <p:grpSpPr>
            <a:xfrm>
              <a:off x="2629947" y="2501424"/>
              <a:ext cx="1847550" cy="1855152"/>
              <a:chOff x="3216275" y="2651125"/>
              <a:chExt cx="1543050" cy="1549400"/>
            </a:xfrm>
            <a:grpFill/>
          </p:grpSpPr>
          <p:sp>
            <p:nvSpPr>
              <p:cNvPr id="43" name="îśľíḓè"/>
              <p:cNvSpPr/>
              <p:nvPr/>
            </p:nvSpPr>
            <p:spPr bwMode="auto">
              <a:xfrm>
                <a:off x="3714750" y="2916238"/>
                <a:ext cx="527050" cy="714375"/>
              </a:xfrm>
              <a:custGeom>
                <a:avLst/>
                <a:gdLst>
                  <a:gd name="T0" fmla="*/ 59 w 160"/>
                  <a:gd name="T1" fmla="*/ 112 h 216"/>
                  <a:gd name="T2" fmla="*/ 60 w 160"/>
                  <a:gd name="T3" fmla="*/ 120 h 216"/>
                  <a:gd name="T4" fmla="*/ 73 w 160"/>
                  <a:gd name="T5" fmla="*/ 135 h 216"/>
                  <a:gd name="T6" fmla="*/ 73 w 160"/>
                  <a:gd name="T7" fmla="*/ 143 h 216"/>
                  <a:gd name="T8" fmla="*/ 46 w 160"/>
                  <a:gd name="T9" fmla="*/ 173 h 216"/>
                  <a:gd name="T10" fmla="*/ 73 w 160"/>
                  <a:gd name="T11" fmla="*/ 167 h 216"/>
                  <a:gd name="T12" fmla="*/ 58 w 160"/>
                  <a:gd name="T13" fmla="*/ 204 h 216"/>
                  <a:gd name="T14" fmla="*/ 116 w 160"/>
                  <a:gd name="T15" fmla="*/ 202 h 216"/>
                  <a:gd name="T16" fmla="*/ 87 w 160"/>
                  <a:gd name="T17" fmla="*/ 158 h 216"/>
                  <a:gd name="T18" fmla="*/ 113 w 160"/>
                  <a:gd name="T19" fmla="*/ 172 h 216"/>
                  <a:gd name="T20" fmla="*/ 126 w 160"/>
                  <a:gd name="T21" fmla="*/ 164 h 216"/>
                  <a:gd name="T22" fmla="*/ 87 w 160"/>
                  <a:gd name="T23" fmla="*/ 143 h 216"/>
                  <a:gd name="T24" fmla="*/ 95 w 160"/>
                  <a:gd name="T25" fmla="*/ 134 h 216"/>
                  <a:gd name="T26" fmla="*/ 103 w 160"/>
                  <a:gd name="T27" fmla="*/ 123 h 216"/>
                  <a:gd name="T28" fmla="*/ 103 w 160"/>
                  <a:gd name="T29" fmla="*/ 112 h 216"/>
                  <a:gd name="T30" fmla="*/ 141 w 160"/>
                  <a:gd name="T31" fmla="*/ 206 h 216"/>
                  <a:gd name="T32" fmla="*/ 90 w 160"/>
                  <a:gd name="T33" fmla="*/ 87 h 216"/>
                  <a:gd name="T34" fmla="*/ 119 w 160"/>
                  <a:gd name="T35" fmla="*/ 79 h 216"/>
                  <a:gd name="T36" fmla="*/ 131 w 160"/>
                  <a:gd name="T37" fmla="*/ 73 h 216"/>
                  <a:gd name="T38" fmla="*/ 120 w 160"/>
                  <a:gd name="T39" fmla="*/ 65 h 216"/>
                  <a:gd name="T40" fmla="*/ 90 w 160"/>
                  <a:gd name="T41" fmla="*/ 57 h 216"/>
                  <a:gd name="T42" fmla="*/ 118 w 160"/>
                  <a:gd name="T43" fmla="*/ 60 h 216"/>
                  <a:gd name="T44" fmla="*/ 118 w 160"/>
                  <a:gd name="T45" fmla="*/ 41 h 216"/>
                  <a:gd name="T46" fmla="*/ 90 w 160"/>
                  <a:gd name="T47" fmla="*/ 43 h 216"/>
                  <a:gd name="T48" fmla="*/ 108 w 160"/>
                  <a:gd name="T49" fmla="*/ 35 h 216"/>
                  <a:gd name="T50" fmla="*/ 120 w 160"/>
                  <a:gd name="T51" fmla="*/ 28 h 216"/>
                  <a:gd name="T52" fmla="*/ 109 w 160"/>
                  <a:gd name="T53" fmla="*/ 21 h 216"/>
                  <a:gd name="T54" fmla="*/ 90 w 160"/>
                  <a:gd name="T55" fmla="*/ 13 h 216"/>
                  <a:gd name="T56" fmla="*/ 83 w 160"/>
                  <a:gd name="T57" fmla="*/ 0 h 216"/>
                  <a:gd name="T58" fmla="*/ 74 w 160"/>
                  <a:gd name="T59" fmla="*/ 12 h 216"/>
                  <a:gd name="T60" fmla="*/ 2 w 160"/>
                  <a:gd name="T61" fmla="*/ 203 h 216"/>
                  <a:gd name="T62" fmla="*/ 80 w 160"/>
                  <a:gd name="T63" fmla="*/ 102 h 216"/>
                  <a:gd name="T64" fmla="*/ 86 w 160"/>
                  <a:gd name="T65" fmla="*/ 107 h 216"/>
                  <a:gd name="T66" fmla="*/ 81 w 160"/>
                  <a:gd name="T67" fmla="*/ 121 h 216"/>
                  <a:gd name="T68" fmla="*/ 76 w 160"/>
                  <a:gd name="T69" fmla="*/ 116 h 216"/>
                  <a:gd name="T70" fmla="*/ 80 w 160"/>
                  <a:gd name="T71" fmla="*/ 10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0" h="216">
                    <a:moveTo>
                      <a:pt x="19" y="206"/>
                    </a:moveTo>
                    <a:cubicBezTo>
                      <a:pt x="24" y="171"/>
                      <a:pt x="34" y="137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0" y="120"/>
                      <a:pt x="60" y="120"/>
                      <a:pt x="60" y="120"/>
                    </a:cubicBezTo>
                    <a:cubicBezTo>
                      <a:pt x="60" y="127"/>
                      <a:pt x="64" y="135"/>
                      <a:pt x="72" y="135"/>
                    </a:cubicBezTo>
                    <a:cubicBezTo>
                      <a:pt x="72" y="135"/>
                      <a:pt x="73" y="135"/>
                      <a:pt x="73" y="135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73" y="143"/>
                      <a:pt x="73" y="143"/>
                      <a:pt x="73" y="143"/>
                    </a:cubicBezTo>
                    <a:cubicBezTo>
                      <a:pt x="58" y="146"/>
                      <a:pt x="45" y="152"/>
                      <a:pt x="36" y="164"/>
                    </a:cubicBezTo>
                    <a:cubicBezTo>
                      <a:pt x="30" y="171"/>
                      <a:pt x="41" y="177"/>
                      <a:pt x="46" y="173"/>
                    </a:cubicBezTo>
                    <a:cubicBezTo>
                      <a:pt x="55" y="166"/>
                      <a:pt x="64" y="160"/>
                      <a:pt x="73" y="158"/>
                    </a:cubicBezTo>
                    <a:cubicBezTo>
                      <a:pt x="73" y="167"/>
                      <a:pt x="73" y="167"/>
                      <a:pt x="73" y="167"/>
                    </a:cubicBezTo>
                    <a:cubicBezTo>
                      <a:pt x="54" y="173"/>
                      <a:pt x="44" y="185"/>
                      <a:pt x="45" y="205"/>
                    </a:cubicBezTo>
                    <a:cubicBezTo>
                      <a:pt x="45" y="212"/>
                      <a:pt x="57" y="211"/>
                      <a:pt x="58" y="204"/>
                    </a:cubicBezTo>
                    <a:cubicBezTo>
                      <a:pt x="62" y="173"/>
                      <a:pt x="99" y="175"/>
                      <a:pt x="103" y="205"/>
                    </a:cubicBezTo>
                    <a:cubicBezTo>
                      <a:pt x="104" y="212"/>
                      <a:pt x="117" y="212"/>
                      <a:pt x="116" y="202"/>
                    </a:cubicBezTo>
                    <a:cubicBezTo>
                      <a:pt x="116" y="186"/>
                      <a:pt x="108" y="174"/>
                      <a:pt x="87" y="167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8"/>
                    </a:cubicBezTo>
                    <a:cubicBezTo>
                      <a:pt x="96" y="160"/>
                      <a:pt x="105" y="164"/>
                      <a:pt x="113" y="172"/>
                    </a:cubicBezTo>
                    <a:cubicBezTo>
                      <a:pt x="116" y="175"/>
                      <a:pt x="119" y="175"/>
                      <a:pt x="123" y="174"/>
                    </a:cubicBezTo>
                    <a:cubicBezTo>
                      <a:pt x="127" y="172"/>
                      <a:pt x="129" y="169"/>
                      <a:pt x="126" y="164"/>
                    </a:cubicBezTo>
                    <a:cubicBezTo>
                      <a:pt x="119" y="153"/>
                      <a:pt x="105" y="147"/>
                      <a:pt x="87" y="143"/>
                    </a:cubicBezTo>
                    <a:cubicBezTo>
                      <a:pt x="87" y="143"/>
                      <a:pt x="87" y="143"/>
                      <a:pt x="87" y="143"/>
                    </a:cubicBezTo>
                    <a:cubicBezTo>
                      <a:pt x="87" y="135"/>
                      <a:pt x="87" y="135"/>
                      <a:pt x="87" y="135"/>
                    </a:cubicBezTo>
                    <a:cubicBezTo>
                      <a:pt x="90" y="135"/>
                      <a:pt x="93" y="134"/>
                      <a:pt x="95" y="134"/>
                    </a:cubicBezTo>
                    <a:cubicBezTo>
                      <a:pt x="98" y="136"/>
                      <a:pt x="104" y="134"/>
                      <a:pt x="105" y="131"/>
                    </a:cubicBezTo>
                    <a:cubicBezTo>
                      <a:pt x="106" y="128"/>
                      <a:pt x="106" y="126"/>
                      <a:pt x="103" y="123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8" y="115"/>
                      <a:pt x="111" y="119"/>
                      <a:pt x="114" y="124"/>
                    </a:cubicBezTo>
                    <a:cubicBezTo>
                      <a:pt x="129" y="145"/>
                      <a:pt x="137" y="174"/>
                      <a:pt x="141" y="206"/>
                    </a:cubicBezTo>
                    <a:cubicBezTo>
                      <a:pt x="144" y="216"/>
                      <a:pt x="160" y="213"/>
                      <a:pt x="159" y="206"/>
                    </a:cubicBezTo>
                    <a:cubicBezTo>
                      <a:pt x="149" y="143"/>
                      <a:pt x="129" y="98"/>
                      <a:pt x="90" y="87"/>
                    </a:cubicBezTo>
                    <a:cubicBezTo>
                      <a:pt x="90" y="79"/>
                      <a:pt x="90" y="79"/>
                      <a:pt x="90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20" y="81"/>
                      <a:pt x="122" y="82"/>
                      <a:pt x="124" y="82"/>
                    </a:cubicBezTo>
                    <a:cubicBezTo>
                      <a:pt x="128" y="82"/>
                      <a:pt x="131" y="78"/>
                      <a:pt x="131" y="73"/>
                    </a:cubicBezTo>
                    <a:cubicBezTo>
                      <a:pt x="131" y="67"/>
                      <a:pt x="128" y="63"/>
                      <a:pt x="124" y="63"/>
                    </a:cubicBezTo>
                    <a:cubicBezTo>
                      <a:pt x="122" y="63"/>
                      <a:pt x="121" y="64"/>
                      <a:pt x="12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4" y="59"/>
                      <a:pt x="116" y="60"/>
                      <a:pt x="118" y="60"/>
                    </a:cubicBezTo>
                    <a:cubicBezTo>
                      <a:pt x="122" y="60"/>
                      <a:pt x="125" y="56"/>
                      <a:pt x="125" y="51"/>
                    </a:cubicBezTo>
                    <a:cubicBezTo>
                      <a:pt x="125" y="45"/>
                      <a:pt x="122" y="41"/>
                      <a:pt x="118" y="41"/>
                    </a:cubicBezTo>
                    <a:cubicBezTo>
                      <a:pt x="116" y="41"/>
                      <a:pt x="115" y="42"/>
                      <a:pt x="114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35"/>
                      <a:pt x="90" y="35"/>
                      <a:pt x="90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10" y="37"/>
                      <a:pt x="111" y="38"/>
                      <a:pt x="113" y="38"/>
                    </a:cubicBezTo>
                    <a:cubicBezTo>
                      <a:pt x="117" y="38"/>
                      <a:pt x="120" y="33"/>
                      <a:pt x="120" y="28"/>
                    </a:cubicBezTo>
                    <a:cubicBezTo>
                      <a:pt x="120" y="23"/>
                      <a:pt x="117" y="18"/>
                      <a:pt x="113" y="18"/>
                    </a:cubicBezTo>
                    <a:cubicBezTo>
                      <a:pt x="111" y="18"/>
                      <a:pt x="110" y="19"/>
                      <a:pt x="109" y="21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2" y="11"/>
                      <a:pt x="92" y="10"/>
                      <a:pt x="92" y="8"/>
                    </a:cubicBezTo>
                    <a:cubicBezTo>
                      <a:pt x="92" y="4"/>
                      <a:pt x="88" y="0"/>
                      <a:pt x="83" y="0"/>
                    </a:cubicBezTo>
                    <a:cubicBezTo>
                      <a:pt x="77" y="0"/>
                      <a:pt x="73" y="4"/>
                      <a:pt x="73" y="8"/>
                    </a:cubicBezTo>
                    <a:cubicBezTo>
                      <a:pt x="73" y="9"/>
                      <a:pt x="73" y="11"/>
                      <a:pt x="74" y="12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32" y="102"/>
                      <a:pt x="12" y="147"/>
                      <a:pt x="2" y="203"/>
                    </a:cubicBezTo>
                    <a:cubicBezTo>
                      <a:pt x="0" y="212"/>
                      <a:pt x="14" y="214"/>
                      <a:pt x="19" y="206"/>
                    </a:cubicBezTo>
                    <a:close/>
                    <a:moveTo>
                      <a:pt x="80" y="102"/>
                    </a:moveTo>
                    <a:cubicBezTo>
                      <a:pt x="81" y="102"/>
                      <a:pt x="81" y="102"/>
                      <a:pt x="81" y="102"/>
                    </a:cubicBezTo>
                    <a:cubicBezTo>
                      <a:pt x="84" y="102"/>
                      <a:pt x="86" y="104"/>
                      <a:pt x="86" y="107"/>
                    </a:cubicBezTo>
                    <a:cubicBezTo>
                      <a:pt x="86" y="116"/>
                      <a:pt x="86" y="116"/>
                      <a:pt x="86" y="116"/>
                    </a:cubicBezTo>
                    <a:cubicBezTo>
                      <a:pt x="86" y="119"/>
                      <a:pt x="84" y="121"/>
                      <a:pt x="81" y="121"/>
                    </a:cubicBezTo>
                    <a:cubicBezTo>
                      <a:pt x="80" y="121"/>
                      <a:pt x="80" y="121"/>
                      <a:pt x="80" y="121"/>
                    </a:cubicBezTo>
                    <a:cubicBezTo>
                      <a:pt x="78" y="121"/>
                      <a:pt x="76" y="119"/>
                      <a:pt x="76" y="116"/>
                    </a:cubicBezTo>
                    <a:cubicBezTo>
                      <a:pt x="76" y="107"/>
                      <a:pt x="76" y="107"/>
                      <a:pt x="76" y="107"/>
                    </a:cubicBezTo>
                    <a:cubicBezTo>
                      <a:pt x="76" y="104"/>
                      <a:pt x="78" y="102"/>
                      <a:pt x="80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şḷïďe"/>
              <p:cNvSpPr/>
              <p:nvPr/>
            </p:nvSpPr>
            <p:spPr bwMode="auto">
              <a:xfrm>
                <a:off x="3454400" y="2916238"/>
                <a:ext cx="1054100" cy="1025525"/>
              </a:xfrm>
              <a:custGeom>
                <a:avLst/>
                <a:gdLst>
                  <a:gd name="T0" fmla="*/ 160 w 320"/>
                  <a:gd name="T1" fmla="*/ 310 h 310"/>
                  <a:gd name="T2" fmla="*/ 151 w 320"/>
                  <a:gd name="T3" fmla="*/ 3 h 310"/>
                  <a:gd name="T4" fmla="*/ 50 w 320"/>
                  <a:gd name="T5" fmla="*/ 53 h 310"/>
                  <a:gd name="T6" fmla="*/ 30 w 320"/>
                  <a:gd name="T7" fmla="*/ 88 h 310"/>
                  <a:gd name="T8" fmla="*/ 24 w 320"/>
                  <a:gd name="T9" fmla="*/ 126 h 310"/>
                  <a:gd name="T10" fmla="*/ 24 w 320"/>
                  <a:gd name="T11" fmla="*/ 131 h 310"/>
                  <a:gd name="T12" fmla="*/ 23 w 320"/>
                  <a:gd name="T13" fmla="*/ 166 h 310"/>
                  <a:gd name="T14" fmla="*/ 41 w 320"/>
                  <a:gd name="T15" fmla="*/ 200 h 310"/>
                  <a:gd name="T16" fmla="*/ 44 w 320"/>
                  <a:gd name="T17" fmla="*/ 205 h 310"/>
                  <a:gd name="T18" fmla="*/ 69 w 320"/>
                  <a:gd name="T19" fmla="*/ 242 h 310"/>
                  <a:gd name="T20" fmla="*/ 113 w 320"/>
                  <a:gd name="T21" fmla="*/ 252 h 310"/>
                  <a:gd name="T22" fmla="*/ 114 w 320"/>
                  <a:gd name="T23" fmla="*/ 248 h 310"/>
                  <a:gd name="T24" fmla="*/ 196 w 320"/>
                  <a:gd name="T25" fmla="*/ 234 h 310"/>
                  <a:gd name="T26" fmla="*/ 194 w 320"/>
                  <a:gd name="T27" fmla="*/ 248 h 310"/>
                  <a:gd name="T28" fmla="*/ 209 w 320"/>
                  <a:gd name="T29" fmla="*/ 260 h 310"/>
                  <a:gd name="T30" fmla="*/ 257 w 320"/>
                  <a:gd name="T31" fmla="*/ 237 h 310"/>
                  <a:gd name="T32" fmla="*/ 281 w 320"/>
                  <a:gd name="T33" fmla="*/ 208 h 310"/>
                  <a:gd name="T34" fmla="*/ 291 w 320"/>
                  <a:gd name="T35" fmla="*/ 170 h 310"/>
                  <a:gd name="T36" fmla="*/ 293 w 320"/>
                  <a:gd name="T37" fmla="*/ 164 h 310"/>
                  <a:gd name="T38" fmla="*/ 299 w 320"/>
                  <a:gd name="T39" fmla="*/ 131 h 310"/>
                  <a:gd name="T40" fmla="*/ 289 w 320"/>
                  <a:gd name="T41" fmla="*/ 95 h 310"/>
                  <a:gd name="T42" fmla="*/ 287 w 320"/>
                  <a:gd name="T43" fmla="*/ 90 h 310"/>
                  <a:gd name="T44" fmla="*/ 268 w 320"/>
                  <a:gd name="T45" fmla="*/ 49 h 310"/>
                  <a:gd name="T46" fmla="*/ 175 w 320"/>
                  <a:gd name="T47" fmla="*/ 1 h 310"/>
                  <a:gd name="T48" fmla="*/ 284 w 320"/>
                  <a:gd name="T49" fmla="*/ 67 h 310"/>
                  <a:gd name="T50" fmla="*/ 302 w 320"/>
                  <a:gd name="T51" fmla="*/ 107 h 310"/>
                  <a:gd name="T52" fmla="*/ 302 w 320"/>
                  <a:gd name="T53" fmla="*/ 110 h 310"/>
                  <a:gd name="T54" fmla="*/ 303 w 320"/>
                  <a:gd name="T55" fmla="*/ 144 h 310"/>
                  <a:gd name="T56" fmla="*/ 306 w 320"/>
                  <a:gd name="T57" fmla="*/ 144 h 310"/>
                  <a:gd name="T58" fmla="*/ 291 w 320"/>
                  <a:gd name="T59" fmla="*/ 190 h 310"/>
                  <a:gd name="T60" fmla="*/ 273 w 320"/>
                  <a:gd name="T61" fmla="*/ 225 h 310"/>
                  <a:gd name="T62" fmla="*/ 270 w 320"/>
                  <a:gd name="T63" fmla="*/ 229 h 310"/>
                  <a:gd name="T64" fmla="*/ 27 w 320"/>
                  <a:gd name="T65" fmla="*/ 190 h 310"/>
                  <a:gd name="T66" fmla="*/ 25 w 320"/>
                  <a:gd name="T67" fmla="*/ 186 h 310"/>
                  <a:gd name="T68" fmla="*/ 54 w 320"/>
                  <a:gd name="T69" fmla="*/ 228 h 310"/>
                  <a:gd name="T70" fmla="*/ 36 w 320"/>
                  <a:gd name="T71" fmla="*/ 66 h 310"/>
                  <a:gd name="T72" fmla="*/ 38 w 320"/>
                  <a:gd name="T73" fmla="*/ 67 h 310"/>
                  <a:gd name="T74" fmla="*/ 18 w 320"/>
                  <a:gd name="T75" fmla="*/ 111 h 310"/>
                  <a:gd name="T76" fmla="*/ 18 w 320"/>
                  <a:gd name="T77" fmla="*/ 108 h 310"/>
                  <a:gd name="T78" fmla="*/ 19 w 320"/>
                  <a:gd name="T79" fmla="*/ 148 h 310"/>
                  <a:gd name="T80" fmla="*/ 123 w 320"/>
                  <a:gd name="T81" fmla="*/ 294 h 310"/>
                  <a:gd name="T82" fmla="*/ 123 w 320"/>
                  <a:gd name="T83" fmla="*/ 285 h 310"/>
                  <a:gd name="T84" fmla="*/ 172 w 320"/>
                  <a:gd name="T85" fmla="*/ 294 h 310"/>
                  <a:gd name="T86" fmla="*/ 148 w 320"/>
                  <a:gd name="T87" fmla="*/ 294 h 310"/>
                  <a:gd name="T88" fmla="*/ 197 w 320"/>
                  <a:gd name="T89" fmla="*/ 28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20" h="310">
                    <a:moveTo>
                      <a:pt x="175" y="1"/>
                    </a:moveTo>
                    <a:cubicBezTo>
                      <a:pt x="256" y="8"/>
                      <a:pt x="320" y="75"/>
                      <a:pt x="320" y="155"/>
                    </a:cubicBezTo>
                    <a:cubicBezTo>
                      <a:pt x="320" y="240"/>
                      <a:pt x="248" y="310"/>
                      <a:pt x="160" y="310"/>
                    </a:cubicBezTo>
                    <a:cubicBezTo>
                      <a:pt x="72" y="310"/>
                      <a:pt x="0" y="240"/>
                      <a:pt x="0" y="155"/>
                    </a:cubicBezTo>
                    <a:cubicBezTo>
                      <a:pt x="0" y="73"/>
                      <a:pt x="67" y="5"/>
                      <a:pt x="151" y="0"/>
                    </a:cubicBezTo>
                    <a:cubicBezTo>
                      <a:pt x="151" y="3"/>
                      <a:pt x="151" y="3"/>
                      <a:pt x="151" y="3"/>
                    </a:cubicBezTo>
                    <a:cubicBezTo>
                      <a:pt x="113" y="6"/>
                      <a:pt x="79" y="24"/>
                      <a:pt x="56" y="51"/>
                    </a:cubicBezTo>
                    <a:cubicBezTo>
                      <a:pt x="53" y="49"/>
                      <a:pt x="53" y="49"/>
                      <a:pt x="53" y="49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44" y="65"/>
                      <a:pt x="38" y="77"/>
                      <a:pt x="33" y="89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8" y="93"/>
                      <a:pt x="28" y="93"/>
                      <a:pt x="28" y="93"/>
                    </a:cubicBezTo>
                    <a:cubicBezTo>
                      <a:pt x="31" y="94"/>
                      <a:pt x="31" y="94"/>
                      <a:pt x="31" y="94"/>
                    </a:cubicBezTo>
                    <a:cubicBezTo>
                      <a:pt x="27" y="104"/>
                      <a:pt x="25" y="115"/>
                      <a:pt x="24" y="126"/>
                    </a:cubicBezTo>
                    <a:cubicBezTo>
                      <a:pt x="21" y="126"/>
                      <a:pt x="21" y="126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3"/>
                      <a:pt x="24" y="135"/>
                      <a:pt x="24" y="136"/>
                    </a:cubicBezTo>
                    <a:cubicBezTo>
                      <a:pt x="24" y="146"/>
                      <a:pt x="25" y="155"/>
                      <a:pt x="27" y="164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5" y="172"/>
                      <a:pt x="25" y="172"/>
                      <a:pt x="25" y="172"/>
                    </a:cubicBezTo>
                    <a:cubicBezTo>
                      <a:pt x="29" y="171"/>
                      <a:pt x="29" y="171"/>
                      <a:pt x="29" y="171"/>
                    </a:cubicBezTo>
                    <a:cubicBezTo>
                      <a:pt x="31" y="181"/>
                      <a:pt x="35" y="191"/>
                      <a:pt x="41" y="200"/>
                    </a:cubicBezTo>
                    <a:cubicBezTo>
                      <a:pt x="37" y="202"/>
                      <a:pt x="37" y="202"/>
                      <a:pt x="37" y="202"/>
                    </a:cubicBezTo>
                    <a:cubicBezTo>
                      <a:pt x="40" y="208"/>
                      <a:pt x="40" y="208"/>
                      <a:pt x="40" y="208"/>
                    </a:cubicBezTo>
                    <a:cubicBezTo>
                      <a:pt x="44" y="205"/>
                      <a:pt x="44" y="205"/>
                      <a:pt x="44" y="205"/>
                    </a:cubicBezTo>
                    <a:cubicBezTo>
                      <a:pt x="50" y="215"/>
                      <a:pt x="58" y="225"/>
                      <a:pt x="67" y="233"/>
                    </a:cubicBezTo>
                    <a:cubicBezTo>
                      <a:pt x="64" y="237"/>
                      <a:pt x="64" y="237"/>
                      <a:pt x="64" y="237"/>
                    </a:cubicBezTo>
                    <a:cubicBezTo>
                      <a:pt x="69" y="242"/>
                      <a:pt x="69" y="242"/>
                      <a:pt x="69" y="242"/>
                    </a:cubicBezTo>
                    <a:cubicBezTo>
                      <a:pt x="73" y="238"/>
                      <a:pt x="73" y="238"/>
                      <a:pt x="73" y="238"/>
                    </a:cubicBezTo>
                    <a:cubicBezTo>
                      <a:pt x="84" y="247"/>
                      <a:pt x="97" y="254"/>
                      <a:pt x="110" y="259"/>
                    </a:cubicBezTo>
                    <a:cubicBezTo>
                      <a:pt x="112" y="257"/>
                      <a:pt x="113" y="255"/>
                      <a:pt x="113" y="252"/>
                    </a:cubicBezTo>
                    <a:cubicBezTo>
                      <a:pt x="126" y="252"/>
                      <a:pt x="126" y="252"/>
                      <a:pt x="126" y="252"/>
                    </a:cubicBezTo>
                    <a:cubicBezTo>
                      <a:pt x="126" y="248"/>
                      <a:pt x="126" y="248"/>
                      <a:pt x="126" y="248"/>
                    </a:cubicBezTo>
                    <a:cubicBezTo>
                      <a:pt x="114" y="248"/>
                      <a:pt x="114" y="248"/>
                      <a:pt x="114" y="248"/>
                    </a:cubicBezTo>
                    <a:cubicBezTo>
                      <a:pt x="118" y="243"/>
                      <a:pt x="121" y="238"/>
                      <a:pt x="121" y="231"/>
                    </a:cubicBezTo>
                    <a:cubicBezTo>
                      <a:pt x="125" y="234"/>
                      <a:pt x="125" y="234"/>
                      <a:pt x="125" y="234"/>
                    </a:cubicBezTo>
                    <a:cubicBezTo>
                      <a:pt x="196" y="234"/>
                      <a:pt x="196" y="234"/>
                      <a:pt x="196" y="234"/>
                    </a:cubicBezTo>
                    <a:cubicBezTo>
                      <a:pt x="199" y="231"/>
                      <a:pt x="199" y="231"/>
                      <a:pt x="199" y="231"/>
                    </a:cubicBezTo>
                    <a:cubicBezTo>
                      <a:pt x="199" y="237"/>
                      <a:pt x="202" y="243"/>
                      <a:pt x="206" y="248"/>
                    </a:cubicBezTo>
                    <a:cubicBezTo>
                      <a:pt x="194" y="248"/>
                      <a:pt x="194" y="248"/>
                      <a:pt x="194" y="248"/>
                    </a:cubicBezTo>
                    <a:cubicBezTo>
                      <a:pt x="194" y="252"/>
                      <a:pt x="194" y="252"/>
                      <a:pt x="194" y="252"/>
                    </a:cubicBezTo>
                    <a:cubicBezTo>
                      <a:pt x="207" y="252"/>
                      <a:pt x="207" y="252"/>
                      <a:pt x="207" y="252"/>
                    </a:cubicBezTo>
                    <a:cubicBezTo>
                      <a:pt x="207" y="255"/>
                      <a:pt x="208" y="258"/>
                      <a:pt x="209" y="260"/>
                    </a:cubicBezTo>
                    <a:cubicBezTo>
                      <a:pt x="223" y="255"/>
                      <a:pt x="236" y="247"/>
                      <a:pt x="247" y="238"/>
                    </a:cubicBezTo>
                    <a:cubicBezTo>
                      <a:pt x="251" y="242"/>
                      <a:pt x="251" y="242"/>
                      <a:pt x="251" y="242"/>
                    </a:cubicBezTo>
                    <a:cubicBezTo>
                      <a:pt x="257" y="237"/>
                      <a:pt x="257" y="237"/>
                      <a:pt x="257" y="237"/>
                    </a:cubicBezTo>
                    <a:cubicBezTo>
                      <a:pt x="253" y="233"/>
                      <a:pt x="253" y="233"/>
                      <a:pt x="253" y="233"/>
                    </a:cubicBezTo>
                    <a:cubicBezTo>
                      <a:pt x="262" y="224"/>
                      <a:pt x="270" y="215"/>
                      <a:pt x="276" y="205"/>
                    </a:cubicBezTo>
                    <a:cubicBezTo>
                      <a:pt x="281" y="208"/>
                      <a:pt x="281" y="208"/>
                      <a:pt x="281" y="208"/>
                    </a:cubicBezTo>
                    <a:cubicBezTo>
                      <a:pt x="284" y="202"/>
                      <a:pt x="284" y="202"/>
                      <a:pt x="284" y="202"/>
                    </a:cubicBezTo>
                    <a:cubicBezTo>
                      <a:pt x="279" y="199"/>
                      <a:pt x="279" y="199"/>
                      <a:pt x="279" y="199"/>
                    </a:cubicBezTo>
                    <a:cubicBezTo>
                      <a:pt x="284" y="190"/>
                      <a:pt x="288" y="180"/>
                      <a:pt x="291" y="170"/>
                    </a:cubicBezTo>
                    <a:cubicBezTo>
                      <a:pt x="296" y="172"/>
                      <a:pt x="296" y="172"/>
                      <a:pt x="296" y="172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293" y="164"/>
                      <a:pt x="293" y="164"/>
                      <a:pt x="293" y="164"/>
                    </a:cubicBezTo>
                    <a:cubicBezTo>
                      <a:pt x="295" y="155"/>
                      <a:pt x="296" y="146"/>
                      <a:pt x="296" y="136"/>
                    </a:cubicBezTo>
                    <a:cubicBezTo>
                      <a:pt x="296" y="135"/>
                      <a:pt x="296" y="133"/>
                      <a:pt x="295" y="131"/>
                    </a:cubicBezTo>
                    <a:cubicBezTo>
                      <a:pt x="299" y="131"/>
                      <a:pt x="299" y="131"/>
                      <a:pt x="299" y="131"/>
                    </a:cubicBezTo>
                    <a:cubicBezTo>
                      <a:pt x="299" y="126"/>
                      <a:pt x="299" y="126"/>
                      <a:pt x="299" y="126"/>
                    </a:cubicBezTo>
                    <a:cubicBezTo>
                      <a:pt x="295" y="126"/>
                      <a:pt x="295" y="126"/>
                      <a:pt x="295" y="126"/>
                    </a:cubicBezTo>
                    <a:cubicBezTo>
                      <a:pt x="294" y="115"/>
                      <a:pt x="292" y="105"/>
                      <a:pt x="289" y="95"/>
                    </a:cubicBezTo>
                    <a:cubicBezTo>
                      <a:pt x="293" y="93"/>
                      <a:pt x="293" y="93"/>
                      <a:pt x="293" y="93"/>
                    </a:cubicBezTo>
                    <a:cubicBezTo>
                      <a:pt x="291" y="88"/>
                      <a:pt x="291" y="88"/>
                      <a:pt x="291" y="88"/>
                    </a:cubicBezTo>
                    <a:cubicBezTo>
                      <a:pt x="287" y="90"/>
                      <a:pt x="287" y="90"/>
                      <a:pt x="287" y="90"/>
                    </a:cubicBezTo>
                    <a:cubicBezTo>
                      <a:pt x="282" y="77"/>
                      <a:pt x="276" y="66"/>
                      <a:pt x="268" y="56"/>
                    </a:cubicBezTo>
                    <a:cubicBezTo>
                      <a:pt x="271" y="53"/>
                      <a:pt x="271" y="53"/>
                      <a:pt x="271" y="53"/>
                    </a:cubicBezTo>
                    <a:cubicBezTo>
                      <a:pt x="268" y="49"/>
                      <a:pt x="268" y="49"/>
                      <a:pt x="268" y="49"/>
                    </a:cubicBezTo>
                    <a:cubicBezTo>
                      <a:pt x="264" y="51"/>
                      <a:pt x="264" y="51"/>
                      <a:pt x="264" y="51"/>
                    </a:cubicBezTo>
                    <a:cubicBezTo>
                      <a:pt x="242" y="25"/>
                      <a:pt x="210" y="8"/>
                      <a:pt x="175" y="4"/>
                    </a:cubicBezTo>
                    <a:cubicBezTo>
                      <a:pt x="175" y="1"/>
                      <a:pt x="175" y="1"/>
                      <a:pt x="175" y="1"/>
                    </a:cubicBezTo>
                    <a:close/>
                    <a:moveTo>
                      <a:pt x="284" y="64"/>
                    </a:moveTo>
                    <a:cubicBezTo>
                      <a:pt x="282" y="65"/>
                      <a:pt x="282" y="65"/>
                      <a:pt x="282" y="65"/>
                    </a:cubicBezTo>
                    <a:cubicBezTo>
                      <a:pt x="284" y="67"/>
                      <a:pt x="284" y="67"/>
                      <a:pt x="284" y="67"/>
                    </a:cubicBezTo>
                    <a:cubicBezTo>
                      <a:pt x="285" y="66"/>
                      <a:pt x="285" y="66"/>
                      <a:pt x="285" y="66"/>
                    </a:cubicBezTo>
                    <a:cubicBezTo>
                      <a:pt x="284" y="64"/>
                      <a:pt x="284" y="64"/>
                      <a:pt x="284" y="64"/>
                    </a:cubicBezTo>
                    <a:close/>
                    <a:moveTo>
                      <a:pt x="302" y="107"/>
                    </a:move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0" y="110"/>
                      <a:pt x="300" y="110"/>
                      <a:pt x="300" y="110"/>
                    </a:cubicBezTo>
                    <a:cubicBezTo>
                      <a:pt x="302" y="110"/>
                      <a:pt x="302" y="110"/>
                      <a:pt x="302" y="110"/>
                    </a:cubicBezTo>
                    <a:cubicBezTo>
                      <a:pt x="302" y="107"/>
                      <a:pt x="302" y="107"/>
                      <a:pt x="302" y="107"/>
                    </a:cubicBezTo>
                    <a:close/>
                    <a:moveTo>
                      <a:pt x="306" y="144"/>
                    </a:move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8"/>
                      <a:pt x="303" y="148"/>
                      <a:pt x="303" y="148"/>
                    </a:cubicBezTo>
                    <a:cubicBezTo>
                      <a:pt x="306" y="148"/>
                      <a:pt x="306" y="148"/>
                      <a:pt x="306" y="148"/>
                    </a:cubicBezTo>
                    <a:cubicBezTo>
                      <a:pt x="306" y="144"/>
                      <a:pt x="306" y="144"/>
                      <a:pt x="306" y="144"/>
                    </a:cubicBezTo>
                    <a:close/>
                    <a:moveTo>
                      <a:pt x="295" y="187"/>
                    </a:moveTo>
                    <a:cubicBezTo>
                      <a:pt x="293" y="186"/>
                      <a:pt x="293" y="186"/>
                      <a:pt x="293" y="186"/>
                    </a:cubicBezTo>
                    <a:cubicBezTo>
                      <a:pt x="291" y="190"/>
                      <a:pt x="291" y="190"/>
                      <a:pt x="291" y="190"/>
                    </a:cubicBezTo>
                    <a:cubicBezTo>
                      <a:pt x="293" y="191"/>
                      <a:pt x="293" y="191"/>
                      <a:pt x="293" y="191"/>
                    </a:cubicBezTo>
                    <a:cubicBezTo>
                      <a:pt x="295" y="187"/>
                      <a:pt x="295" y="187"/>
                      <a:pt x="295" y="187"/>
                    </a:cubicBezTo>
                    <a:close/>
                    <a:moveTo>
                      <a:pt x="273" y="225"/>
                    </a:moveTo>
                    <a:cubicBezTo>
                      <a:pt x="271" y="224"/>
                      <a:pt x="271" y="224"/>
                      <a:pt x="271" y="224"/>
                    </a:cubicBezTo>
                    <a:cubicBezTo>
                      <a:pt x="268" y="227"/>
                      <a:pt x="268" y="227"/>
                      <a:pt x="268" y="227"/>
                    </a:cubicBezTo>
                    <a:cubicBezTo>
                      <a:pt x="270" y="229"/>
                      <a:pt x="270" y="229"/>
                      <a:pt x="270" y="229"/>
                    </a:cubicBezTo>
                    <a:cubicBezTo>
                      <a:pt x="273" y="225"/>
                      <a:pt x="273" y="225"/>
                      <a:pt x="273" y="225"/>
                    </a:cubicBezTo>
                    <a:close/>
                    <a:moveTo>
                      <a:pt x="25" y="186"/>
                    </a:moveTo>
                    <a:cubicBezTo>
                      <a:pt x="27" y="190"/>
                      <a:pt x="27" y="190"/>
                      <a:pt x="27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27" y="185"/>
                      <a:pt x="27" y="185"/>
                      <a:pt x="27" y="185"/>
                    </a:cubicBezTo>
                    <a:cubicBezTo>
                      <a:pt x="25" y="186"/>
                      <a:pt x="25" y="186"/>
                      <a:pt x="25" y="186"/>
                    </a:cubicBezTo>
                    <a:close/>
                    <a:moveTo>
                      <a:pt x="50" y="227"/>
                    </a:moveTo>
                    <a:cubicBezTo>
                      <a:pt x="52" y="230"/>
                      <a:pt x="52" y="230"/>
                      <a:pt x="52" y="230"/>
                    </a:cubicBezTo>
                    <a:cubicBezTo>
                      <a:pt x="54" y="228"/>
                      <a:pt x="54" y="228"/>
                      <a:pt x="54" y="228"/>
                    </a:cubicBezTo>
                    <a:cubicBezTo>
                      <a:pt x="51" y="225"/>
                      <a:pt x="51" y="225"/>
                      <a:pt x="51" y="225"/>
                    </a:cubicBezTo>
                    <a:cubicBezTo>
                      <a:pt x="50" y="227"/>
                      <a:pt x="50" y="227"/>
                      <a:pt x="50" y="227"/>
                    </a:cubicBezTo>
                    <a:close/>
                    <a:moveTo>
                      <a:pt x="36" y="66"/>
                    </a:moveTo>
                    <a:cubicBezTo>
                      <a:pt x="34" y="68"/>
                      <a:pt x="34" y="68"/>
                      <a:pt x="34" y="68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6" y="66"/>
                      <a:pt x="36" y="66"/>
                      <a:pt x="36" y="66"/>
                    </a:cubicBezTo>
                    <a:close/>
                    <a:moveTo>
                      <a:pt x="18" y="108"/>
                    </a:moveTo>
                    <a:cubicBezTo>
                      <a:pt x="18" y="111"/>
                      <a:pt x="18" y="111"/>
                      <a:pt x="18" y="111"/>
                    </a:cubicBezTo>
                    <a:cubicBezTo>
                      <a:pt x="20" y="112"/>
                      <a:pt x="20" y="112"/>
                      <a:pt x="20" y="112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8" y="108"/>
                      <a:pt x="18" y="108"/>
                      <a:pt x="18" y="108"/>
                    </a:cubicBezTo>
                    <a:close/>
                    <a:moveTo>
                      <a:pt x="15" y="145"/>
                    </a:moveTo>
                    <a:cubicBezTo>
                      <a:pt x="16" y="149"/>
                      <a:pt x="16" y="149"/>
                      <a:pt x="16" y="149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5" y="145"/>
                      <a:pt x="15" y="145"/>
                      <a:pt x="15" y="145"/>
                    </a:cubicBezTo>
                    <a:close/>
                    <a:moveTo>
                      <a:pt x="123" y="294"/>
                    </a:moveTo>
                    <a:cubicBezTo>
                      <a:pt x="138" y="294"/>
                      <a:pt x="138" y="294"/>
                      <a:pt x="138" y="294"/>
                    </a:cubicBezTo>
                    <a:cubicBezTo>
                      <a:pt x="138" y="285"/>
                      <a:pt x="138" y="285"/>
                      <a:pt x="138" y="285"/>
                    </a:cubicBezTo>
                    <a:cubicBezTo>
                      <a:pt x="136" y="278"/>
                      <a:pt x="126" y="276"/>
                      <a:pt x="123" y="285"/>
                    </a:cubicBezTo>
                    <a:cubicBezTo>
                      <a:pt x="123" y="294"/>
                      <a:pt x="123" y="294"/>
                      <a:pt x="123" y="294"/>
                    </a:cubicBezTo>
                    <a:close/>
                    <a:moveTo>
                      <a:pt x="148" y="294"/>
                    </a:moveTo>
                    <a:cubicBezTo>
                      <a:pt x="172" y="294"/>
                      <a:pt x="172" y="294"/>
                      <a:pt x="172" y="294"/>
                    </a:cubicBezTo>
                    <a:cubicBezTo>
                      <a:pt x="172" y="282"/>
                      <a:pt x="172" y="282"/>
                      <a:pt x="172" y="282"/>
                    </a:cubicBezTo>
                    <a:cubicBezTo>
                      <a:pt x="169" y="271"/>
                      <a:pt x="152" y="269"/>
                      <a:pt x="148" y="282"/>
                    </a:cubicBezTo>
                    <a:cubicBezTo>
                      <a:pt x="148" y="294"/>
                      <a:pt x="148" y="294"/>
                      <a:pt x="148" y="294"/>
                    </a:cubicBezTo>
                    <a:close/>
                    <a:moveTo>
                      <a:pt x="182" y="294"/>
                    </a:moveTo>
                    <a:cubicBezTo>
                      <a:pt x="197" y="294"/>
                      <a:pt x="197" y="294"/>
                      <a:pt x="197" y="294"/>
                    </a:cubicBezTo>
                    <a:cubicBezTo>
                      <a:pt x="197" y="285"/>
                      <a:pt x="197" y="285"/>
                      <a:pt x="197" y="285"/>
                    </a:cubicBezTo>
                    <a:cubicBezTo>
                      <a:pt x="195" y="278"/>
                      <a:pt x="184" y="276"/>
                      <a:pt x="182" y="285"/>
                    </a:cubicBezTo>
                    <a:lnTo>
                      <a:pt x="182" y="2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şľïďê"/>
              <p:cNvSpPr/>
              <p:nvPr/>
            </p:nvSpPr>
            <p:spPr bwMode="auto">
              <a:xfrm>
                <a:off x="3314700" y="3322638"/>
                <a:ext cx="88900" cy="76200"/>
              </a:xfrm>
              <a:custGeom>
                <a:avLst/>
                <a:gdLst>
                  <a:gd name="T0" fmla="*/ 4 w 27"/>
                  <a:gd name="T1" fmla="*/ 1 h 23"/>
                  <a:gd name="T2" fmla="*/ 5 w 27"/>
                  <a:gd name="T3" fmla="*/ 3 h 23"/>
                  <a:gd name="T4" fmla="*/ 4 w 27"/>
                  <a:gd name="T5" fmla="*/ 4 h 23"/>
                  <a:gd name="T6" fmla="*/ 2 w 27"/>
                  <a:gd name="T7" fmla="*/ 8 h 23"/>
                  <a:gd name="T8" fmla="*/ 11 w 27"/>
                  <a:gd name="T9" fmla="*/ 22 h 23"/>
                  <a:gd name="T10" fmla="*/ 25 w 27"/>
                  <a:gd name="T11" fmla="*/ 15 h 23"/>
                  <a:gd name="T12" fmla="*/ 19 w 27"/>
                  <a:gd name="T13" fmla="*/ 3 h 23"/>
                  <a:gd name="T14" fmla="*/ 19 w 27"/>
                  <a:gd name="T15" fmla="*/ 4 h 23"/>
                  <a:gd name="T16" fmla="*/ 25 w 27"/>
                  <a:gd name="T17" fmla="*/ 14 h 23"/>
                  <a:gd name="T18" fmla="*/ 12 w 27"/>
                  <a:gd name="T19" fmla="*/ 18 h 23"/>
                  <a:gd name="T20" fmla="*/ 3 w 27"/>
                  <a:gd name="T21" fmla="*/ 8 h 23"/>
                  <a:gd name="T22" fmla="*/ 12 w 27"/>
                  <a:gd name="T23" fmla="*/ 3 h 23"/>
                  <a:gd name="T24" fmla="*/ 12 w 27"/>
                  <a:gd name="T25" fmla="*/ 2 h 23"/>
                  <a:gd name="T26" fmla="*/ 4 w 27"/>
                  <a:gd name="T27" fmla="*/ 0 h 23"/>
                  <a:gd name="T28" fmla="*/ 4 w 27"/>
                  <a:gd name="T29" fmla="*/ 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" h="23">
                    <a:moveTo>
                      <a:pt x="4" y="1"/>
                    </a:moveTo>
                    <a:cubicBezTo>
                      <a:pt x="5" y="1"/>
                      <a:pt x="5" y="2"/>
                      <a:pt x="5" y="3"/>
                    </a:cubicBezTo>
                    <a:cubicBezTo>
                      <a:pt x="5" y="3"/>
                      <a:pt x="5" y="3"/>
                      <a:pt x="4" y="4"/>
                    </a:cubicBezTo>
                    <a:cubicBezTo>
                      <a:pt x="3" y="5"/>
                      <a:pt x="2" y="7"/>
                      <a:pt x="2" y="8"/>
                    </a:cubicBezTo>
                    <a:cubicBezTo>
                      <a:pt x="0" y="15"/>
                      <a:pt x="4" y="20"/>
                      <a:pt x="11" y="22"/>
                    </a:cubicBezTo>
                    <a:cubicBezTo>
                      <a:pt x="18" y="23"/>
                      <a:pt x="23" y="21"/>
                      <a:pt x="25" y="15"/>
                    </a:cubicBezTo>
                    <a:cubicBezTo>
                      <a:pt x="27" y="9"/>
                      <a:pt x="25" y="5"/>
                      <a:pt x="19" y="3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4" y="6"/>
                      <a:pt x="26" y="10"/>
                      <a:pt x="25" y="14"/>
                    </a:cubicBezTo>
                    <a:cubicBezTo>
                      <a:pt x="23" y="19"/>
                      <a:pt x="19" y="20"/>
                      <a:pt x="12" y="18"/>
                    </a:cubicBezTo>
                    <a:cubicBezTo>
                      <a:pt x="4" y="16"/>
                      <a:pt x="1" y="13"/>
                      <a:pt x="3" y="8"/>
                    </a:cubicBezTo>
                    <a:cubicBezTo>
                      <a:pt x="4" y="5"/>
                      <a:pt x="7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ŝľíḍê"/>
              <p:cNvSpPr/>
              <p:nvPr/>
            </p:nvSpPr>
            <p:spPr bwMode="auto">
              <a:xfrm>
                <a:off x="3338513" y="3209925"/>
                <a:ext cx="104775" cy="106363"/>
              </a:xfrm>
              <a:custGeom>
                <a:avLst/>
                <a:gdLst>
                  <a:gd name="T0" fmla="*/ 27 w 32"/>
                  <a:gd name="T1" fmla="*/ 22 h 32"/>
                  <a:gd name="T2" fmla="*/ 26 w 32"/>
                  <a:gd name="T3" fmla="*/ 22 h 32"/>
                  <a:gd name="T4" fmla="*/ 22 w 32"/>
                  <a:gd name="T5" fmla="*/ 24 h 32"/>
                  <a:gd name="T6" fmla="*/ 14 w 32"/>
                  <a:gd name="T7" fmla="*/ 21 h 32"/>
                  <a:gd name="T8" fmla="*/ 18 w 32"/>
                  <a:gd name="T9" fmla="*/ 11 h 32"/>
                  <a:gd name="T10" fmla="*/ 26 w 32"/>
                  <a:gd name="T11" fmla="*/ 14 h 32"/>
                  <a:gd name="T12" fmla="*/ 27 w 32"/>
                  <a:gd name="T13" fmla="*/ 18 h 32"/>
                  <a:gd name="T14" fmla="*/ 28 w 32"/>
                  <a:gd name="T15" fmla="*/ 19 h 32"/>
                  <a:gd name="T16" fmla="*/ 32 w 32"/>
                  <a:gd name="T17" fmla="*/ 9 h 32"/>
                  <a:gd name="T18" fmla="*/ 31 w 32"/>
                  <a:gd name="T19" fmla="*/ 9 h 32"/>
                  <a:gd name="T20" fmla="*/ 28 w 32"/>
                  <a:gd name="T21" fmla="*/ 11 h 32"/>
                  <a:gd name="T22" fmla="*/ 12 w 32"/>
                  <a:gd name="T23" fmla="*/ 4 h 32"/>
                  <a:gd name="T24" fmla="*/ 11 w 32"/>
                  <a:gd name="T25" fmla="*/ 1 h 32"/>
                  <a:gd name="T26" fmla="*/ 10 w 32"/>
                  <a:gd name="T27" fmla="*/ 0 h 32"/>
                  <a:gd name="T28" fmla="*/ 6 w 32"/>
                  <a:gd name="T29" fmla="*/ 9 h 32"/>
                  <a:gd name="T30" fmla="*/ 7 w 32"/>
                  <a:gd name="T31" fmla="*/ 10 h 32"/>
                  <a:gd name="T32" fmla="*/ 10 w 32"/>
                  <a:gd name="T33" fmla="*/ 8 h 32"/>
                  <a:gd name="T34" fmla="*/ 17 w 32"/>
                  <a:gd name="T35" fmla="*/ 11 h 32"/>
                  <a:gd name="T36" fmla="*/ 13 w 32"/>
                  <a:gd name="T37" fmla="*/ 20 h 32"/>
                  <a:gd name="T38" fmla="*/ 6 w 32"/>
                  <a:gd name="T39" fmla="*/ 17 h 32"/>
                  <a:gd name="T40" fmla="*/ 6 w 32"/>
                  <a:gd name="T41" fmla="*/ 13 h 32"/>
                  <a:gd name="T42" fmla="*/ 4 w 32"/>
                  <a:gd name="T43" fmla="*/ 13 h 32"/>
                  <a:gd name="T44" fmla="*/ 0 w 32"/>
                  <a:gd name="T45" fmla="*/ 22 h 32"/>
                  <a:gd name="T46" fmla="*/ 2 w 32"/>
                  <a:gd name="T47" fmla="*/ 23 h 32"/>
                  <a:gd name="T48" fmla="*/ 5 w 32"/>
                  <a:gd name="T49" fmla="*/ 21 h 32"/>
                  <a:gd name="T50" fmla="*/ 21 w 32"/>
                  <a:gd name="T51" fmla="*/ 27 h 32"/>
                  <a:gd name="T52" fmla="*/ 22 w 32"/>
                  <a:gd name="T53" fmla="*/ 31 h 32"/>
                  <a:gd name="T54" fmla="*/ 23 w 32"/>
                  <a:gd name="T55" fmla="*/ 32 h 32"/>
                  <a:gd name="T56" fmla="*/ 27 w 32"/>
                  <a:gd name="T57" fmla="*/ 2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2" h="32">
                    <a:moveTo>
                      <a:pt x="27" y="22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4"/>
                      <a:pt x="24" y="25"/>
                      <a:pt x="22" y="2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8" y="15"/>
                      <a:pt x="28" y="16"/>
                      <a:pt x="27" y="18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0" y="11"/>
                      <a:pt x="29" y="12"/>
                      <a:pt x="28" y="1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4"/>
                      <a:pt x="10" y="3"/>
                      <a:pt x="11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8"/>
                      <a:pt x="9" y="7"/>
                      <a:pt x="10" y="8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5" y="17"/>
                      <a:pt x="4" y="15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2" y="20"/>
                      <a:pt x="3" y="20"/>
                      <a:pt x="5" y="21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8"/>
                      <a:pt x="23" y="29"/>
                      <a:pt x="22" y="31"/>
                    </a:cubicBezTo>
                    <a:cubicBezTo>
                      <a:pt x="23" y="32"/>
                      <a:pt x="23" y="32"/>
                      <a:pt x="23" y="32"/>
                    </a:cubicBezTo>
                    <a:lnTo>
                      <a:pt x="27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ṥḻiḓe"/>
              <p:cNvSpPr/>
              <p:nvPr/>
            </p:nvSpPr>
            <p:spPr bwMode="auto">
              <a:xfrm>
                <a:off x="3400425" y="3148013"/>
                <a:ext cx="88900" cy="73025"/>
              </a:xfrm>
              <a:custGeom>
                <a:avLst/>
                <a:gdLst>
                  <a:gd name="T0" fmla="*/ 20 w 27"/>
                  <a:gd name="T1" fmla="*/ 14 h 22"/>
                  <a:gd name="T2" fmla="*/ 19 w 27"/>
                  <a:gd name="T3" fmla="*/ 14 h 22"/>
                  <a:gd name="T4" fmla="*/ 16 w 27"/>
                  <a:gd name="T5" fmla="*/ 16 h 22"/>
                  <a:gd name="T6" fmla="*/ 14 w 27"/>
                  <a:gd name="T7" fmla="*/ 14 h 22"/>
                  <a:gd name="T8" fmla="*/ 12 w 27"/>
                  <a:gd name="T9" fmla="*/ 12 h 22"/>
                  <a:gd name="T10" fmla="*/ 16 w 27"/>
                  <a:gd name="T11" fmla="*/ 5 h 22"/>
                  <a:gd name="T12" fmla="*/ 22 w 27"/>
                  <a:gd name="T13" fmla="*/ 6 h 22"/>
                  <a:gd name="T14" fmla="*/ 22 w 27"/>
                  <a:gd name="T15" fmla="*/ 9 h 22"/>
                  <a:gd name="T16" fmla="*/ 23 w 27"/>
                  <a:gd name="T17" fmla="*/ 9 h 22"/>
                  <a:gd name="T18" fmla="*/ 27 w 27"/>
                  <a:gd name="T19" fmla="*/ 1 h 22"/>
                  <a:gd name="T20" fmla="*/ 26 w 27"/>
                  <a:gd name="T21" fmla="*/ 0 h 22"/>
                  <a:gd name="T22" fmla="*/ 21 w 27"/>
                  <a:gd name="T23" fmla="*/ 2 h 22"/>
                  <a:gd name="T24" fmla="*/ 0 w 27"/>
                  <a:gd name="T25" fmla="*/ 0 h 22"/>
                  <a:gd name="T26" fmla="*/ 0 w 27"/>
                  <a:gd name="T27" fmla="*/ 1 h 22"/>
                  <a:gd name="T28" fmla="*/ 13 w 27"/>
                  <a:gd name="T29" fmla="*/ 16 h 22"/>
                  <a:gd name="T30" fmla="*/ 15 w 27"/>
                  <a:gd name="T31" fmla="*/ 22 h 22"/>
                  <a:gd name="T32" fmla="*/ 16 w 27"/>
                  <a:gd name="T33" fmla="*/ 22 h 22"/>
                  <a:gd name="T34" fmla="*/ 20 w 27"/>
                  <a:gd name="T35" fmla="*/ 14 h 22"/>
                  <a:gd name="T36" fmla="*/ 11 w 27"/>
                  <a:gd name="T37" fmla="*/ 11 h 22"/>
                  <a:gd name="T38" fmla="*/ 4 w 27"/>
                  <a:gd name="T39" fmla="*/ 4 h 22"/>
                  <a:gd name="T40" fmla="*/ 14 w 27"/>
                  <a:gd name="T41" fmla="*/ 5 h 22"/>
                  <a:gd name="T42" fmla="*/ 11 w 27"/>
                  <a:gd name="T43" fmla="*/ 1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22">
                    <a:moveTo>
                      <a:pt x="20" y="1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18" y="16"/>
                      <a:pt x="17" y="17"/>
                      <a:pt x="16" y="16"/>
                    </a:cubicBezTo>
                    <a:cubicBezTo>
                      <a:pt x="15" y="16"/>
                      <a:pt x="15" y="15"/>
                      <a:pt x="14" y="14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9" y="5"/>
                      <a:pt x="21" y="5"/>
                      <a:pt x="22" y="6"/>
                    </a:cubicBezTo>
                    <a:cubicBezTo>
                      <a:pt x="23" y="6"/>
                      <a:pt x="23" y="7"/>
                      <a:pt x="22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5" y="2"/>
                      <a:pt x="24" y="3"/>
                      <a:pt x="21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8"/>
                      <a:pt x="16" y="20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20" y="14"/>
                      <a:pt x="20" y="14"/>
                      <a:pt x="20" y="14"/>
                    </a:cubicBezTo>
                    <a:close/>
                    <a:moveTo>
                      <a:pt x="11" y="11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14" y="5"/>
                      <a:pt x="14" y="5"/>
                      <a:pt x="14" y="5"/>
                    </a:cubicBez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Sľíḓè"/>
              <p:cNvSpPr/>
              <p:nvPr/>
            </p:nvSpPr>
            <p:spPr bwMode="auto">
              <a:xfrm>
                <a:off x="3436938" y="3022600"/>
                <a:ext cx="106363" cy="107950"/>
              </a:xfrm>
              <a:custGeom>
                <a:avLst/>
                <a:gdLst>
                  <a:gd name="T0" fmla="*/ 0 w 32"/>
                  <a:gd name="T1" fmla="*/ 18 h 33"/>
                  <a:gd name="T2" fmla="*/ 1 w 32"/>
                  <a:gd name="T3" fmla="*/ 19 h 33"/>
                  <a:gd name="T4" fmla="*/ 2 w 32"/>
                  <a:gd name="T5" fmla="*/ 18 h 33"/>
                  <a:gd name="T6" fmla="*/ 4 w 32"/>
                  <a:gd name="T7" fmla="*/ 17 h 33"/>
                  <a:gd name="T8" fmla="*/ 19 w 32"/>
                  <a:gd name="T9" fmla="*/ 28 h 33"/>
                  <a:gd name="T10" fmla="*/ 18 w 32"/>
                  <a:gd name="T11" fmla="*/ 32 h 33"/>
                  <a:gd name="T12" fmla="*/ 19 w 32"/>
                  <a:gd name="T13" fmla="*/ 33 h 33"/>
                  <a:gd name="T14" fmla="*/ 25 w 32"/>
                  <a:gd name="T15" fmla="*/ 26 h 33"/>
                  <a:gd name="T16" fmla="*/ 24 w 32"/>
                  <a:gd name="T17" fmla="*/ 25 h 33"/>
                  <a:gd name="T18" fmla="*/ 20 w 32"/>
                  <a:gd name="T19" fmla="*/ 27 h 33"/>
                  <a:gd name="T20" fmla="*/ 7 w 32"/>
                  <a:gd name="T21" fmla="*/ 17 h 33"/>
                  <a:gd name="T22" fmla="*/ 7 w 32"/>
                  <a:gd name="T23" fmla="*/ 17 h 33"/>
                  <a:gd name="T24" fmla="*/ 31 w 32"/>
                  <a:gd name="T25" fmla="*/ 18 h 33"/>
                  <a:gd name="T26" fmla="*/ 32 w 32"/>
                  <a:gd name="T27" fmla="*/ 17 h 33"/>
                  <a:gd name="T28" fmla="*/ 15 w 32"/>
                  <a:gd name="T29" fmla="*/ 4 h 33"/>
                  <a:gd name="T30" fmla="*/ 15 w 32"/>
                  <a:gd name="T31" fmla="*/ 1 h 33"/>
                  <a:gd name="T32" fmla="*/ 14 w 32"/>
                  <a:gd name="T33" fmla="*/ 0 h 33"/>
                  <a:gd name="T34" fmla="*/ 9 w 32"/>
                  <a:gd name="T35" fmla="*/ 6 h 33"/>
                  <a:gd name="T36" fmla="*/ 10 w 32"/>
                  <a:gd name="T37" fmla="*/ 7 h 33"/>
                  <a:gd name="T38" fmla="*/ 14 w 32"/>
                  <a:gd name="T39" fmla="*/ 5 h 33"/>
                  <a:gd name="T40" fmla="*/ 26 w 32"/>
                  <a:gd name="T41" fmla="*/ 14 h 33"/>
                  <a:gd name="T42" fmla="*/ 26 w 32"/>
                  <a:gd name="T43" fmla="*/ 14 h 33"/>
                  <a:gd name="T44" fmla="*/ 4 w 32"/>
                  <a:gd name="T45" fmla="*/ 14 h 33"/>
                  <a:gd name="T46" fmla="*/ 0 w 32"/>
                  <a:gd name="T47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2" h="33">
                    <a:moveTo>
                      <a:pt x="0" y="18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3" y="17"/>
                      <a:pt x="3" y="17"/>
                      <a:pt x="4" y="17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20" y="29"/>
                      <a:pt x="20" y="30"/>
                      <a:pt x="18" y="32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2" y="28"/>
                      <a:pt x="21" y="28"/>
                      <a:pt x="20" y="2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4" y="3"/>
                      <a:pt x="14" y="2"/>
                      <a:pt x="15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2" y="5"/>
                      <a:pt x="13" y="4"/>
                      <a:pt x="14" y="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4" y="14"/>
                      <a:pt x="4" y="14"/>
                      <a:pt x="4" y="14"/>
                    </a:cubicBez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iS1îdè"/>
              <p:cNvSpPr/>
              <p:nvPr/>
            </p:nvSpPr>
            <p:spPr bwMode="auto">
              <a:xfrm>
                <a:off x="3519488" y="2946400"/>
                <a:ext cx="92075" cy="88900"/>
              </a:xfrm>
              <a:custGeom>
                <a:avLst/>
                <a:gdLst>
                  <a:gd name="T0" fmla="*/ 15 w 28"/>
                  <a:gd name="T1" fmla="*/ 14 h 27"/>
                  <a:gd name="T2" fmla="*/ 15 w 28"/>
                  <a:gd name="T3" fmla="*/ 15 h 27"/>
                  <a:gd name="T4" fmla="*/ 21 w 28"/>
                  <a:gd name="T5" fmla="*/ 14 h 27"/>
                  <a:gd name="T6" fmla="*/ 21 w 28"/>
                  <a:gd name="T7" fmla="*/ 22 h 27"/>
                  <a:gd name="T8" fmla="*/ 9 w 28"/>
                  <a:gd name="T9" fmla="*/ 19 h 27"/>
                  <a:gd name="T10" fmla="*/ 5 w 28"/>
                  <a:gd name="T11" fmla="*/ 6 h 27"/>
                  <a:gd name="T12" fmla="*/ 16 w 28"/>
                  <a:gd name="T13" fmla="*/ 6 h 27"/>
                  <a:gd name="T14" fmla="*/ 17 w 28"/>
                  <a:gd name="T15" fmla="*/ 5 h 27"/>
                  <a:gd name="T16" fmla="*/ 11 w 28"/>
                  <a:gd name="T17" fmla="*/ 0 h 27"/>
                  <a:gd name="T18" fmla="*/ 10 w 28"/>
                  <a:gd name="T19" fmla="*/ 0 h 27"/>
                  <a:gd name="T20" fmla="*/ 10 w 28"/>
                  <a:gd name="T21" fmla="*/ 2 h 27"/>
                  <a:gd name="T22" fmla="*/ 9 w 28"/>
                  <a:gd name="T23" fmla="*/ 3 h 27"/>
                  <a:gd name="T24" fmla="*/ 4 w 28"/>
                  <a:gd name="T25" fmla="*/ 5 h 27"/>
                  <a:gd name="T26" fmla="*/ 6 w 28"/>
                  <a:gd name="T27" fmla="*/ 22 h 27"/>
                  <a:gd name="T28" fmla="*/ 22 w 28"/>
                  <a:gd name="T29" fmla="*/ 23 h 27"/>
                  <a:gd name="T30" fmla="*/ 25 w 28"/>
                  <a:gd name="T31" fmla="*/ 18 h 27"/>
                  <a:gd name="T32" fmla="*/ 25 w 28"/>
                  <a:gd name="T33" fmla="*/ 17 h 27"/>
                  <a:gd name="T34" fmla="*/ 27 w 28"/>
                  <a:gd name="T35" fmla="*/ 17 h 27"/>
                  <a:gd name="T36" fmla="*/ 28 w 28"/>
                  <a:gd name="T37" fmla="*/ 17 h 27"/>
                  <a:gd name="T38" fmla="*/ 22 w 28"/>
                  <a:gd name="T39" fmla="*/ 11 h 27"/>
                  <a:gd name="T40" fmla="*/ 23 w 28"/>
                  <a:gd name="T41" fmla="*/ 7 h 27"/>
                  <a:gd name="T42" fmla="*/ 22 w 28"/>
                  <a:gd name="T43" fmla="*/ 6 h 27"/>
                  <a:gd name="T44" fmla="*/ 15 w 28"/>
                  <a:gd name="T45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27">
                    <a:moveTo>
                      <a:pt x="15" y="14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7" y="12"/>
                      <a:pt x="19" y="12"/>
                      <a:pt x="21" y="14"/>
                    </a:cubicBezTo>
                    <a:cubicBezTo>
                      <a:pt x="24" y="17"/>
                      <a:pt x="24" y="20"/>
                      <a:pt x="21" y="22"/>
                    </a:cubicBezTo>
                    <a:cubicBezTo>
                      <a:pt x="18" y="25"/>
                      <a:pt x="13" y="24"/>
                      <a:pt x="9" y="19"/>
                    </a:cubicBezTo>
                    <a:cubicBezTo>
                      <a:pt x="3" y="14"/>
                      <a:pt x="2" y="9"/>
                      <a:pt x="5" y="6"/>
                    </a:cubicBezTo>
                    <a:cubicBezTo>
                      <a:pt x="8" y="3"/>
                      <a:pt x="12" y="3"/>
                      <a:pt x="16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2"/>
                      <a:pt x="10" y="2"/>
                    </a:cubicBezTo>
                    <a:cubicBezTo>
                      <a:pt x="10" y="2"/>
                      <a:pt x="9" y="2"/>
                      <a:pt x="9" y="3"/>
                    </a:cubicBezTo>
                    <a:cubicBezTo>
                      <a:pt x="7" y="3"/>
                      <a:pt x="6" y="4"/>
                      <a:pt x="4" y="5"/>
                    </a:cubicBezTo>
                    <a:cubicBezTo>
                      <a:pt x="0" y="10"/>
                      <a:pt x="0" y="16"/>
                      <a:pt x="6" y="22"/>
                    </a:cubicBezTo>
                    <a:cubicBezTo>
                      <a:pt x="11" y="27"/>
                      <a:pt x="17" y="27"/>
                      <a:pt x="22" y="23"/>
                    </a:cubicBezTo>
                    <a:cubicBezTo>
                      <a:pt x="23" y="22"/>
                      <a:pt x="24" y="20"/>
                      <a:pt x="25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6" y="17"/>
                      <a:pt x="27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0"/>
                      <a:pt x="21" y="9"/>
                      <a:pt x="23" y="7"/>
                    </a:cubicBezTo>
                    <a:cubicBezTo>
                      <a:pt x="22" y="6"/>
                      <a:pt x="22" y="6"/>
                      <a:pt x="22" y="6"/>
                    </a:cubicBezTo>
                    <a:lnTo>
                      <a:pt x="1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ṣḷîḓe"/>
              <p:cNvSpPr/>
              <p:nvPr/>
            </p:nvSpPr>
            <p:spPr bwMode="auto">
              <a:xfrm>
                <a:off x="3736975" y="2816225"/>
                <a:ext cx="76200" cy="93663"/>
              </a:xfrm>
              <a:custGeom>
                <a:avLst/>
                <a:gdLst>
                  <a:gd name="T0" fmla="*/ 9 w 23"/>
                  <a:gd name="T1" fmla="*/ 24 h 28"/>
                  <a:gd name="T2" fmla="*/ 8 w 23"/>
                  <a:gd name="T3" fmla="*/ 23 h 28"/>
                  <a:gd name="T4" fmla="*/ 4 w 23"/>
                  <a:gd name="T5" fmla="*/ 23 h 28"/>
                  <a:gd name="T6" fmla="*/ 4 w 23"/>
                  <a:gd name="T7" fmla="*/ 20 h 28"/>
                  <a:gd name="T8" fmla="*/ 3 w 23"/>
                  <a:gd name="T9" fmla="*/ 18 h 28"/>
                  <a:gd name="T10" fmla="*/ 11 w 23"/>
                  <a:gd name="T11" fmla="*/ 14 h 28"/>
                  <a:gd name="T12" fmla="*/ 15 w 23"/>
                  <a:gd name="T13" fmla="*/ 18 h 28"/>
                  <a:gd name="T14" fmla="*/ 13 w 23"/>
                  <a:gd name="T15" fmla="*/ 21 h 28"/>
                  <a:gd name="T16" fmla="*/ 14 w 23"/>
                  <a:gd name="T17" fmla="*/ 22 h 28"/>
                  <a:gd name="T18" fmla="*/ 23 w 23"/>
                  <a:gd name="T19" fmla="*/ 18 h 28"/>
                  <a:gd name="T20" fmla="*/ 22 w 23"/>
                  <a:gd name="T21" fmla="*/ 16 h 28"/>
                  <a:gd name="T22" fmla="*/ 17 w 23"/>
                  <a:gd name="T23" fmla="*/ 15 h 28"/>
                  <a:gd name="T24" fmla="*/ 2 w 23"/>
                  <a:gd name="T25" fmla="*/ 0 h 28"/>
                  <a:gd name="T26" fmla="*/ 1 w 23"/>
                  <a:gd name="T27" fmla="*/ 1 h 28"/>
                  <a:gd name="T28" fmla="*/ 2 w 23"/>
                  <a:gd name="T29" fmla="*/ 22 h 28"/>
                  <a:gd name="T30" fmla="*/ 0 w 23"/>
                  <a:gd name="T31" fmla="*/ 27 h 28"/>
                  <a:gd name="T32" fmla="*/ 1 w 23"/>
                  <a:gd name="T33" fmla="*/ 28 h 28"/>
                  <a:gd name="T34" fmla="*/ 9 w 23"/>
                  <a:gd name="T35" fmla="*/ 24 h 28"/>
                  <a:gd name="T36" fmla="*/ 3 w 23"/>
                  <a:gd name="T37" fmla="*/ 16 h 28"/>
                  <a:gd name="T38" fmla="*/ 3 w 23"/>
                  <a:gd name="T39" fmla="*/ 6 h 28"/>
                  <a:gd name="T40" fmla="*/ 10 w 23"/>
                  <a:gd name="T41" fmla="*/ 13 h 28"/>
                  <a:gd name="T42" fmla="*/ 3 w 23"/>
                  <a:gd name="T43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28">
                    <a:moveTo>
                      <a:pt x="9" y="24"/>
                    </a:moveTo>
                    <a:cubicBezTo>
                      <a:pt x="8" y="23"/>
                      <a:pt x="8" y="23"/>
                      <a:pt x="8" y="23"/>
                    </a:cubicBezTo>
                    <a:cubicBezTo>
                      <a:pt x="6" y="24"/>
                      <a:pt x="5" y="24"/>
                      <a:pt x="4" y="23"/>
                    </a:cubicBezTo>
                    <a:cubicBezTo>
                      <a:pt x="4" y="22"/>
                      <a:pt x="4" y="22"/>
                      <a:pt x="4" y="20"/>
                    </a:cubicBezTo>
                    <a:cubicBezTo>
                      <a:pt x="4" y="19"/>
                      <a:pt x="4" y="18"/>
                      <a:pt x="3" y="18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3" y="16"/>
                      <a:pt x="15" y="17"/>
                      <a:pt x="15" y="18"/>
                    </a:cubicBezTo>
                    <a:cubicBezTo>
                      <a:pt x="16" y="19"/>
                      <a:pt x="15" y="20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0" y="18"/>
                      <a:pt x="19" y="17"/>
                      <a:pt x="17" y="15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3" y="24"/>
                      <a:pt x="2" y="26"/>
                      <a:pt x="0" y="27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9" y="24"/>
                      <a:pt x="9" y="24"/>
                      <a:pt x="9" y="24"/>
                    </a:cubicBezTo>
                    <a:close/>
                    <a:moveTo>
                      <a:pt x="3" y="1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0" y="13"/>
                      <a:pt x="10" y="13"/>
                      <a:pt x="10" y="13"/>
                    </a:cubicBezTo>
                    <a:lnTo>
                      <a:pt x="3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ïŝḻiḑe"/>
              <p:cNvSpPr/>
              <p:nvPr/>
            </p:nvSpPr>
            <p:spPr bwMode="auto">
              <a:xfrm>
                <a:off x="3813175" y="2770188"/>
                <a:ext cx="85725" cy="96838"/>
              </a:xfrm>
              <a:custGeom>
                <a:avLst/>
                <a:gdLst>
                  <a:gd name="T0" fmla="*/ 0 w 26"/>
                  <a:gd name="T1" fmla="*/ 6 h 29"/>
                  <a:gd name="T2" fmla="*/ 0 w 26"/>
                  <a:gd name="T3" fmla="*/ 7 h 29"/>
                  <a:gd name="T4" fmla="*/ 2 w 26"/>
                  <a:gd name="T5" fmla="*/ 7 h 29"/>
                  <a:gd name="T6" fmla="*/ 4 w 26"/>
                  <a:gd name="T7" fmla="*/ 8 h 29"/>
                  <a:gd name="T8" fmla="*/ 9 w 26"/>
                  <a:gd name="T9" fmla="*/ 25 h 29"/>
                  <a:gd name="T10" fmla="*/ 6 w 26"/>
                  <a:gd name="T11" fmla="*/ 28 h 29"/>
                  <a:gd name="T12" fmla="*/ 6 w 26"/>
                  <a:gd name="T13" fmla="*/ 29 h 29"/>
                  <a:gd name="T14" fmla="*/ 15 w 26"/>
                  <a:gd name="T15" fmla="*/ 27 h 29"/>
                  <a:gd name="T16" fmla="*/ 14 w 26"/>
                  <a:gd name="T17" fmla="*/ 26 h 29"/>
                  <a:gd name="T18" fmla="*/ 10 w 26"/>
                  <a:gd name="T19" fmla="*/ 25 h 29"/>
                  <a:gd name="T20" fmla="*/ 6 w 26"/>
                  <a:gd name="T21" fmla="*/ 9 h 29"/>
                  <a:gd name="T22" fmla="*/ 6 w 26"/>
                  <a:gd name="T23" fmla="*/ 9 h 29"/>
                  <a:gd name="T24" fmla="*/ 24 w 26"/>
                  <a:gd name="T25" fmla="*/ 25 h 29"/>
                  <a:gd name="T26" fmla="*/ 26 w 26"/>
                  <a:gd name="T27" fmla="*/ 25 h 29"/>
                  <a:gd name="T28" fmla="*/ 21 w 26"/>
                  <a:gd name="T29" fmla="*/ 4 h 29"/>
                  <a:gd name="T30" fmla="*/ 23 w 26"/>
                  <a:gd name="T31" fmla="*/ 1 h 29"/>
                  <a:gd name="T32" fmla="*/ 23 w 26"/>
                  <a:gd name="T33" fmla="*/ 0 h 29"/>
                  <a:gd name="T34" fmla="*/ 15 w 26"/>
                  <a:gd name="T35" fmla="*/ 2 h 29"/>
                  <a:gd name="T36" fmla="*/ 15 w 26"/>
                  <a:gd name="T37" fmla="*/ 3 h 29"/>
                  <a:gd name="T38" fmla="*/ 19 w 26"/>
                  <a:gd name="T39" fmla="*/ 5 h 29"/>
                  <a:gd name="T40" fmla="*/ 23 w 26"/>
                  <a:gd name="T41" fmla="*/ 19 h 29"/>
                  <a:gd name="T42" fmla="*/ 23 w 26"/>
                  <a:gd name="T43" fmla="*/ 19 h 29"/>
                  <a:gd name="T44" fmla="*/ 6 w 26"/>
                  <a:gd name="T45" fmla="*/ 4 h 29"/>
                  <a:gd name="T46" fmla="*/ 0 w 26"/>
                  <a:gd name="T47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6" h="29">
                    <a:moveTo>
                      <a:pt x="0" y="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" y="7"/>
                      <a:pt x="2" y="7"/>
                      <a:pt x="2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7"/>
                      <a:pt x="8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2" y="27"/>
                      <a:pt x="10" y="27"/>
                      <a:pt x="10" y="25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0" y="3"/>
                      <a:pt x="21" y="2"/>
                      <a:pt x="23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8" y="3"/>
                      <a:pt x="19" y="3"/>
                      <a:pt x="19" y="5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ḻîďe"/>
              <p:cNvSpPr/>
              <p:nvPr/>
            </p:nvSpPr>
            <p:spPr bwMode="auto">
              <a:xfrm>
                <a:off x="4008438" y="2763838"/>
                <a:ext cx="82550" cy="85725"/>
              </a:xfrm>
              <a:custGeom>
                <a:avLst/>
                <a:gdLst>
                  <a:gd name="T0" fmla="*/ 11 w 25"/>
                  <a:gd name="T1" fmla="*/ 1 h 26"/>
                  <a:gd name="T2" fmla="*/ 0 w 25"/>
                  <a:gd name="T3" fmla="*/ 0 h 26"/>
                  <a:gd name="T4" fmla="*/ 0 w 25"/>
                  <a:gd name="T5" fmla="*/ 1 h 26"/>
                  <a:gd name="T6" fmla="*/ 3 w 25"/>
                  <a:gd name="T7" fmla="*/ 4 h 26"/>
                  <a:gd name="T8" fmla="*/ 2 w 25"/>
                  <a:gd name="T9" fmla="*/ 18 h 26"/>
                  <a:gd name="T10" fmla="*/ 10 w 25"/>
                  <a:gd name="T11" fmla="*/ 25 h 26"/>
                  <a:gd name="T12" fmla="*/ 19 w 25"/>
                  <a:gd name="T13" fmla="*/ 19 h 26"/>
                  <a:gd name="T14" fmla="*/ 21 w 25"/>
                  <a:gd name="T15" fmla="*/ 7 h 26"/>
                  <a:gd name="T16" fmla="*/ 25 w 25"/>
                  <a:gd name="T17" fmla="*/ 4 h 26"/>
                  <a:gd name="T18" fmla="*/ 25 w 25"/>
                  <a:gd name="T19" fmla="*/ 2 h 26"/>
                  <a:gd name="T20" fmla="*/ 16 w 25"/>
                  <a:gd name="T21" fmla="*/ 2 h 26"/>
                  <a:gd name="T22" fmla="*/ 16 w 25"/>
                  <a:gd name="T23" fmla="*/ 3 h 26"/>
                  <a:gd name="T24" fmla="*/ 19 w 25"/>
                  <a:gd name="T25" fmla="*/ 6 h 26"/>
                  <a:gd name="T26" fmla="*/ 18 w 25"/>
                  <a:gd name="T27" fmla="*/ 18 h 26"/>
                  <a:gd name="T28" fmla="*/ 10 w 25"/>
                  <a:gd name="T29" fmla="*/ 25 h 26"/>
                  <a:gd name="T30" fmla="*/ 5 w 25"/>
                  <a:gd name="T31" fmla="*/ 18 h 26"/>
                  <a:gd name="T32" fmla="*/ 7 w 25"/>
                  <a:gd name="T33" fmla="*/ 4 h 26"/>
                  <a:gd name="T34" fmla="*/ 10 w 25"/>
                  <a:gd name="T35" fmla="*/ 2 h 26"/>
                  <a:gd name="T36" fmla="*/ 11 w 25"/>
                  <a:gd name="T37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26">
                    <a:moveTo>
                      <a:pt x="1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4" y="2"/>
                      <a:pt x="3" y="4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22"/>
                      <a:pt x="4" y="25"/>
                      <a:pt x="10" y="25"/>
                    </a:cubicBezTo>
                    <a:cubicBezTo>
                      <a:pt x="15" y="26"/>
                      <a:pt x="19" y="24"/>
                      <a:pt x="19" y="19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4"/>
                      <a:pt x="22" y="3"/>
                      <a:pt x="25" y="4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9" y="3"/>
                      <a:pt x="20" y="4"/>
                      <a:pt x="19" y="6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23"/>
                      <a:pt x="15" y="25"/>
                      <a:pt x="10" y="25"/>
                    </a:cubicBezTo>
                    <a:cubicBezTo>
                      <a:pt x="7" y="24"/>
                      <a:pt x="5" y="22"/>
                      <a:pt x="5" y="18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8" y="2"/>
                      <a:pt x="10" y="2"/>
                    </a:cubicBezTo>
                    <a:lnTo>
                      <a:pt x="1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$1îḓê"/>
              <p:cNvSpPr/>
              <p:nvPr/>
            </p:nvSpPr>
            <p:spPr bwMode="auto">
              <a:xfrm>
                <a:off x="4106863" y="2779713"/>
                <a:ext cx="95250" cy="96838"/>
              </a:xfrm>
              <a:custGeom>
                <a:avLst/>
                <a:gdLst>
                  <a:gd name="T0" fmla="*/ 7 w 29"/>
                  <a:gd name="T1" fmla="*/ 0 h 29"/>
                  <a:gd name="T2" fmla="*/ 6 w 29"/>
                  <a:gd name="T3" fmla="*/ 1 h 29"/>
                  <a:gd name="T4" fmla="*/ 8 w 29"/>
                  <a:gd name="T5" fmla="*/ 2 h 29"/>
                  <a:gd name="T6" fmla="*/ 9 w 29"/>
                  <a:gd name="T7" fmla="*/ 3 h 29"/>
                  <a:gd name="T8" fmla="*/ 4 w 29"/>
                  <a:gd name="T9" fmla="*/ 21 h 29"/>
                  <a:gd name="T10" fmla="*/ 0 w 29"/>
                  <a:gd name="T11" fmla="*/ 22 h 29"/>
                  <a:gd name="T12" fmla="*/ 0 w 29"/>
                  <a:gd name="T13" fmla="*/ 23 h 29"/>
                  <a:gd name="T14" fmla="*/ 8 w 29"/>
                  <a:gd name="T15" fmla="*/ 26 h 29"/>
                  <a:gd name="T16" fmla="*/ 8 w 29"/>
                  <a:gd name="T17" fmla="*/ 25 h 29"/>
                  <a:gd name="T18" fmla="*/ 6 w 29"/>
                  <a:gd name="T19" fmla="*/ 21 h 29"/>
                  <a:gd name="T20" fmla="*/ 10 w 29"/>
                  <a:gd name="T21" fmla="*/ 6 h 29"/>
                  <a:gd name="T22" fmla="*/ 10 w 29"/>
                  <a:gd name="T23" fmla="*/ 6 h 29"/>
                  <a:gd name="T24" fmla="*/ 18 w 29"/>
                  <a:gd name="T25" fmla="*/ 29 h 29"/>
                  <a:gd name="T26" fmla="*/ 19 w 29"/>
                  <a:gd name="T27" fmla="*/ 29 h 29"/>
                  <a:gd name="T28" fmla="*/ 25 w 29"/>
                  <a:gd name="T29" fmla="*/ 9 h 29"/>
                  <a:gd name="T30" fmla="*/ 29 w 29"/>
                  <a:gd name="T31" fmla="*/ 8 h 29"/>
                  <a:gd name="T32" fmla="*/ 29 w 29"/>
                  <a:gd name="T33" fmla="*/ 7 h 29"/>
                  <a:gd name="T34" fmla="*/ 21 w 29"/>
                  <a:gd name="T35" fmla="*/ 4 h 29"/>
                  <a:gd name="T36" fmla="*/ 21 w 29"/>
                  <a:gd name="T37" fmla="*/ 6 h 29"/>
                  <a:gd name="T38" fmla="*/ 24 w 29"/>
                  <a:gd name="T39" fmla="*/ 9 h 29"/>
                  <a:gd name="T40" fmla="*/ 19 w 29"/>
                  <a:gd name="T41" fmla="*/ 23 h 29"/>
                  <a:gd name="T42" fmla="*/ 19 w 29"/>
                  <a:gd name="T43" fmla="*/ 23 h 29"/>
                  <a:gd name="T44" fmla="*/ 13 w 29"/>
                  <a:gd name="T45" fmla="*/ 2 h 29"/>
                  <a:gd name="T46" fmla="*/ 7 w 29"/>
                  <a:gd name="T4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" h="29">
                    <a:moveTo>
                      <a:pt x="7" y="0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9" y="2"/>
                      <a:pt x="9" y="3"/>
                      <a:pt x="9" y="3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2"/>
                      <a:pt x="3" y="23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6" y="24"/>
                      <a:pt x="5" y="23"/>
                      <a:pt x="6" y="21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6" y="8"/>
                      <a:pt x="27" y="7"/>
                      <a:pt x="29" y="8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6"/>
                      <a:pt x="21" y="6"/>
                      <a:pt x="21" y="6"/>
                    </a:cubicBezTo>
                    <a:cubicBezTo>
                      <a:pt x="24" y="6"/>
                      <a:pt x="24" y="7"/>
                      <a:pt x="24" y="9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3" y="2"/>
                      <a:pt x="13" y="2"/>
                      <a:pt x="13" y="2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Slïďê"/>
              <p:cNvSpPr/>
              <p:nvPr/>
            </p:nvSpPr>
            <p:spPr bwMode="auto">
              <a:xfrm>
                <a:off x="4202113" y="2819400"/>
                <a:ext cx="69850" cy="87313"/>
              </a:xfrm>
              <a:custGeom>
                <a:avLst/>
                <a:gdLst>
                  <a:gd name="T0" fmla="*/ 11 w 21"/>
                  <a:gd name="T1" fmla="*/ 0 h 26"/>
                  <a:gd name="T2" fmla="*/ 11 w 21"/>
                  <a:gd name="T3" fmla="*/ 1 h 26"/>
                  <a:gd name="T4" fmla="*/ 13 w 21"/>
                  <a:gd name="T5" fmla="*/ 5 h 26"/>
                  <a:gd name="T6" fmla="*/ 5 w 21"/>
                  <a:gd name="T7" fmla="*/ 20 h 26"/>
                  <a:gd name="T8" fmla="*/ 1 w 21"/>
                  <a:gd name="T9" fmla="*/ 20 h 26"/>
                  <a:gd name="T10" fmla="*/ 0 w 21"/>
                  <a:gd name="T11" fmla="*/ 21 h 26"/>
                  <a:gd name="T12" fmla="*/ 9 w 21"/>
                  <a:gd name="T13" fmla="*/ 26 h 26"/>
                  <a:gd name="T14" fmla="*/ 10 w 21"/>
                  <a:gd name="T15" fmla="*/ 25 h 26"/>
                  <a:gd name="T16" fmla="*/ 8 w 21"/>
                  <a:gd name="T17" fmla="*/ 22 h 26"/>
                  <a:gd name="T18" fmla="*/ 16 w 21"/>
                  <a:gd name="T19" fmla="*/ 6 h 26"/>
                  <a:gd name="T20" fmla="*/ 20 w 21"/>
                  <a:gd name="T21" fmla="*/ 6 h 26"/>
                  <a:gd name="T22" fmla="*/ 21 w 21"/>
                  <a:gd name="T23" fmla="*/ 5 h 26"/>
                  <a:gd name="T24" fmla="*/ 11 w 21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26">
                    <a:moveTo>
                      <a:pt x="11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3" y="2"/>
                      <a:pt x="14" y="3"/>
                      <a:pt x="13" y="5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4" y="21"/>
                      <a:pt x="3" y="22"/>
                      <a:pt x="1" y="2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8" y="24"/>
                      <a:pt x="7" y="23"/>
                      <a:pt x="8" y="2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5"/>
                      <a:pt x="20" y="6"/>
                    </a:cubicBezTo>
                    <a:cubicBezTo>
                      <a:pt x="21" y="5"/>
                      <a:pt x="21" y="5"/>
                      <a:pt x="21" y="5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ṡļiḑê"/>
              <p:cNvSpPr/>
              <p:nvPr/>
            </p:nvSpPr>
            <p:spPr bwMode="auto">
              <a:xfrm>
                <a:off x="4281488" y="2849563"/>
                <a:ext cx="76200" cy="88900"/>
              </a:xfrm>
              <a:custGeom>
                <a:avLst/>
                <a:gdLst>
                  <a:gd name="T0" fmla="*/ 4 w 23"/>
                  <a:gd name="T1" fmla="*/ 1 h 27"/>
                  <a:gd name="T2" fmla="*/ 5 w 23"/>
                  <a:gd name="T3" fmla="*/ 5 h 27"/>
                  <a:gd name="T4" fmla="*/ 0 w 23"/>
                  <a:gd name="T5" fmla="*/ 26 h 27"/>
                  <a:gd name="T6" fmla="*/ 1 w 23"/>
                  <a:gd name="T7" fmla="*/ 27 h 27"/>
                  <a:gd name="T8" fmla="*/ 18 w 23"/>
                  <a:gd name="T9" fmla="*/ 13 h 27"/>
                  <a:gd name="T10" fmla="*/ 22 w 23"/>
                  <a:gd name="T11" fmla="*/ 13 h 27"/>
                  <a:gd name="T12" fmla="*/ 23 w 23"/>
                  <a:gd name="T13" fmla="*/ 12 h 27"/>
                  <a:gd name="T14" fmla="*/ 16 w 23"/>
                  <a:gd name="T15" fmla="*/ 8 h 27"/>
                  <a:gd name="T16" fmla="*/ 16 w 23"/>
                  <a:gd name="T17" fmla="*/ 9 h 27"/>
                  <a:gd name="T18" fmla="*/ 17 w 23"/>
                  <a:gd name="T19" fmla="*/ 12 h 27"/>
                  <a:gd name="T20" fmla="*/ 16 w 23"/>
                  <a:gd name="T21" fmla="*/ 14 h 27"/>
                  <a:gd name="T22" fmla="*/ 4 w 23"/>
                  <a:gd name="T23" fmla="*/ 23 h 27"/>
                  <a:gd name="T24" fmla="*/ 4 w 23"/>
                  <a:gd name="T25" fmla="*/ 23 h 27"/>
                  <a:gd name="T26" fmla="*/ 8 w 23"/>
                  <a:gd name="T27" fmla="*/ 9 h 27"/>
                  <a:gd name="T28" fmla="*/ 8 w 23"/>
                  <a:gd name="T29" fmla="*/ 6 h 27"/>
                  <a:gd name="T30" fmla="*/ 12 w 23"/>
                  <a:gd name="T31" fmla="*/ 6 h 27"/>
                  <a:gd name="T32" fmla="*/ 12 w 23"/>
                  <a:gd name="T33" fmla="*/ 5 h 27"/>
                  <a:gd name="T34" fmla="*/ 4 w 23"/>
                  <a:gd name="T35" fmla="*/ 0 h 27"/>
                  <a:gd name="T36" fmla="*/ 4 w 23"/>
                  <a:gd name="T37" fmla="*/ 1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" h="27">
                    <a:moveTo>
                      <a:pt x="4" y="1"/>
                    </a:moveTo>
                    <a:cubicBezTo>
                      <a:pt x="5" y="2"/>
                      <a:pt x="6" y="3"/>
                      <a:pt x="5" y="5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0" y="12"/>
                      <a:pt x="21" y="12"/>
                      <a:pt x="22" y="13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8" y="10"/>
                      <a:pt x="18" y="11"/>
                      <a:pt x="17" y="12"/>
                    </a:cubicBezTo>
                    <a:cubicBezTo>
                      <a:pt x="17" y="13"/>
                      <a:pt x="17" y="13"/>
                      <a:pt x="16" y="14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7"/>
                      <a:pt x="8" y="7"/>
                      <a:pt x="8" y="6"/>
                    </a:cubicBezTo>
                    <a:cubicBezTo>
                      <a:pt x="9" y="5"/>
                      <a:pt x="10" y="5"/>
                      <a:pt x="12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iSḷïde"/>
              <p:cNvSpPr/>
              <p:nvPr/>
            </p:nvSpPr>
            <p:spPr bwMode="auto">
              <a:xfrm>
                <a:off x="4327525" y="2916238"/>
                <a:ext cx="106363" cy="101600"/>
              </a:xfrm>
              <a:custGeom>
                <a:avLst/>
                <a:gdLst>
                  <a:gd name="T0" fmla="*/ 22 w 32"/>
                  <a:gd name="T1" fmla="*/ 25 h 31"/>
                  <a:gd name="T2" fmla="*/ 21 w 32"/>
                  <a:gd name="T3" fmla="*/ 24 h 31"/>
                  <a:gd name="T4" fmla="*/ 14 w 32"/>
                  <a:gd name="T5" fmla="*/ 27 h 31"/>
                  <a:gd name="T6" fmla="*/ 8 w 32"/>
                  <a:gd name="T7" fmla="*/ 23 h 31"/>
                  <a:gd name="T8" fmla="*/ 7 w 32"/>
                  <a:gd name="T9" fmla="*/ 20 h 31"/>
                  <a:gd name="T10" fmla="*/ 14 w 32"/>
                  <a:gd name="T11" fmla="*/ 13 h 31"/>
                  <a:gd name="T12" fmla="*/ 16 w 32"/>
                  <a:gd name="T13" fmla="*/ 17 h 31"/>
                  <a:gd name="T14" fmla="*/ 15 w 32"/>
                  <a:gd name="T15" fmla="*/ 20 h 31"/>
                  <a:gd name="T16" fmla="*/ 16 w 32"/>
                  <a:gd name="T17" fmla="*/ 21 h 31"/>
                  <a:gd name="T18" fmla="*/ 22 w 32"/>
                  <a:gd name="T19" fmla="*/ 14 h 31"/>
                  <a:gd name="T20" fmla="*/ 22 w 32"/>
                  <a:gd name="T21" fmla="*/ 13 h 31"/>
                  <a:gd name="T22" fmla="*/ 18 w 32"/>
                  <a:gd name="T23" fmla="*/ 15 h 31"/>
                  <a:gd name="T24" fmla="*/ 14 w 32"/>
                  <a:gd name="T25" fmla="*/ 12 h 31"/>
                  <a:gd name="T26" fmla="*/ 20 w 32"/>
                  <a:gd name="T27" fmla="*/ 7 h 31"/>
                  <a:gd name="T28" fmla="*/ 24 w 32"/>
                  <a:gd name="T29" fmla="*/ 8 h 31"/>
                  <a:gd name="T30" fmla="*/ 27 w 32"/>
                  <a:gd name="T31" fmla="*/ 13 h 31"/>
                  <a:gd name="T32" fmla="*/ 25 w 32"/>
                  <a:gd name="T33" fmla="*/ 19 h 31"/>
                  <a:gd name="T34" fmla="*/ 26 w 32"/>
                  <a:gd name="T35" fmla="*/ 20 h 31"/>
                  <a:gd name="T36" fmla="*/ 32 w 32"/>
                  <a:gd name="T37" fmla="*/ 14 h 31"/>
                  <a:gd name="T38" fmla="*/ 17 w 32"/>
                  <a:gd name="T39" fmla="*/ 0 h 31"/>
                  <a:gd name="T40" fmla="*/ 16 w 32"/>
                  <a:gd name="T41" fmla="*/ 1 h 31"/>
                  <a:gd name="T42" fmla="*/ 17 w 32"/>
                  <a:gd name="T43" fmla="*/ 4 h 31"/>
                  <a:gd name="T44" fmla="*/ 5 w 32"/>
                  <a:gd name="T45" fmla="*/ 17 h 31"/>
                  <a:gd name="T46" fmla="*/ 1 w 32"/>
                  <a:gd name="T47" fmla="*/ 16 h 31"/>
                  <a:gd name="T48" fmla="*/ 0 w 32"/>
                  <a:gd name="T49" fmla="*/ 17 h 31"/>
                  <a:gd name="T50" fmla="*/ 15 w 32"/>
                  <a:gd name="T51" fmla="*/ 31 h 31"/>
                  <a:gd name="T52" fmla="*/ 22 w 32"/>
                  <a:gd name="T53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31">
                    <a:moveTo>
                      <a:pt x="22" y="25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6"/>
                      <a:pt x="16" y="27"/>
                      <a:pt x="14" y="27"/>
                    </a:cubicBezTo>
                    <a:cubicBezTo>
                      <a:pt x="12" y="26"/>
                      <a:pt x="10" y="25"/>
                      <a:pt x="8" y="23"/>
                    </a:cubicBezTo>
                    <a:cubicBezTo>
                      <a:pt x="7" y="22"/>
                      <a:pt x="6" y="21"/>
                      <a:pt x="7" y="2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5"/>
                      <a:pt x="16" y="16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5"/>
                      <a:pt x="19" y="15"/>
                      <a:pt x="18" y="15"/>
                    </a:cubicBezTo>
                    <a:cubicBezTo>
                      <a:pt x="17" y="15"/>
                      <a:pt x="16" y="14"/>
                      <a:pt x="14" y="12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6"/>
                      <a:pt x="22" y="6"/>
                      <a:pt x="24" y="8"/>
                    </a:cubicBezTo>
                    <a:cubicBezTo>
                      <a:pt x="26" y="10"/>
                      <a:pt x="27" y="11"/>
                      <a:pt x="27" y="13"/>
                    </a:cubicBezTo>
                    <a:cubicBezTo>
                      <a:pt x="27" y="15"/>
                      <a:pt x="26" y="17"/>
                      <a:pt x="25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2"/>
                      <a:pt x="18" y="3"/>
                      <a:pt x="17" y="4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8"/>
                      <a:pt x="3" y="18"/>
                      <a:pt x="1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5" y="31"/>
                      <a:pt x="15" y="31"/>
                      <a:pt x="15" y="31"/>
                    </a:cubicBezTo>
                    <a:lnTo>
                      <a:pt x="22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šļiďè"/>
              <p:cNvSpPr/>
              <p:nvPr/>
            </p:nvSpPr>
            <p:spPr bwMode="auto">
              <a:xfrm>
                <a:off x="4397375" y="2995613"/>
                <a:ext cx="98425" cy="103188"/>
              </a:xfrm>
              <a:custGeom>
                <a:avLst/>
                <a:gdLst>
                  <a:gd name="T0" fmla="*/ 17 w 30"/>
                  <a:gd name="T1" fmla="*/ 28 h 31"/>
                  <a:gd name="T2" fmla="*/ 14 w 30"/>
                  <a:gd name="T3" fmla="*/ 29 h 31"/>
                  <a:gd name="T4" fmla="*/ 15 w 30"/>
                  <a:gd name="T5" fmla="*/ 25 h 31"/>
                  <a:gd name="T6" fmla="*/ 17 w 30"/>
                  <a:gd name="T7" fmla="*/ 17 h 31"/>
                  <a:gd name="T8" fmla="*/ 17 w 30"/>
                  <a:gd name="T9" fmla="*/ 17 h 31"/>
                  <a:gd name="T10" fmla="*/ 27 w 30"/>
                  <a:gd name="T11" fmla="*/ 20 h 31"/>
                  <a:gd name="T12" fmla="*/ 28 w 30"/>
                  <a:gd name="T13" fmla="*/ 10 h 31"/>
                  <a:gd name="T14" fmla="*/ 20 w 30"/>
                  <a:gd name="T15" fmla="*/ 0 h 31"/>
                  <a:gd name="T16" fmla="*/ 19 w 30"/>
                  <a:gd name="T17" fmla="*/ 1 h 31"/>
                  <a:gd name="T18" fmla="*/ 19 w 30"/>
                  <a:gd name="T19" fmla="*/ 4 h 31"/>
                  <a:gd name="T20" fmla="*/ 5 w 30"/>
                  <a:gd name="T21" fmla="*/ 15 h 31"/>
                  <a:gd name="T22" fmla="*/ 1 w 30"/>
                  <a:gd name="T23" fmla="*/ 13 h 31"/>
                  <a:gd name="T24" fmla="*/ 0 w 30"/>
                  <a:gd name="T25" fmla="*/ 14 h 31"/>
                  <a:gd name="T26" fmla="*/ 7 w 30"/>
                  <a:gd name="T27" fmla="*/ 23 h 31"/>
                  <a:gd name="T28" fmla="*/ 8 w 30"/>
                  <a:gd name="T29" fmla="*/ 22 h 31"/>
                  <a:gd name="T30" fmla="*/ 7 w 30"/>
                  <a:gd name="T31" fmla="*/ 18 h 31"/>
                  <a:gd name="T32" fmla="*/ 14 w 30"/>
                  <a:gd name="T33" fmla="*/ 13 h 31"/>
                  <a:gd name="T34" fmla="*/ 15 w 30"/>
                  <a:gd name="T35" fmla="*/ 14 h 31"/>
                  <a:gd name="T36" fmla="*/ 16 w 30"/>
                  <a:gd name="T37" fmla="*/ 18 h 31"/>
                  <a:gd name="T38" fmla="*/ 13 w 30"/>
                  <a:gd name="T39" fmla="*/ 22 h 31"/>
                  <a:gd name="T40" fmla="*/ 11 w 30"/>
                  <a:gd name="T41" fmla="*/ 28 h 31"/>
                  <a:gd name="T42" fmla="*/ 17 w 30"/>
                  <a:gd name="T43" fmla="*/ 29 h 31"/>
                  <a:gd name="T44" fmla="*/ 17 w 30"/>
                  <a:gd name="T45" fmla="*/ 28 h 31"/>
                  <a:gd name="T46" fmla="*/ 22 w 30"/>
                  <a:gd name="T47" fmla="*/ 7 h 31"/>
                  <a:gd name="T48" fmla="*/ 25 w 30"/>
                  <a:gd name="T49" fmla="*/ 9 h 31"/>
                  <a:gd name="T50" fmla="*/ 25 w 30"/>
                  <a:gd name="T51" fmla="*/ 17 h 31"/>
                  <a:gd name="T52" fmla="*/ 17 w 30"/>
                  <a:gd name="T53" fmla="*/ 15 h 31"/>
                  <a:gd name="T54" fmla="*/ 16 w 30"/>
                  <a:gd name="T55" fmla="*/ 13 h 31"/>
                  <a:gd name="T56" fmla="*/ 15 w 30"/>
                  <a:gd name="T57" fmla="*/ 12 h 31"/>
                  <a:gd name="T58" fmla="*/ 22 w 30"/>
                  <a:gd name="T59" fmla="*/ 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0" h="31">
                    <a:moveTo>
                      <a:pt x="17" y="28"/>
                    </a:moveTo>
                    <a:cubicBezTo>
                      <a:pt x="15" y="29"/>
                      <a:pt x="14" y="29"/>
                      <a:pt x="14" y="29"/>
                    </a:cubicBezTo>
                    <a:cubicBezTo>
                      <a:pt x="13" y="28"/>
                      <a:pt x="14" y="27"/>
                      <a:pt x="15" y="25"/>
                    </a:cubicBezTo>
                    <a:cubicBezTo>
                      <a:pt x="18" y="23"/>
                      <a:pt x="18" y="20"/>
                      <a:pt x="17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21" y="21"/>
                      <a:pt x="24" y="22"/>
                      <a:pt x="27" y="20"/>
                    </a:cubicBezTo>
                    <a:cubicBezTo>
                      <a:pt x="30" y="17"/>
                      <a:pt x="30" y="14"/>
                      <a:pt x="28" y="1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2"/>
                      <a:pt x="21" y="4"/>
                      <a:pt x="19" y="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3" y="15"/>
                      <a:pt x="1" y="1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6" y="20"/>
                      <a:pt x="6" y="18"/>
                      <a:pt x="7" y="18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6" y="16"/>
                      <a:pt x="17" y="17"/>
                      <a:pt x="16" y="18"/>
                    </a:cubicBezTo>
                    <a:cubicBezTo>
                      <a:pt x="16" y="19"/>
                      <a:pt x="15" y="21"/>
                      <a:pt x="13" y="22"/>
                    </a:cubicBezTo>
                    <a:cubicBezTo>
                      <a:pt x="10" y="24"/>
                      <a:pt x="9" y="26"/>
                      <a:pt x="11" y="28"/>
                    </a:cubicBezTo>
                    <a:cubicBezTo>
                      <a:pt x="12" y="31"/>
                      <a:pt x="15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22" y="7"/>
                    </a:moveTo>
                    <a:cubicBezTo>
                      <a:pt x="23" y="6"/>
                      <a:pt x="24" y="7"/>
                      <a:pt x="25" y="9"/>
                    </a:cubicBezTo>
                    <a:cubicBezTo>
                      <a:pt x="28" y="12"/>
                      <a:pt x="27" y="15"/>
                      <a:pt x="25" y="17"/>
                    </a:cubicBezTo>
                    <a:cubicBezTo>
                      <a:pt x="22" y="19"/>
                      <a:pt x="20" y="18"/>
                      <a:pt x="17" y="15"/>
                    </a:cubicBezTo>
                    <a:cubicBezTo>
                      <a:pt x="17" y="14"/>
                      <a:pt x="16" y="14"/>
                      <a:pt x="16" y="13"/>
                    </a:cubicBezTo>
                    <a:cubicBezTo>
                      <a:pt x="15" y="13"/>
                      <a:pt x="15" y="12"/>
                      <a:pt x="15" y="12"/>
                    </a:cubicBezTo>
                    <a:lnTo>
                      <a:pt x="2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ṡ1ïdê"/>
              <p:cNvSpPr/>
              <p:nvPr/>
            </p:nvSpPr>
            <p:spPr bwMode="auto">
              <a:xfrm>
                <a:off x="4456113" y="3087688"/>
                <a:ext cx="92075" cy="79375"/>
              </a:xfrm>
              <a:custGeom>
                <a:avLst/>
                <a:gdLst>
                  <a:gd name="T0" fmla="*/ 0 w 28"/>
                  <a:gd name="T1" fmla="*/ 11 h 24"/>
                  <a:gd name="T2" fmla="*/ 0 w 28"/>
                  <a:gd name="T3" fmla="*/ 12 h 24"/>
                  <a:gd name="T4" fmla="*/ 0 w 28"/>
                  <a:gd name="T5" fmla="*/ 12 h 24"/>
                  <a:gd name="T6" fmla="*/ 2 w 28"/>
                  <a:gd name="T7" fmla="*/ 13 h 24"/>
                  <a:gd name="T8" fmla="*/ 2 w 28"/>
                  <a:gd name="T9" fmla="*/ 14 h 24"/>
                  <a:gd name="T10" fmla="*/ 4 w 28"/>
                  <a:gd name="T11" fmla="*/ 18 h 24"/>
                  <a:gd name="T12" fmla="*/ 15 w 28"/>
                  <a:gd name="T13" fmla="*/ 21 h 24"/>
                  <a:gd name="T14" fmla="*/ 17 w 28"/>
                  <a:gd name="T15" fmla="*/ 11 h 24"/>
                  <a:gd name="T16" fmla="*/ 17 w 28"/>
                  <a:gd name="T17" fmla="*/ 3 h 24"/>
                  <a:gd name="T18" fmla="*/ 23 w 28"/>
                  <a:gd name="T19" fmla="*/ 5 h 24"/>
                  <a:gd name="T20" fmla="*/ 21 w 28"/>
                  <a:gd name="T21" fmla="*/ 15 h 24"/>
                  <a:gd name="T22" fmla="*/ 22 w 28"/>
                  <a:gd name="T23" fmla="*/ 16 h 24"/>
                  <a:gd name="T24" fmla="*/ 28 w 28"/>
                  <a:gd name="T25" fmla="*/ 11 h 24"/>
                  <a:gd name="T26" fmla="*/ 28 w 28"/>
                  <a:gd name="T27" fmla="*/ 10 h 24"/>
                  <a:gd name="T28" fmla="*/ 27 w 28"/>
                  <a:gd name="T29" fmla="*/ 10 h 24"/>
                  <a:gd name="T30" fmla="*/ 26 w 28"/>
                  <a:gd name="T31" fmla="*/ 10 h 24"/>
                  <a:gd name="T32" fmla="*/ 26 w 28"/>
                  <a:gd name="T33" fmla="*/ 9 h 24"/>
                  <a:gd name="T34" fmla="*/ 25 w 28"/>
                  <a:gd name="T35" fmla="*/ 4 h 24"/>
                  <a:gd name="T36" fmla="*/ 15 w 28"/>
                  <a:gd name="T37" fmla="*/ 1 h 24"/>
                  <a:gd name="T38" fmla="*/ 13 w 28"/>
                  <a:gd name="T39" fmla="*/ 11 h 24"/>
                  <a:gd name="T40" fmla="*/ 12 w 28"/>
                  <a:gd name="T41" fmla="*/ 20 h 24"/>
                  <a:gd name="T42" fmla="*/ 5 w 28"/>
                  <a:gd name="T43" fmla="*/ 18 h 24"/>
                  <a:gd name="T44" fmla="*/ 8 w 28"/>
                  <a:gd name="T45" fmla="*/ 7 h 24"/>
                  <a:gd name="T46" fmla="*/ 7 w 28"/>
                  <a:gd name="T47" fmla="*/ 6 h 24"/>
                  <a:gd name="T48" fmla="*/ 0 w 28"/>
                  <a:gd name="T49" fmla="*/ 1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4">
                    <a:moveTo>
                      <a:pt x="0" y="11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2" y="13"/>
                    </a:cubicBezTo>
                    <a:cubicBezTo>
                      <a:pt x="2" y="13"/>
                      <a:pt x="2" y="13"/>
                      <a:pt x="2" y="14"/>
                    </a:cubicBezTo>
                    <a:cubicBezTo>
                      <a:pt x="3" y="16"/>
                      <a:pt x="3" y="17"/>
                      <a:pt x="4" y="18"/>
                    </a:cubicBezTo>
                    <a:cubicBezTo>
                      <a:pt x="7" y="23"/>
                      <a:pt x="11" y="24"/>
                      <a:pt x="15" y="21"/>
                    </a:cubicBezTo>
                    <a:cubicBezTo>
                      <a:pt x="18" y="19"/>
                      <a:pt x="18" y="15"/>
                      <a:pt x="17" y="11"/>
                    </a:cubicBezTo>
                    <a:cubicBezTo>
                      <a:pt x="15" y="8"/>
                      <a:pt x="15" y="5"/>
                      <a:pt x="17" y="3"/>
                    </a:cubicBezTo>
                    <a:cubicBezTo>
                      <a:pt x="20" y="2"/>
                      <a:pt x="22" y="3"/>
                      <a:pt x="23" y="5"/>
                    </a:cubicBezTo>
                    <a:cubicBezTo>
                      <a:pt x="25" y="8"/>
                      <a:pt x="24" y="11"/>
                      <a:pt x="21" y="15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7" y="10"/>
                    </a:cubicBezTo>
                    <a:cubicBezTo>
                      <a:pt x="26" y="11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9"/>
                    </a:cubicBezTo>
                    <a:cubicBezTo>
                      <a:pt x="26" y="7"/>
                      <a:pt x="25" y="6"/>
                      <a:pt x="25" y="4"/>
                    </a:cubicBezTo>
                    <a:cubicBezTo>
                      <a:pt x="22" y="1"/>
                      <a:pt x="18" y="0"/>
                      <a:pt x="15" y="1"/>
                    </a:cubicBezTo>
                    <a:cubicBezTo>
                      <a:pt x="12" y="4"/>
                      <a:pt x="11" y="8"/>
                      <a:pt x="13" y="11"/>
                    </a:cubicBezTo>
                    <a:cubicBezTo>
                      <a:pt x="15" y="15"/>
                      <a:pt x="14" y="18"/>
                      <a:pt x="12" y="20"/>
                    </a:cubicBezTo>
                    <a:cubicBezTo>
                      <a:pt x="9" y="21"/>
                      <a:pt x="7" y="21"/>
                      <a:pt x="5" y="18"/>
                    </a:cubicBezTo>
                    <a:cubicBezTo>
                      <a:pt x="3" y="14"/>
                      <a:pt x="4" y="11"/>
                      <a:pt x="8" y="7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sḻiḓê"/>
              <p:cNvSpPr/>
              <p:nvPr/>
            </p:nvSpPr>
            <p:spPr bwMode="auto">
              <a:xfrm>
                <a:off x="4492625" y="3160713"/>
                <a:ext cx="88900" cy="66675"/>
              </a:xfrm>
              <a:custGeom>
                <a:avLst/>
                <a:gdLst>
                  <a:gd name="T0" fmla="*/ 22 w 27"/>
                  <a:gd name="T1" fmla="*/ 0 h 20"/>
                  <a:gd name="T2" fmla="*/ 21 w 27"/>
                  <a:gd name="T3" fmla="*/ 0 h 20"/>
                  <a:gd name="T4" fmla="*/ 20 w 27"/>
                  <a:gd name="T5" fmla="*/ 4 h 20"/>
                  <a:gd name="T6" fmla="*/ 5 w 27"/>
                  <a:gd name="T7" fmla="*/ 12 h 20"/>
                  <a:gd name="T8" fmla="*/ 1 w 27"/>
                  <a:gd name="T9" fmla="*/ 10 h 20"/>
                  <a:gd name="T10" fmla="*/ 0 w 27"/>
                  <a:gd name="T11" fmla="*/ 11 h 20"/>
                  <a:gd name="T12" fmla="*/ 5 w 27"/>
                  <a:gd name="T13" fmla="*/ 20 h 20"/>
                  <a:gd name="T14" fmla="*/ 6 w 27"/>
                  <a:gd name="T15" fmla="*/ 19 h 20"/>
                  <a:gd name="T16" fmla="*/ 7 w 27"/>
                  <a:gd name="T17" fmla="*/ 15 h 20"/>
                  <a:gd name="T18" fmla="*/ 22 w 27"/>
                  <a:gd name="T19" fmla="*/ 8 h 20"/>
                  <a:gd name="T20" fmla="*/ 26 w 27"/>
                  <a:gd name="T21" fmla="*/ 10 h 20"/>
                  <a:gd name="T22" fmla="*/ 27 w 27"/>
                  <a:gd name="T23" fmla="*/ 9 h 20"/>
                  <a:gd name="T24" fmla="*/ 22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2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2" y="2"/>
                      <a:pt x="22" y="4"/>
                      <a:pt x="20" y="4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7"/>
                      <a:pt x="5" y="16"/>
                      <a:pt x="7" y="1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3" y="7"/>
                      <a:pt x="25" y="7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Sḷiḍe"/>
              <p:cNvSpPr/>
              <p:nvPr/>
            </p:nvSpPr>
            <p:spPr bwMode="auto">
              <a:xfrm>
                <a:off x="4525963" y="3224213"/>
                <a:ext cx="92075" cy="73025"/>
              </a:xfrm>
              <a:custGeom>
                <a:avLst/>
                <a:gdLst>
                  <a:gd name="T0" fmla="*/ 20 w 28"/>
                  <a:gd name="T1" fmla="*/ 22 h 22"/>
                  <a:gd name="T2" fmla="*/ 28 w 28"/>
                  <a:gd name="T3" fmla="*/ 19 h 22"/>
                  <a:gd name="T4" fmla="*/ 24 w 28"/>
                  <a:gd name="T5" fmla="*/ 10 h 22"/>
                  <a:gd name="T6" fmla="*/ 21 w 28"/>
                  <a:gd name="T7" fmla="*/ 0 h 22"/>
                  <a:gd name="T8" fmla="*/ 13 w 28"/>
                  <a:gd name="T9" fmla="*/ 3 h 22"/>
                  <a:gd name="T10" fmla="*/ 14 w 28"/>
                  <a:gd name="T11" fmla="*/ 4 h 22"/>
                  <a:gd name="T12" fmla="*/ 23 w 28"/>
                  <a:gd name="T13" fmla="*/ 8 h 22"/>
                  <a:gd name="T14" fmla="*/ 4 w 28"/>
                  <a:gd name="T15" fmla="*/ 14 h 22"/>
                  <a:gd name="T16" fmla="*/ 1 w 28"/>
                  <a:gd name="T17" fmla="*/ 12 h 22"/>
                  <a:gd name="T18" fmla="*/ 0 w 28"/>
                  <a:gd name="T19" fmla="*/ 12 h 22"/>
                  <a:gd name="T20" fmla="*/ 3 w 28"/>
                  <a:gd name="T21" fmla="*/ 22 h 22"/>
                  <a:gd name="T22" fmla="*/ 4 w 28"/>
                  <a:gd name="T23" fmla="*/ 22 h 22"/>
                  <a:gd name="T24" fmla="*/ 5 w 28"/>
                  <a:gd name="T25" fmla="*/ 18 h 22"/>
                  <a:gd name="T26" fmla="*/ 24 w 28"/>
                  <a:gd name="T27" fmla="*/ 12 h 22"/>
                  <a:gd name="T28" fmla="*/ 19 w 28"/>
                  <a:gd name="T29" fmla="*/ 21 h 22"/>
                  <a:gd name="T30" fmla="*/ 20 w 28"/>
                  <a:gd name="T31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22">
                    <a:moveTo>
                      <a:pt x="20" y="22"/>
                    </a:moveTo>
                    <a:cubicBezTo>
                      <a:pt x="28" y="19"/>
                      <a:pt x="28" y="19"/>
                      <a:pt x="28" y="1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9" y="3"/>
                      <a:pt x="22" y="4"/>
                      <a:pt x="23" y="8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5"/>
                      <a:pt x="2" y="14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3" y="20"/>
                      <a:pt x="4" y="18"/>
                      <a:pt x="5" y="18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5" y="16"/>
                      <a:pt x="24" y="19"/>
                      <a:pt x="19" y="21"/>
                    </a:cubicBezTo>
                    <a:lnTo>
                      <a:pt x="2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ṩḷiḑê"/>
              <p:cNvSpPr/>
              <p:nvPr/>
            </p:nvSpPr>
            <p:spPr bwMode="auto">
              <a:xfrm>
                <a:off x="4551363" y="3316288"/>
                <a:ext cx="93663" cy="69850"/>
              </a:xfrm>
              <a:custGeom>
                <a:avLst/>
                <a:gdLst>
                  <a:gd name="T0" fmla="*/ 21 w 28"/>
                  <a:gd name="T1" fmla="*/ 0 h 21"/>
                  <a:gd name="T2" fmla="*/ 20 w 28"/>
                  <a:gd name="T3" fmla="*/ 4 h 21"/>
                  <a:gd name="T4" fmla="*/ 11 w 28"/>
                  <a:gd name="T5" fmla="*/ 12 h 21"/>
                  <a:gd name="T6" fmla="*/ 4 w 28"/>
                  <a:gd name="T7" fmla="*/ 13 h 21"/>
                  <a:gd name="T8" fmla="*/ 1 w 28"/>
                  <a:gd name="T9" fmla="*/ 10 h 21"/>
                  <a:gd name="T10" fmla="*/ 0 w 28"/>
                  <a:gd name="T11" fmla="*/ 11 h 21"/>
                  <a:gd name="T12" fmla="*/ 3 w 28"/>
                  <a:gd name="T13" fmla="*/ 21 h 21"/>
                  <a:gd name="T14" fmla="*/ 4 w 28"/>
                  <a:gd name="T15" fmla="*/ 21 h 21"/>
                  <a:gd name="T16" fmla="*/ 5 w 28"/>
                  <a:gd name="T17" fmla="*/ 17 h 21"/>
                  <a:gd name="T18" fmla="*/ 12 w 28"/>
                  <a:gd name="T19" fmla="*/ 15 h 21"/>
                  <a:gd name="T20" fmla="*/ 22 w 28"/>
                  <a:gd name="T21" fmla="*/ 18 h 21"/>
                  <a:gd name="T22" fmla="*/ 25 w 28"/>
                  <a:gd name="T23" fmla="*/ 19 h 21"/>
                  <a:gd name="T24" fmla="*/ 26 w 28"/>
                  <a:gd name="T25" fmla="*/ 21 h 21"/>
                  <a:gd name="T26" fmla="*/ 28 w 28"/>
                  <a:gd name="T27" fmla="*/ 21 h 21"/>
                  <a:gd name="T28" fmla="*/ 26 w 28"/>
                  <a:gd name="T29" fmla="*/ 13 h 21"/>
                  <a:gd name="T30" fmla="*/ 24 w 28"/>
                  <a:gd name="T31" fmla="*/ 13 h 21"/>
                  <a:gd name="T32" fmla="*/ 24 w 28"/>
                  <a:gd name="T33" fmla="*/ 17 h 21"/>
                  <a:gd name="T34" fmla="*/ 16 w 28"/>
                  <a:gd name="T35" fmla="*/ 15 h 21"/>
                  <a:gd name="T36" fmla="*/ 13 w 28"/>
                  <a:gd name="T37" fmla="*/ 14 h 21"/>
                  <a:gd name="T38" fmla="*/ 16 w 28"/>
                  <a:gd name="T39" fmla="*/ 12 h 21"/>
                  <a:gd name="T40" fmla="*/ 22 w 28"/>
                  <a:gd name="T41" fmla="*/ 7 h 21"/>
                  <a:gd name="T42" fmla="*/ 23 w 28"/>
                  <a:gd name="T43" fmla="*/ 10 h 21"/>
                  <a:gd name="T44" fmla="*/ 25 w 28"/>
                  <a:gd name="T45" fmla="*/ 10 h 21"/>
                  <a:gd name="T46" fmla="*/ 22 w 28"/>
                  <a:gd name="T47" fmla="*/ 0 h 21"/>
                  <a:gd name="T48" fmla="*/ 21 w 28"/>
                  <a:gd name="T4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21">
                    <a:moveTo>
                      <a:pt x="21" y="0"/>
                    </a:moveTo>
                    <a:cubicBezTo>
                      <a:pt x="22" y="2"/>
                      <a:pt x="21" y="3"/>
                      <a:pt x="20" y="4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3" y="14"/>
                      <a:pt x="2" y="13"/>
                      <a:pt x="1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18"/>
                      <a:pt x="3" y="17"/>
                      <a:pt x="5" y="17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5" y="19"/>
                      <a:pt x="25" y="19"/>
                    </a:cubicBezTo>
                    <a:cubicBezTo>
                      <a:pt x="26" y="19"/>
                      <a:pt x="26" y="20"/>
                      <a:pt x="26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5" y="15"/>
                      <a:pt x="25" y="16"/>
                      <a:pt x="24" y="17"/>
                    </a:cubicBezTo>
                    <a:cubicBezTo>
                      <a:pt x="23" y="17"/>
                      <a:pt x="21" y="16"/>
                      <a:pt x="16" y="15"/>
                    </a:cubicBezTo>
                    <a:cubicBezTo>
                      <a:pt x="15" y="15"/>
                      <a:pt x="14" y="14"/>
                      <a:pt x="13" y="14"/>
                    </a:cubicBezTo>
                    <a:cubicBezTo>
                      <a:pt x="14" y="14"/>
                      <a:pt x="14" y="13"/>
                      <a:pt x="16" y="12"/>
                    </a:cubicBezTo>
                    <a:cubicBezTo>
                      <a:pt x="19" y="9"/>
                      <a:pt x="21" y="7"/>
                      <a:pt x="22" y="7"/>
                    </a:cubicBezTo>
                    <a:cubicBezTo>
                      <a:pt x="22" y="7"/>
                      <a:pt x="23" y="8"/>
                      <a:pt x="23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ṧliḋê"/>
              <p:cNvSpPr/>
              <p:nvPr/>
            </p:nvSpPr>
            <p:spPr bwMode="auto">
              <a:xfrm>
                <a:off x="3602038" y="2882900"/>
                <a:ext cx="26988" cy="36513"/>
              </a:xfrm>
              <a:custGeom>
                <a:avLst/>
                <a:gdLst>
                  <a:gd name="T0" fmla="*/ 8 w 8"/>
                  <a:gd name="T1" fmla="*/ 11 h 11"/>
                  <a:gd name="T2" fmla="*/ 3 w 8"/>
                  <a:gd name="T3" fmla="*/ 6 h 11"/>
                  <a:gd name="T4" fmla="*/ 5 w 8"/>
                  <a:gd name="T5" fmla="*/ 4 h 11"/>
                  <a:gd name="T6" fmla="*/ 8 w 8"/>
                  <a:gd name="T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0" y="3"/>
                      <a:pt x="3" y="0"/>
                      <a:pt x="5" y="4"/>
                    </a:cubicBezTo>
                    <a:lnTo>
                      <a:pt x="8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iŝ1îḍé"/>
              <p:cNvSpPr/>
              <p:nvPr/>
            </p:nvSpPr>
            <p:spPr bwMode="auto">
              <a:xfrm>
                <a:off x="3525838" y="3846513"/>
                <a:ext cx="158750" cy="174625"/>
              </a:xfrm>
              <a:custGeom>
                <a:avLst/>
                <a:gdLst>
                  <a:gd name="T0" fmla="*/ 40 w 48"/>
                  <a:gd name="T1" fmla="*/ 3 h 53"/>
                  <a:gd name="T2" fmla="*/ 37 w 48"/>
                  <a:gd name="T3" fmla="*/ 4 h 53"/>
                  <a:gd name="T4" fmla="*/ 37 w 48"/>
                  <a:gd name="T5" fmla="*/ 10 h 53"/>
                  <a:gd name="T6" fmla="*/ 29 w 48"/>
                  <a:gd name="T7" fmla="*/ 23 h 53"/>
                  <a:gd name="T8" fmla="*/ 20 w 48"/>
                  <a:gd name="T9" fmla="*/ 34 h 53"/>
                  <a:gd name="T10" fmla="*/ 4 w 48"/>
                  <a:gd name="T11" fmla="*/ 37 h 53"/>
                  <a:gd name="T12" fmla="*/ 2 w 48"/>
                  <a:gd name="T13" fmla="*/ 38 h 53"/>
                  <a:gd name="T14" fmla="*/ 0 w 48"/>
                  <a:gd name="T15" fmla="*/ 40 h 53"/>
                  <a:gd name="T16" fmla="*/ 7 w 48"/>
                  <a:gd name="T17" fmla="*/ 41 h 53"/>
                  <a:gd name="T18" fmla="*/ 23 w 48"/>
                  <a:gd name="T19" fmla="*/ 36 h 53"/>
                  <a:gd name="T20" fmla="*/ 26 w 48"/>
                  <a:gd name="T21" fmla="*/ 35 h 53"/>
                  <a:gd name="T22" fmla="*/ 14 w 48"/>
                  <a:gd name="T23" fmla="*/ 47 h 53"/>
                  <a:gd name="T24" fmla="*/ 19 w 48"/>
                  <a:gd name="T25" fmla="*/ 47 h 53"/>
                  <a:gd name="T26" fmla="*/ 26 w 48"/>
                  <a:gd name="T27" fmla="*/ 45 h 53"/>
                  <a:gd name="T28" fmla="*/ 27 w 48"/>
                  <a:gd name="T29" fmla="*/ 46 h 53"/>
                  <a:gd name="T30" fmla="*/ 28 w 48"/>
                  <a:gd name="T31" fmla="*/ 49 h 53"/>
                  <a:gd name="T32" fmla="*/ 28 w 48"/>
                  <a:gd name="T33" fmla="*/ 53 h 53"/>
                  <a:gd name="T34" fmla="*/ 31 w 48"/>
                  <a:gd name="T35" fmla="*/ 50 h 53"/>
                  <a:gd name="T36" fmla="*/ 29 w 48"/>
                  <a:gd name="T37" fmla="*/ 45 h 53"/>
                  <a:gd name="T38" fmla="*/ 32 w 48"/>
                  <a:gd name="T39" fmla="*/ 43 h 53"/>
                  <a:gd name="T40" fmla="*/ 34 w 48"/>
                  <a:gd name="T41" fmla="*/ 42 h 53"/>
                  <a:gd name="T42" fmla="*/ 29 w 48"/>
                  <a:gd name="T43" fmla="*/ 39 h 53"/>
                  <a:gd name="T44" fmla="*/ 27 w 48"/>
                  <a:gd name="T45" fmla="*/ 39 h 53"/>
                  <a:gd name="T46" fmla="*/ 36 w 48"/>
                  <a:gd name="T47" fmla="*/ 32 h 53"/>
                  <a:gd name="T48" fmla="*/ 26 w 48"/>
                  <a:gd name="T49" fmla="*/ 32 h 53"/>
                  <a:gd name="T50" fmla="*/ 40 w 48"/>
                  <a:gd name="T51" fmla="*/ 3 h 53"/>
                  <a:gd name="T52" fmla="*/ 36 w 48"/>
                  <a:gd name="T53" fmla="*/ 23 h 53"/>
                  <a:gd name="T54" fmla="*/ 38 w 48"/>
                  <a:gd name="T55" fmla="*/ 21 h 53"/>
                  <a:gd name="T56" fmla="*/ 40 w 48"/>
                  <a:gd name="T57" fmla="*/ 20 h 53"/>
                  <a:gd name="T58" fmla="*/ 42 w 48"/>
                  <a:gd name="T59" fmla="*/ 17 h 53"/>
                  <a:gd name="T60" fmla="*/ 41 w 48"/>
                  <a:gd name="T61" fmla="*/ 21 h 53"/>
                  <a:gd name="T62" fmla="*/ 39 w 48"/>
                  <a:gd name="T63" fmla="*/ 22 h 53"/>
                  <a:gd name="T64" fmla="*/ 39 w 48"/>
                  <a:gd name="T65" fmla="*/ 25 h 53"/>
                  <a:gd name="T66" fmla="*/ 36 w 48"/>
                  <a:gd name="T67" fmla="*/ 23 h 53"/>
                  <a:gd name="T68" fmla="*/ 44 w 48"/>
                  <a:gd name="T69" fmla="*/ 9 h 53"/>
                  <a:gd name="T70" fmla="*/ 44 w 48"/>
                  <a:gd name="T71" fmla="*/ 12 h 53"/>
                  <a:gd name="T72" fmla="*/ 44 w 48"/>
                  <a:gd name="T73" fmla="*/ 16 h 53"/>
                  <a:gd name="T74" fmla="*/ 48 w 48"/>
                  <a:gd name="T75" fmla="*/ 16 h 53"/>
                  <a:gd name="T76" fmla="*/ 47 w 48"/>
                  <a:gd name="T77" fmla="*/ 13 h 53"/>
                  <a:gd name="T78" fmla="*/ 46 w 48"/>
                  <a:gd name="T79" fmla="*/ 12 h 53"/>
                  <a:gd name="T80" fmla="*/ 46 w 48"/>
                  <a:gd name="T81" fmla="*/ 11 h 53"/>
                  <a:gd name="T82" fmla="*/ 44 w 48"/>
                  <a:gd name="T83" fmla="*/ 9 h 53"/>
                  <a:gd name="T84" fmla="*/ 25 w 48"/>
                  <a:gd name="T85" fmla="*/ 44 h 53"/>
                  <a:gd name="T86" fmla="*/ 20 w 48"/>
                  <a:gd name="T87" fmla="*/ 44 h 53"/>
                  <a:gd name="T88" fmla="*/ 24 w 48"/>
                  <a:gd name="T89" fmla="*/ 40 h 53"/>
                  <a:gd name="T90" fmla="*/ 25 w 48"/>
                  <a:gd name="T91" fmla="*/ 41 h 53"/>
                  <a:gd name="T92" fmla="*/ 25 w 48"/>
                  <a:gd name="T93" fmla="*/ 42 h 53"/>
                  <a:gd name="T94" fmla="*/ 25 w 48"/>
                  <a:gd name="T95" fmla="*/ 44 h 53"/>
                  <a:gd name="T96" fmla="*/ 28 w 48"/>
                  <a:gd name="T97" fmla="*/ 41 h 53"/>
                  <a:gd name="T98" fmla="*/ 29 w 48"/>
                  <a:gd name="T99" fmla="*/ 42 h 53"/>
                  <a:gd name="T100" fmla="*/ 28 w 48"/>
                  <a:gd name="T101" fmla="*/ 43 h 53"/>
                  <a:gd name="T102" fmla="*/ 27 w 48"/>
                  <a:gd name="T103" fmla="*/ 42 h 53"/>
                  <a:gd name="T104" fmla="*/ 28 w 48"/>
                  <a:gd name="T105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" h="53">
                    <a:moveTo>
                      <a:pt x="40" y="3"/>
                    </a:moveTo>
                    <a:cubicBezTo>
                      <a:pt x="39" y="0"/>
                      <a:pt x="38" y="2"/>
                      <a:pt x="37" y="4"/>
                    </a:cubicBezTo>
                    <a:cubicBezTo>
                      <a:pt x="37" y="6"/>
                      <a:pt x="37" y="8"/>
                      <a:pt x="37" y="10"/>
                    </a:cubicBezTo>
                    <a:cubicBezTo>
                      <a:pt x="35" y="15"/>
                      <a:pt x="32" y="19"/>
                      <a:pt x="29" y="23"/>
                    </a:cubicBezTo>
                    <a:cubicBezTo>
                      <a:pt x="27" y="26"/>
                      <a:pt x="25" y="32"/>
                      <a:pt x="20" y="34"/>
                    </a:cubicBezTo>
                    <a:cubicBezTo>
                      <a:pt x="15" y="36"/>
                      <a:pt x="6" y="36"/>
                      <a:pt x="4" y="37"/>
                    </a:cubicBezTo>
                    <a:cubicBezTo>
                      <a:pt x="2" y="37"/>
                      <a:pt x="2" y="38"/>
                      <a:pt x="2" y="38"/>
                    </a:cubicBezTo>
                    <a:cubicBezTo>
                      <a:pt x="1" y="39"/>
                      <a:pt x="1" y="39"/>
                      <a:pt x="0" y="40"/>
                    </a:cubicBezTo>
                    <a:cubicBezTo>
                      <a:pt x="2" y="41"/>
                      <a:pt x="4" y="42"/>
                      <a:pt x="7" y="41"/>
                    </a:cubicBezTo>
                    <a:cubicBezTo>
                      <a:pt x="11" y="41"/>
                      <a:pt x="16" y="39"/>
                      <a:pt x="23" y="36"/>
                    </a:cubicBezTo>
                    <a:cubicBezTo>
                      <a:pt x="24" y="35"/>
                      <a:pt x="25" y="35"/>
                      <a:pt x="26" y="35"/>
                    </a:cubicBezTo>
                    <a:cubicBezTo>
                      <a:pt x="23" y="40"/>
                      <a:pt x="14" y="44"/>
                      <a:pt x="14" y="47"/>
                    </a:cubicBezTo>
                    <a:cubicBezTo>
                      <a:pt x="15" y="49"/>
                      <a:pt x="17" y="48"/>
                      <a:pt x="19" y="47"/>
                    </a:cubicBezTo>
                    <a:cubicBezTo>
                      <a:pt x="21" y="46"/>
                      <a:pt x="24" y="46"/>
                      <a:pt x="26" y="45"/>
                    </a:cubicBezTo>
                    <a:cubicBezTo>
                      <a:pt x="26" y="45"/>
                      <a:pt x="26" y="46"/>
                      <a:pt x="27" y="46"/>
                    </a:cubicBezTo>
                    <a:cubicBezTo>
                      <a:pt x="27" y="47"/>
                      <a:pt x="27" y="48"/>
                      <a:pt x="28" y="49"/>
                    </a:cubicBezTo>
                    <a:cubicBezTo>
                      <a:pt x="28" y="50"/>
                      <a:pt x="28" y="52"/>
                      <a:pt x="28" y="53"/>
                    </a:cubicBezTo>
                    <a:cubicBezTo>
                      <a:pt x="30" y="52"/>
                      <a:pt x="31" y="51"/>
                      <a:pt x="31" y="50"/>
                    </a:cubicBezTo>
                    <a:cubicBezTo>
                      <a:pt x="30" y="48"/>
                      <a:pt x="28" y="46"/>
                      <a:pt x="29" y="45"/>
                    </a:cubicBezTo>
                    <a:cubicBezTo>
                      <a:pt x="29" y="44"/>
                      <a:pt x="30" y="44"/>
                      <a:pt x="32" y="43"/>
                    </a:cubicBezTo>
                    <a:cubicBezTo>
                      <a:pt x="33" y="43"/>
                      <a:pt x="34" y="43"/>
                      <a:pt x="34" y="42"/>
                    </a:cubicBezTo>
                    <a:cubicBezTo>
                      <a:pt x="36" y="39"/>
                      <a:pt x="32" y="40"/>
                      <a:pt x="29" y="39"/>
                    </a:cubicBezTo>
                    <a:cubicBezTo>
                      <a:pt x="28" y="39"/>
                      <a:pt x="27" y="40"/>
                      <a:pt x="27" y="39"/>
                    </a:cubicBezTo>
                    <a:cubicBezTo>
                      <a:pt x="27" y="36"/>
                      <a:pt x="37" y="34"/>
                      <a:pt x="36" y="32"/>
                    </a:cubicBezTo>
                    <a:cubicBezTo>
                      <a:pt x="35" y="29"/>
                      <a:pt x="26" y="34"/>
                      <a:pt x="26" y="32"/>
                    </a:cubicBezTo>
                    <a:cubicBezTo>
                      <a:pt x="33" y="21"/>
                      <a:pt x="39" y="13"/>
                      <a:pt x="40" y="3"/>
                    </a:cubicBezTo>
                    <a:close/>
                    <a:moveTo>
                      <a:pt x="36" y="23"/>
                    </a:moveTo>
                    <a:cubicBezTo>
                      <a:pt x="36" y="22"/>
                      <a:pt x="37" y="21"/>
                      <a:pt x="38" y="21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8"/>
                      <a:pt x="41" y="17"/>
                      <a:pt x="42" y="17"/>
                    </a:cubicBezTo>
                    <a:cubicBezTo>
                      <a:pt x="46" y="21"/>
                      <a:pt x="43" y="23"/>
                      <a:pt x="41" y="21"/>
                    </a:cubicBezTo>
                    <a:cubicBezTo>
                      <a:pt x="39" y="22"/>
                      <a:pt x="39" y="22"/>
                      <a:pt x="39" y="22"/>
                    </a:cubicBezTo>
                    <a:cubicBezTo>
                      <a:pt x="39" y="23"/>
                      <a:pt x="39" y="25"/>
                      <a:pt x="39" y="25"/>
                    </a:cubicBezTo>
                    <a:cubicBezTo>
                      <a:pt x="38" y="28"/>
                      <a:pt x="36" y="28"/>
                      <a:pt x="36" y="23"/>
                    </a:cubicBezTo>
                    <a:close/>
                    <a:moveTo>
                      <a:pt x="44" y="9"/>
                    </a:moveTo>
                    <a:cubicBezTo>
                      <a:pt x="43" y="10"/>
                      <a:pt x="43" y="11"/>
                      <a:pt x="44" y="12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5" y="17"/>
                      <a:pt x="48" y="18"/>
                      <a:pt x="48" y="16"/>
                    </a:cubicBezTo>
                    <a:cubicBezTo>
                      <a:pt x="48" y="15"/>
                      <a:pt x="47" y="14"/>
                      <a:pt x="47" y="13"/>
                    </a:cubicBezTo>
                    <a:cubicBezTo>
                      <a:pt x="47" y="13"/>
                      <a:pt x="46" y="12"/>
                      <a:pt x="46" y="12"/>
                    </a:cubicBezTo>
                    <a:cubicBezTo>
                      <a:pt x="46" y="12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4" y="9"/>
                    </a:cubicBezTo>
                    <a:close/>
                    <a:moveTo>
                      <a:pt x="25" y="44"/>
                    </a:moveTo>
                    <a:cubicBezTo>
                      <a:pt x="23" y="45"/>
                      <a:pt x="20" y="45"/>
                      <a:pt x="20" y="44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5" y="40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4"/>
                      <a:pt x="25" y="44"/>
                      <a:pt x="25" y="44"/>
                    </a:cubicBezTo>
                    <a:close/>
                    <a:moveTo>
                      <a:pt x="28" y="41"/>
                    </a:moveTo>
                    <a:cubicBezTo>
                      <a:pt x="29" y="41"/>
                      <a:pt x="29" y="42"/>
                      <a:pt x="29" y="42"/>
                    </a:cubicBezTo>
                    <a:cubicBezTo>
                      <a:pt x="30" y="42"/>
                      <a:pt x="29" y="43"/>
                      <a:pt x="28" y="43"/>
                    </a:cubicBezTo>
                    <a:cubicBezTo>
                      <a:pt x="28" y="43"/>
                      <a:pt x="27" y="43"/>
                      <a:pt x="27" y="42"/>
                    </a:cubicBezTo>
                    <a:cubicBezTo>
                      <a:pt x="27" y="42"/>
                      <a:pt x="28" y="41"/>
                      <a:pt x="28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šlîďè"/>
              <p:cNvSpPr/>
              <p:nvPr/>
            </p:nvSpPr>
            <p:spPr bwMode="auto">
              <a:xfrm>
                <a:off x="3813175" y="3956050"/>
                <a:ext cx="128588" cy="161925"/>
              </a:xfrm>
              <a:custGeom>
                <a:avLst/>
                <a:gdLst>
                  <a:gd name="T0" fmla="*/ 27 w 39"/>
                  <a:gd name="T1" fmla="*/ 1 h 49"/>
                  <a:gd name="T2" fmla="*/ 31 w 39"/>
                  <a:gd name="T3" fmla="*/ 3 h 49"/>
                  <a:gd name="T4" fmla="*/ 30 w 39"/>
                  <a:gd name="T5" fmla="*/ 7 h 49"/>
                  <a:gd name="T6" fmla="*/ 34 w 39"/>
                  <a:gd name="T7" fmla="*/ 7 h 49"/>
                  <a:gd name="T8" fmla="*/ 36 w 39"/>
                  <a:gd name="T9" fmla="*/ 10 h 49"/>
                  <a:gd name="T10" fmla="*/ 29 w 39"/>
                  <a:gd name="T11" fmla="*/ 16 h 49"/>
                  <a:gd name="T12" fmla="*/ 28 w 39"/>
                  <a:gd name="T13" fmla="*/ 15 h 49"/>
                  <a:gd name="T14" fmla="*/ 29 w 39"/>
                  <a:gd name="T15" fmla="*/ 14 h 49"/>
                  <a:gd name="T16" fmla="*/ 32 w 39"/>
                  <a:gd name="T17" fmla="*/ 10 h 49"/>
                  <a:gd name="T18" fmla="*/ 30 w 39"/>
                  <a:gd name="T19" fmla="*/ 9 h 49"/>
                  <a:gd name="T20" fmla="*/ 27 w 39"/>
                  <a:gd name="T21" fmla="*/ 11 h 49"/>
                  <a:gd name="T22" fmla="*/ 25 w 39"/>
                  <a:gd name="T23" fmla="*/ 17 h 49"/>
                  <a:gd name="T24" fmla="*/ 23 w 39"/>
                  <a:gd name="T25" fmla="*/ 20 h 49"/>
                  <a:gd name="T26" fmla="*/ 28 w 39"/>
                  <a:gd name="T27" fmla="*/ 20 h 49"/>
                  <a:gd name="T28" fmla="*/ 38 w 39"/>
                  <a:gd name="T29" fmla="*/ 18 h 49"/>
                  <a:gd name="T30" fmla="*/ 38 w 39"/>
                  <a:gd name="T31" fmla="*/ 21 h 49"/>
                  <a:gd name="T32" fmla="*/ 36 w 39"/>
                  <a:gd name="T33" fmla="*/ 21 h 49"/>
                  <a:gd name="T34" fmla="*/ 31 w 39"/>
                  <a:gd name="T35" fmla="*/ 21 h 49"/>
                  <a:gd name="T36" fmla="*/ 22 w 39"/>
                  <a:gd name="T37" fmla="*/ 23 h 49"/>
                  <a:gd name="T38" fmla="*/ 19 w 39"/>
                  <a:gd name="T39" fmla="*/ 29 h 49"/>
                  <a:gd name="T40" fmla="*/ 21 w 39"/>
                  <a:gd name="T41" fmla="*/ 30 h 49"/>
                  <a:gd name="T42" fmla="*/ 24 w 39"/>
                  <a:gd name="T43" fmla="*/ 24 h 49"/>
                  <a:gd name="T44" fmla="*/ 26 w 39"/>
                  <a:gd name="T45" fmla="*/ 26 h 49"/>
                  <a:gd name="T46" fmla="*/ 26 w 39"/>
                  <a:gd name="T47" fmla="*/ 27 h 49"/>
                  <a:gd name="T48" fmla="*/ 24 w 39"/>
                  <a:gd name="T49" fmla="*/ 32 h 49"/>
                  <a:gd name="T50" fmla="*/ 27 w 39"/>
                  <a:gd name="T51" fmla="*/ 34 h 49"/>
                  <a:gd name="T52" fmla="*/ 23 w 39"/>
                  <a:gd name="T53" fmla="*/ 36 h 49"/>
                  <a:gd name="T54" fmla="*/ 21 w 39"/>
                  <a:gd name="T55" fmla="*/ 35 h 49"/>
                  <a:gd name="T56" fmla="*/ 1 w 39"/>
                  <a:gd name="T57" fmla="*/ 46 h 49"/>
                  <a:gd name="T58" fmla="*/ 18 w 39"/>
                  <a:gd name="T59" fmla="*/ 35 h 49"/>
                  <a:gd name="T60" fmla="*/ 19 w 39"/>
                  <a:gd name="T61" fmla="*/ 34 h 49"/>
                  <a:gd name="T62" fmla="*/ 17 w 39"/>
                  <a:gd name="T63" fmla="*/ 33 h 49"/>
                  <a:gd name="T64" fmla="*/ 16 w 39"/>
                  <a:gd name="T65" fmla="*/ 31 h 49"/>
                  <a:gd name="T66" fmla="*/ 18 w 39"/>
                  <a:gd name="T67" fmla="*/ 25 h 49"/>
                  <a:gd name="T68" fmla="*/ 13 w 39"/>
                  <a:gd name="T69" fmla="*/ 26 h 49"/>
                  <a:gd name="T70" fmla="*/ 5 w 39"/>
                  <a:gd name="T71" fmla="*/ 29 h 49"/>
                  <a:gd name="T72" fmla="*/ 3 w 39"/>
                  <a:gd name="T73" fmla="*/ 30 h 49"/>
                  <a:gd name="T74" fmla="*/ 2 w 39"/>
                  <a:gd name="T75" fmla="*/ 30 h 49"/>
                  <a:gd name="T76" fmla="*/ 1 w 39"/>
                  <a:gd name="T77" fmla="*/ 27 h 49"/>
                  <a:gd name="T78" fmla="*/ 4 w 39"/>
                  <a:gd name="T79" fmla="*/ 26 h 49"/>
                  <a:gd name="T80" fmla="*/ 12 w 39"/>
                  <a:gd name="T81" fmla="*/ 24 h 49"/>
                  <a:gd name="T82" fmla="*/ 20 w 39"/>
                  <a:gd name="T83" fmla="*/ 21 h 49"/>
                  <a:gd name="T84" fmla="*/ 23 w 39"/>
                  <a:gd name="T85" fmla="*/ 15 h 49"/>
                  <a:gd name="T86" fmla="*/ 22 w 39"/>
                  <a:gd name="T87" fmla="*/ 13 h 49"/>
                  <a:gd name="T88" fmla="*/ 19 w 39"/>
                  <a:gd name="T89" fmla="*/ 16 h 49"/>
                  <a:gd name="T90" fmla="*/ 18 w 39"/>
                  <a:gd name="T91" fmla="*/ 18 h 49"/>
                  <a:gd name="T92" fmla="*/ 16 w 39"/>
                  <a:gd name="T93" fmla="*/ 16 h 49"/>
                  <a:gd name="T94" fmla="*/ 17 w 39"/>
                  <a:gd name="T95" fmla="*/ 10 h 49"/>
                  <a:gd name="T96" fmla="*/ 19 w 39"/>
                  <a:gd name="T97" fmla="*/ 9 h 49"/>
                  <a:gd name="T98" fmla="*/ 19 w 39"/>
                  <a:gd name="T99" fmla="*/ 12 h 49"/>
                  <a:gd name="T100" fmla="*/ 25 w 39"/>
                  <a:gd name="T101" fmla="*/ 10 h 49"/>
                  <a:gd name="T102" fmla="*/ 27 w 39"/>
                  <a:gd name="T103" fmla="*/ 6 h 49"/>
                  <a:gd name="T104" fmla="*/ 28 w 39"/>
                  <a:gd name="T105" fmla="*/ 2 h 49"/>
                  <a:gd name="T106" fmla="*/ 27 w 39"/>
                  <a:gd name="T107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9" h="49">
                    <a:moveTo>
                      <a:pt x="27" y="1"/>
                    </a:moveTo>
                    <a:cubicBezTo>
                      <a:pt x="29" y="0"/>
                      <a:pt x="31" y="1"/>
                      <a:pt x="31" y="3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2" y="7"/>
                      <a:pt x="34" y="7"/>
                    </a:cubicBezTo>
                    <a:cubicBezTo>
                      <a:pt x="35" y="8"/>
                      <a:pt x="36" y="9"/>
                      <a:pt x="36" y="10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7"/>
                      <a:pt x="27" y="15"/>
                      <a:pt x="28" y="15"/>
                    </a:cubicBezTo>
                    <a:cubicBezTo>
                      <a:pt x="28" y="14"/>
                      <a:pt x="28" y="14"/>
                      <a:pt x="29" y="1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33" y="8"/>
                      <a:pt x="31" y="8"/>
                      <a:pt x="30" y="9"/>
                    </a:cubicBezTo>
                    <a:cubicBezTo>
                      <a:pt x="28" y="9"/>
                      <a:pt x="28" y="10"/>
                      <a:pt x="27" y="11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4" y="19"/>
                      <a:pt x="23" y="20"/>
                      <a:pt x="23" y="20"/>
                    </a:cubicBezTo>
                    <a:cubicBezTo>
                      <a:pt x="24" y="21"/>
                      <a:pt x="26" y="20"/>
                      <a:pt x="28" y="20"/>
                    </a:cubicBezTo>
                    <a:cubicBezTo>
                      <a:pt x="32" y="18"/>
                      <a:pt x="36" y="17"/>
                      <a:pt x="38" y="18"/>
                    </a:cubicBezTo>
                    <a:cubicBezTo>
                      <a:pt x="39" y="19"/>
                      <a:pt x="39" y="20"/>
                      <a:pt x="38" y="21"/>
                    </a:cubicBezTo>
                    <a:cubicBezTo>
                      <a:pt x="37" y="21"/>
                      <a:pt x="36" y="21"/>
                      <a:pt x="36" y="21"/>
                    </a:cubicBezTo>
                    <a:cubicBezTo>
                      <a:pt x="33" y="22"/>
                      <a:pt x="31" y="22"/>
                      <a:pt x="31" y="21"/>
                    </a:cubicBezTo>
                    <a:cubicBezTo>
                      <a:pt x="27" y="21"/>
                      <a:pt x="25" y="22"/>
                      <a:pt x="22" y="2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8" y="31"/>
                      <a:pt x="21" y="32"/>
                      <a:pt x="21" y="30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7" y="26"/>
                      <a:pt x="27" y="27"/>
                      <a:pt x="26" y="27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3" y="32"/>
                      <a:pt x="25" y="33"/>
                      <a:pt x="27" y="34"/>
                    </a:cubicBezTo>
                    <a:cubicBezTo>
                      <a:pt x="28" y="35"/>
                      <a:pt x="27" y="38"/>
                      <a:pt x="23" y="36"/>
                    </a:cubicBezTo>
                    <a:cubicBezTo>
                      <a:pt x="23" y="35"/>
                      <a:pt x="22" y="35"/>
                      <a:pt x="21" y="35"/>
                    </a:cubicBezTo>
                    <a:cubicBezTo>
                      <a:pt x="12" y="46"/>
                      <a:pt x="4" y="49"/>
                      <a:pt x="1" y="46"/>
                    </a:cubicBezTo>
                    <a:cubicBezTo>
                      <a:pt x="7" y="45"/>
                      <a:pt x="13" y="42"/>
                      <a:pt x="18" y="35"/>
                    </a:cubicBezTo>
                    <a:cubicBezTo>
                      <a:pt x="18" y="35"/>
                      <a:pt x="19" y="34"/>
                      <a:pt x="19" y="34"/>
                    </a:cubicBezTo>
                    <a:cubicBezTo>
                      <a:pt x="18" y="33"/>
                      <a:pt x="18" y="33"/>
                      <a:pt x="17" y="33"/>
                    </a:cubicBezTo>
                    <a:cubicBezTo>
                      <a:pt x="17" y="33"/>
                      <a:pt x="16" y="32"/>
                      <a:pt x="16" y="31"/>
                    </a:cubicBezTo>
                    <a:cubicBezTo>
                      <a:pt x="16" y="30"/>
                      <a:pt x="17" y="28"/>
                      <a:pt x="18" y="25"/>
                    </a:cubicBezTo>
                    <a:cubicBezTo>
                      <a:pt x="18" y="24"/>
                      <a:pt x="16" y="25"/>
                      <a:pt x="13" y="26"/>
                    </a:cubicBezTo>
                    <a:cubicBezTo>
                      <a:pt x="11" y="26"/>
                      <a:pt x="8" y="27"/>
                      <a:pt x="5" y="29"/>
                    </a:cubicBezTo>
                    <a:cubicBezTo>
                      <a:pt x="5" y="29"/>
                      <a:pt x="4" y="30"/>
                      <a:pt x="3" y="30"/>
                    </a:cubicBezTo>
                    <a:cubicBezTo>
                      <a:pt x="2" y="31"/>
                      <a:pt x="2" y="30"/>
                      <a:pt x="2" y="30"/>
                    </a:cubicBezTo>
                    <a:cubicBezTo>
                      <a:pt x="2" y="29"/>
                      <a:pt x="1" y="28"/>
                      <a:pt x="1" y="27"/>
                    </a:cubicBezTo>
                    <a:cubicBezTo>
                      <a:pt x="0" y="26"/>
                      <a:pt x="3" y="26"/>
                      <a:pt x="4" y="2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4" y="23"/>
                      <a:pt x="19" y="22"/>
                      <a:pt x="20" y="21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4"/>
                      <a:pt x="24" y="12"/>
                      <a:pt x="22" y="13"/>
                    </a:cubicBezTo>
                    <a:cubicBezTo>
                      <a:pt x="21" y="14"/>
                      <a:pt x="19" y="15"/>
                      <a:pt x="19" y="16"/>
                    </a:cubicBezTo>
                    <a:cubicBezTo>
                      <a:pt x="18" y="16"/>
                      <a:pt x="18" y="17"/>
                      <a:pt x="18" y="18"/>
                    </a:cubicBezTo>
                    <a:cubicBezTo>
                      <a:pt x="16" y="19"/>
                      <a:pt x="15" y="19"/>
                      <a:pt x="16" y="16"/>
                    </a:cubicBezTo>
                    <a:cubicBezTo>
                      <a:pt x="16" y="14"/>
                      <a:pt x="17" y="12"/>
                      <a:pt x="17" y="10"/>
                    </a:cubicBezTo>
                    <a:cubicBezTo>
                      <a:pt x="17" y="7"/>
                      <a:pt x="18" y="6"/>
                      <a:pt x="19" y="9"/>
                    </a:cubicBezTo>
                    <a:cubicBezTo>
                      <a:pt x="19" y="10"/>
                      <a:pt x="19" y="11"/>
                      <a:pt x="19" y="12"/>
                    </a:cubicBezTo>
                    <a:cubicBezTo>
                      <a:pt x="18" y="15"/>
                      <a:pt x="24" y="11"/>
                      <a:pt x="25" y="10"/>
                    </a:cubicBezTo>
                    <a:cubicBezTo>
                      <a:pt x="26" y="9"/>
                      <a:pt x="26" y="7"/>
                      <a:pt x="27" y="6"/>
                    </a:cubicBezTo>
                    <a:cubicBezTo>
                      <a:pt x="27" y="5"/>
                      <a:pt x="28" y="3"/>
                      <a:pt x="28" y="2"/>
                    </a:cubicBezTo>
                    <a:cubicBezTo>
                      <a:pt x="28" y="2"/>
                      <a:pt x="27" y="1"/>
                      <a:pt x="2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ïşliďe"/>
              <p:cNvSpPr/>
              <p:nvPr/>
            </p:nvSpPr>
            <p:spPr bwMode="auto">
              <a:xfrm>
                <a:off x="4100513" y="3965575"/>
                <a:ext cx="88900" cy="139700"/>
              </a:xfrm>
              <a:custGeom>
                <a:avLst/>
                <a:gdLst>
                  <a:gd name="T0" fmla="*/ 4 w 27"/>
                  <a:gd name="T1" fmla="*/ 18 h 42"/>
                  <a:gd name="T2" fmla="*/ 11 w 27"/>
                  <a:gd name="T3" fmla="*/ 13 h 42"/>
                  <a:gd name="T4" fmla="*/ 12 w 27"/>
                  <a:gd name="T5" fmla="*/ 4 h 42"/>
                  <a:gd name="T6" fmla="*/ 12 w 27"/>
                  <a:gd name="T7" fmla="*/ 2 h 42"/>
                  <a:gd name="T8" fmla="*/ 13 w 27"/>
                  <a:gd name="T9" fmla="*/ 0 h 42"/>
                  <a:gd name="T10" fmla="*/ 15 w 27"/>
                  <a:gd name="T11" fmla="*/ 11 h 42"/>
                  <a:gd name="T12" fmla="*/ 17 w 27"/>
                  <a:gd name="T13" fmla="*/ 9 h 42"/>
                  <a:gd name="T14" fmla="*/ 19 w 27"/>
                  <a:gd name="T15" fmla="*/ 10 h 42"/>
                  <a:gd name="T16" fmla="*/ 14 w 27"/>
                  <a:gd name="T17" fmla="*/ 15 h 42"/>
                  <a:gd name="T18" fmla="*/ 14 w 27"/>
                  <a:gd name="T19" fmla="*/ 18 h 42"/>
                  <a:gd name="T20" fmla="*/ 13 w 27"/>
                  <a:gd name="T21" fmla="*/ 21 h 42"/>
                  <a:gd name="T22" fmla="*/ 15 w 27"/>
                  <a:gd name="T23" fmla="*/ 23 h 42"/>
                  <a:gd name="T24" fmla="*/ 27 w 27"/>
                  <a:gd name="T25" fmla="*/ 25 h 42"/>
                  <a:gd name="T26" fmla="*/ 23 w 27"/>
                  <a:gd name="T27" fmla="*/ 30 h 42"/>
                  <a:gd name="T28" fmla="*/ 13 w 27"/>
                  <a:gd name="T29" fmla="*/ 23 h 42"/>
                  <a:gd name="T30" fmla="*/ 12 w 27"/>
                  <a:gd name="T31" fmla="*/ 24 h 42"/>
                  <a:gd name="T32" fmla="*/ 0 w 27"/>
                  <a:gd name="T33" fmla="*/ 42 h 42"/>
                  <a:gd name="T34" fmla="*/ 10 w 27"/>
                  <a:gd name="T35" fmla="*/ 20 h 42"/>
                  <a:gd name="T36" fmla="*/ 4 w 27"/>
                  <a:gd name="T37" fmla="*/ 1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" h="42">
                    <a:moveTo>
                      <a:pt x="4" y="18"/>
                    </a:moveTo>
                    <a:cubicBezTo>
                      <a:pt x="6" y="17"/>
                      <a:pt x="9" y="16"/>
                      <a:pt x="11" y="13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16" y="0"/>
                      <a:pt x="15" y="5"/>
                      <a:pt x="15" y="11"/>
                    </a:cubicBezTo>
                    <a:cubicBezTo>
                      <a:pt x="17" y="11"/>
                      <a:pt x="16" y="10"/>
                      <a:pt x="17" y="9"/>
                    </a:cubicBezTo>
                    <a:cubicBezTo>
                      <a:pt x="18" y="9"/>
                      <a:pt x="19" y="9"/>
                      <a:pt x="19" y="10"/>
                    </a:cubicBezTo>
                    <a:cubicBezTo>
                      <a:pt x="20" y="11"/>
                      <a:pt x="19" y="12"/>
                      <a:pt x="14" y="15"/>
                    </a:cubicBezTo>
                    <a:cubicBezTo>
                      <a:pt x="14" y="15"/>
                      <a:pt x="14" y="16"/>
                      <a:pt x="14" y="18"/>
                    </a:cubicBezTo>
                    <a:cubicBezTo>
                      <a:pt x="14" y="19"/>
                      <a:pt x="13" y="20"/>
                      <a:pt x="13" y="21"/>
                    </a:cubicBezTo>
                    <a:cubicBezTo>
                      <a:pt x="13" y="22"/>
                      <a:pt x="14" y="23"/>
                      <a:pt x="15" y="23"/>
                    </a:cubicBezTo>
                    <a:cubicBezTo>
                      <a:pt x="20" y="26"/>
                      <a:pt x="24" y="27"/>
                      <a:pt x="27" y="25"/>
                    </a:cubicBezTo>
                    <a:cubicBezTo>
                      <a:pt x="26" y="28"/>
                      <a:pt x="24" y="30"/>
                      <a:pt x="23" y="30"/>
                    </a:cubicBezTo>
                    <a:cubicBezTo>
                      <a:pt x="20" y="30"/>
                      <a:pt x="18" y="28"/>
                      <a:pt x="13" y="23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33"/>
                      <a:pt x="5" y="38"/>
                      <a:pt x="0" y="42"/>
                    </a:cubicBezTo>
                    <a:cubicBezTo>
                      <a:pt x="4" y="35"/>
                      <a:pt x="8" y="28"/>
                      <a:pt x="10" y="20"/>
                    </a:cubicBezTo>
                    <a:cubicBezTo>
                      <a:pt x="11" y="16"/>
                      <a:pt x="7" y="21"/>
                      <a:pt x="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íśļíḑè"/>
              <p:cNvSpPr/>
              <p:nvPr/>
            </p:nvSpPr>
            <p:spPr bwMode="auto">
              <a:xfrm>
                <a:off x="4340225" y="3941763"/>
                <a:ext cx="17463" cy="42863"/>
              </a:xfrm>
              <a:custGeom>
                <a:avLst/>
                <a:gdLst>
                  <a:gd name="T0" fmla="*/ 0 w 5"/>
                  <a:gd name="T1" fmla="*/ 0 h 13"/>
                  <a:gd name="T2" fmla="*/ 2 w 5"/>
                  <a:gd name="T3" fmla="*/ 4 h 13"/>
                  <a:gd name="T4" fmla="*/ 3 w 5"/>
                  <a:gd name="T5" fmla="*/ 8 h 13"/>
                  <a:gd name="T6" fmla="*/ 4 w 5"/>
                  <a:gd name="T7" fmla="*/ 5 h 13"/>
                  <a:gd name="T8" fmla="*/ 4 w 5"/>
                  <a:gd name="T9" fmla="*/ 4 h 13"/>
                  <a:gd name="T10" fmla="*/ 5 w 5"/>
                  <a:gd name="T11" fmla="*/ 4 h 13"/>
                  <a:gd name="T12" fmla="*/ 5 w 5"/>
                  <a:gd name="T13" fmla="*/ 11 h 13"/>
                  <a:gd name="T14" fmla="*/ 5 w 5"/>
                  <a:gd name="T15" fmla="*/ 12 h 13"/>
                  <a:gd name="T16" fmla="*/ 3 w 5"/>
                  <a:gd name="T17" fmla="*/ 12 h 13"/>
                  <a:gd name="T18" fmla="*/ 1 w 5"/>
                  <a:gd name="T19" fmla="*/ 9 h 13"/>
                  <a:gd name="T20" fmla="*/ 0 w 5"/>
                  <a:gd name="T21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3">
                    <a:moveTo>
                      <a:pt x="0" y="0"/>
                    </a:moveTo>
                    <a:cubicBezTo>
                      <a:pt x="1" y="0"/>
                      <a:pt x="2" y="2"/>
                      <a:pt x="2" y="4"/>
                    </a:cubicBezTo>
                    <a:cubicBezTo>
                      <a:pt x="2" y="5"/>
                      <a:pt x="2" y="7"/>
                      <a:pt x="3" y="8"/>
                    </a:cubicBezTo>
                    <a:cubicBezTo>
                      <a:pt x="4" y="9"/>
                      <a:pt x="4" y="8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5" y="4"/>
                    </a:cubicBezTo>
                    <a:cubicBezTo>
                      <a:pt x="5" y="5"/>
                      <a:pt x="5" y="9"/>
                      <a:pt x="5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3" y="13"/>
                      <a:pt x="3" y="12"/>
                    </a:cubicBezTo>
                    <a:cubicBezTo>
                      <a:pt x="2" y="11"/>
                      <a:pt x="1" y="10"/>
                      <a:pt x="1" y="9"/>
                    </a:cubicBezTo>
                    <a:cubicBezTo>
                      <a:pt x="1" y="6"/>
                      <a:pt x="1" y="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ṥḷíḍè"/>
              <p:cNvSpPr/>
              <p:nvPr/>
            </p:nvSpPr>
            <p:spPr bwMode="auto">
              <a:xfrm>
                <a:off x="4367213" y="3925888"/>
                <a:ext cx="52388" cy="73025"/>
              </a:xfrm>
              <a:custGeom>
                <a:avLst/>
                <a:gdLst>
                  <a:gd name="T0" fmla="*/ 1 w 16"/>
                  <a:gd name="T1" fmla="*/ 13 h 22"/>
                  <a:gd name="T2" fmla="*/ 3 w 16"/>
                  <a:gd name="T3" fmla="*/ 12 h 22"/>
                  <a:gd name="T4" fmla="*/ 7 w 16"/>
                  <a:gd name="T5" fmla="*/ 5 h 22"/>
                  <a:gd name="T6" fmla="*/ 14 w 16"/>
                  <a:gd name="T7" fmla="*/ 0 h 22"/>
                  <a:gd name="T8" fmla="*/ 8 w 16"/>
                  <a:gd name="T9" fmla="*/ 7 h 22"/>
                  <a:gd name="T10" fmla="*/ 8 w 16"/>
                  <a:gd name="T11" fmla="*/ 8 h 22"/>
                  <a:gd name="T12" fmla="*/ 8 w 16"/>
                  <a:gd name="T13" fmla="*/ 9 h 22"/>
                  <a:gd name="T14" fmla="*/ 16 w 16"/>
                  <a:gd name="T15" fmla="*/ 20 h 22"/>
                  <a:gd name="T16" fmla="*/ 14 w 16"/>
                  <a:gd name="T17" fmla="*/ 22 h 22"/>
                  <a:gd name="T18" fmla="*/ 5 w 16"/>
                  <a:gd name="T19" fmla="*/ 21 h 22"/>
                  <a:gd name="T20" fmla="*/ 12 w 16"/>
                  <a:gd name="T21" fmla="*/ 16 h 22"/>
                  <a:gd name="T22" fmla="*/ 8 w 16"/>
                  <a:gd name="T23" fmla="*/ 10 h 22"/>
                  <a:gd name="T24" fmla="*/ 7 w 16"/>
                  <a:gd name="T25" fmla="*/ 9 h 22"/>
                  <a:gd name="T26" fmla="*/ 1 w 16"/>
                  <a:gd name="T27" fmla="*/ 15 h 22"/>
                  <a:gd name="T28" fmla="*/ 1 w 16"/>
                  <a:gd name="T29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2">
                    <a:moveTo>
                      <a:pt x="1" y="13"/>
                    </a:moveTo>
                    <a:cubicBezTo>
                      <a:pt x="2" y="13"/>
                      <a:pt x="2" y="12"/>
                      <a:pt x="3" y="12"/>
                    </a:cubicBezTo>
                    <a:cubicBezTo>
                      <a:pt x="5" y="10"/>
                      <a:pt x="6" y="7"/>
                      <a:pt x="7" y="5"/>
                    </a:cubicBezTo>
                    <a:cubicBezTo>
                      <a:pt x="9" y="2"/>
                      <a:pt x="11" y="0"/>
                      <a:pt x="14" y="0"/>
                    </a:cubicBezTo>
                    <a:cubicBezTo>
                      <a:pt x="14" y="1"/>
                      <a:pt x="11" y="5"/>
                      <a:pt x="8" y="7"/>
                    </a:cubicBezTo>
                    <a:cubicBezTo>
                      <a:pt x="8" y="7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9"/>
                    </a:cubicBezTo>
                    <a:cubicBezTo>
                      <a:pt x="12" y="12"/>
                      <a:pt x="15" y="16"/>
                      <a:pt x="16" y="20"/>
                    </a:cubicBezTo>
                    <a:cubicBezTo>
                      <a:pt x="16" y="22"/>
                      <a:pt x="15" y="21"/>
                      <a:pt x="14" y="22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19"/>
                      <a:pt x="13" y="20"/>
                      <a:pt x="12" y="16"/>
                    </a:cubicBezTo>
                    <a:cubicBezTo>
                      <a:pt x="11" y="14"/>
                      <a:pt x="10" y="12"/>
                      <a:pt x="8" y="10"/>
                    </a:cubicBezTo>
                    <a:cubicBezTo>
                      <a:pt x="8" y="10"/>
                      <a:pt x="7" y="9"/>
                      <a:pt x="7" y="9"/>
                    </a:cubicBezTo>
                    <a:cubicBezTo>
                      <a:pt x="5" y="11"/>
                      <a:pt x="3" y="16"/>
                      <a:pt x="1" y="15"/>
                    </a:cubicBezTo>
                    <a:cubicBezTo>
                      <a:pt x="0" y="15"/>
                      <a:pt x="0" y="14"/>
                      <a:pt x="1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ïSḻiḓe"/>
              <p:cNvSpPr/>
              <p:nvPr/>
            </p:nvSpPr>
            <p:spPr bwMode="auto">
              <a:xfrm>
                <a:off x="4318000" y="3908425"/>
                <a:ext cx="26988" cy="23813"/>
              </a:xfrm>
              <a:custGeom>
                <a:avLst/>
                <a:gdLst>
                  <a:gd name="T0" fmla="*/ 1 w 8"/>
                  <a:gd name="T1" fmla="*/ 0 h 7"/>
                  <a:gd name="T2" fmla="*/ 5 w 8"/>
                  <a:gd name="T3" fmla="*/ 2 h 7"/>
                  <a:gd name="T4" fmla="*/ 7 w 8"/>
                  <a:gd name="T5" fmla="*/ 4 h 7"/>
                  <a:gd name="T6" fmla="*/ 7 w 8"/>
                  <a:gd name="T7" fmla="*/ 7 h 7"/>
                  <a:gd name="T8" fmla="*/ 4 w 8"/>
                  <a:gd name="T9" fmla="*/ 4 h 7"/>
                  <a:gd name="T10" fmla="*/ 1 w 8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1" y="0"/>
                    </a:moveTo>
                    <a:cubicBezTo>
                      <a:pt x="2" y="0"/>
                      <a:pt x="3" y="1"/>
                      <a:pt x="5" y="2"/>
                    </a:cubicBezTo>
                    <a:cubicBezTo>
                      <a:pt x="6" y="3"/>
                      <a:pt x="6" y="2"/>
                      <a:pt x="7" y="4"/>
                    </a:cubicBezTo>
                    <a:cubicBezTo>
                      <a:pt x="8" y="5"/>
                      <a:pt x="8" y="7"/>
                      <a:pt x="7" y="7"/>
                    </a:cubicBezTo>
                    <a:cubicBezTo>
                      <a:pt x="6" y="7"/>
                      <a:pt x="5" y="6"/>
                      <a:pt x="4" y="4"/>
                    </a:cubicBezTo>
                    <a:cubicBezTo>
                      <a:pt x="3" y="2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îsļiḋé"/>
              <p:cNvSpPr/>
              <p:nvPr/>
            </p:nvSpPr>
            <p:spPr bwMode="auto">
              <a:xfrm>
                <a:off x="4308475" y="3836988"/>
                <a:ext cx="98425" cy="112713"/>
              </a:xfrm>
              <a:custGeom>
                <a:avLst/>
                <a:gdLst>
                  <a:gd name="T0" fmla="*/ 1 w 30"/>
                  <a:gd name="T1" fmla="*/ 14 h 34"/>
                  <a:gd name="T2" fmla="*/ 10 w 30"/>
                  <a:gd name="T3" fmla="*/ 20 h 34"/>
                  <a:gd name="T4" fmla="*/ 12 w 30"/>
                  <a:gd name="T5" fmla="*/ 18 h 34"/>
                  <a:gd name="T6" fmla="*/ 9 w 30"/>
                  <a:gd name="T7" fmla="*/ 14 h 34"/>
                  <a:gd name="T8" fmla="*/ 9 w 30"/>
                  <a:gd name="T9" fmla="*/ 13 h 34"/>
                  <a:gd name="T10" fmla="*/ 9 w 30"/>
                  <a:gd name="T11" fmla="*/ 9 h 34"/>
                  <a:gd name="T12" fmla="*/ 6 w 30"/>
                  <a:gd name="T13" fmla="*/ 3 h 34"/>
                  <a:gd name="T14" fmla="*/ 6 w 30"/>
                  <a:gd name="T15" fmla="*/ 2 h 34"/>
                  <a:gd name="T16" fmla="*/ 11 w 30"/>
                  <a:gd name="T17" fmla="*/ 4 h 34"/>
                  <a:gd name="T18" fmla="*/ 11 w 30"/>
                  <a:gd name="T19" fmla="*/ 11 h 34"/>
                  <a:gd name="T20" fmla="*/ 18 w 30"/>
                  <a:gd name="T21" fmla="*/ 1 h 34"/>
                  <a:gd name="T22" fmla="*/ 21 w 30"/>
                  <a:gd name="T23" fmla="*/ 4 h 34"/>
                  <a:gd name="T24" fmla="*/ 22 w 30"/>
                  <a:gd name="T25" fmla="*/ 15 h 34"/>
                  <a:gd name="T26" fmla="*/ 23 w 30"/>
                  <a:gd name="T27" fmla="*/ 17 h 34"/>
                  <a:gd name="T28" fmla="*/ 30 w 30"/>
                  <a:gd name="T29" fmla="*/ 14 h 34"/>
                  <a:gd name="T30" fmla="*/ 24 w 30"/>
                  <a:gd name="T31" fmla="*/ 25 h 34"/>
                  <a:gd name="T32" fmla="*/ 23 w 30"/>
                  <a:gd name="T33" fmla="*/ 33 h 34"/>
                  <a:gd name="T34" fmla="*/ 23 w 30"/>
                  <a:gd name="T35" fmla="*/ 33 h 34"/>
                  <a:gd name="T36" fmla="*/ 22 w 30"/>
                  <a:gd name="T37" fmla="*/ 32 h 34"/>
                  <a:gd name="T38" fmla="*/ 18 w 30"/>
                  <a:gd name="T39" fmla="*/ 34 h 34"/>
                  <a:gd name="T40" fmla="*/ 24 w 30"/>
                  <a:gd name="T41" fmla="*/ 24 h 34"/>
                  <a:gd name="T42" fmla="*/ 26 w 30"/>
                  <a:gd name="T43" fmla="*/ 17 h 34"/>
                  <a:gd name="T44" fmla="*/ 15 w 30"/>
                  <a:gd name="T45" fmla="*/ 31 h 34"/>
                  <a:gd name="T46" fmla="*/ 19 w 30"/>
                  <a:gd name="T47" fmla="*/ 24 h 34"/>
                  <a:gd name="T48" fmla="*/ 17 w 30"/>
                  <a:gd name="T49" fmla="*/ 21 h 34"/>
                  <a:gd name="T50" fmla="*/ 16 w 30"/>
                  <a:gd name="T51" fmla="*/ 23 h 34"/>
                  <a:gd name="T52" fmla="*/ 13 w 30"/>
                  <a:gd name="T53" fmla="*/ 22 h 34"/>
                  <a:gd name="T54" fmla="*/ 13 w 30"/>
                  <a:gd name="T55" fmla="*/ 30 h 34"/>
                  <a:gd name="T56" fmla="*/ 12 w 30"/>
                  <a:gd name="T57" fmla="*/ 23 h 34"/>
                  <a:gd name="T58" fmla="*/ 12 w 30"/>
                  <a:gd name="T59" fmla="*/ 21 h 34"/>
                  <a:gd name="T60" fmla="*/ 10 w 30"/>
                  <a:gd name="T61" fmla="*/ 21 h 34"/>
                  <a:gd name="T62" fmla="*/ 10 w 30"/>
                  <a:gd name="T63" fmla="*/ 22 h 34"/>
                  <a:gd name="T64" fmla="*/ 1 w 30"/>
                  <a:gd name="T65" fmla="*/ 15 h 34"/>
                  <a:gd name="T66" fmla="*/ 1 w 30"/>
                  <a:gd name="T67" fmla="*/ 14 h 34"/>
                  <a:gd name="T68" fmla="*/ 14 w 30"/>
                  <a:gd name="T69" fmla="*/ 9 h 34"/>
                  <a:gd name="T70" fmla="*/ 19 w 30"/>
                  <a:gd name="T71" fmla="*/ 13 h 34"/>
                  <a:gd name="T72" fmla="*/ 17 w 30"/>
                  <a:gd name="T73" fmla="*/ 19 h 34"/>
                  <a:gd name="T74" fmla="*/ 20 w 30"/>
                  <a:gd name="T75" fmla="*/ 22 h 34"/>
                  <a:gd name="T76" fmla="*/ 19 w 30"/>
                  <a:gd name="T77" fmla="*/ 4 h 34"/>
                  <a:gd name="T78" fmla="*/ 14 w 30"/>
                  <a:gd name="T79" fmla="*/ 9 h 34"/>
                  <a:gd name="T80" fmla="*/ 14 w 30"/>
                  <a:gd name="T81" fmla="*/ 10 h 34"/>
                  <a:gd name="T82" fmla="*/ 12 w 30"/>
                  <a:gd name="T83" fmla="*/ 11 h 34"/>
                  <a:gd name="T84" fmla="*/ 13 w 30"/>
                  <a:gd name="T85" fmla="*/ 13 h 34"/>
                  <a:gd name="T86" fmla="*/ 14 w 30"/>
                  <a:gd name="T87" fmla="*/ 18 h 34"/>
                  <a:gd name="T88" fmla="*/ 15 w 30"/>
                  <a:gd name="T89" fmla="*/ 19 h 34"/>
                  <a:gd name="T90" fmla="*/ 15 w 30"/>
                  <a:gd name="T91" fmla="*/ 17 h 34"/>
                  <a:gd name="T92" fmla="*/ 16 w 30"/>
                  <a:gd name="T93" fmla="*/ 18 h 34"/>
                  <a:gd name="T94" fmla="*/ 17 w 30"/>
                  <a:gd name="T95" fmla="*/ 18 h 34"/>
                  <a:gd name="T96" fmla="*/ 17 w 30"/>
                  <a:gd name="T97" fmla="*/ 14 h 34"/>
                  <a:gd name="T98" fmla="*/ 14 w 30"/>
                  <a:gd name="T99" fmla="*/ 1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0" h="34">
                    <a:moveTo>
                      <a:pt x="1" y="14"/>
                    </a:moveTo>
                    <a:cubicBezTo>
                      <a:pt x="2" y="13"/>
                      <a:pt x="6" y="15"/>
                      <a:pt x="10" y="20"/>
                    </a:cubicBezTo>
                    <a:cubicBezTo>
                      <a:pt x="11" y="19"/>
                      <a:pt x="11" y="19"/>
                      <a:pt x="12" y="18"/>
                    </a:cubicBezTo>
                    <a:cubicBezTo>
                      <a:pt x="12" y="16"/>
                      <a:pt x="10" y="15"/>
                      <a:pt x="9" y="14"/>
                    </a:cubicBezTo>
                    <a:cubicBezTo>
                      <a:pt x="9" y="14"/>
                      <a:pt x="9" y="13"/>
                      <a:pt x="9" y="13"/>
                    </a:cubicBezTo>
                    <a:cubicBezTo>
                      <a:pt x="9" y="12"/>
                      <a:pt x="9" y="10"/>
                      <a:pt x="9" y="9"/>
                    </a:cubicBezTo>
                    <a:cubicBezTo>
                      <a:pt x="8" y="6"/>
                      <a:pt x="7" y="4"/>
                      <a:pt x="6" y="3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9" y="2"/>
                      <a:pt x="12" y="1"/>
                      <a:pt x="11" y="4"/>
                    </a:cubicBezTo>
                    <a:cubicBezTo>
                      <a:pt x="11" y="8"/>
                      <a:pt x="10" y="12"/>
                      <a:pt x="11" y="11"/>
                    </a:cubicBezTo>
                    <a:cubicBezTo>
                      <a:pt x="14" y="6"/>
                      <a:pt x="16" y="2"/>
                      <a:pt x="18" y="1"/>
                    </a:cubicBezTo>
                    <a:cubicBezTo>
                      <a:pt x="20" y="0"/>
                      <a:pt x="21" y="2"/>
                      <a:pt x="21" y="4"/>
                    </a:cubicBezTo>
                    <a:cubicBezTo>
                      <a:pt x="22" y="7"/>
                      <a:pt x="22" y="11"/>
                      <a:pt x="22" y="15"/>
                    </a:cubicBezTo>
                    <a:cubicBezTo>
                      <a:pt x="22" y="18"/>
                      <a:pt x="22" y="19"/>
                      <a:pt x="23" y="17"/>
                    </a:cubicBezTo>
                    <a:cubicBezTo>
                      <a:pt x="24" y="16"/>
                      <a:pt x="29" y="9"/>
                      <a:pt x="30" y="14"/>
                    </a:cubicBezTo>
                    <a:cubicBezTo>
                      <a:pt x="30" y="17"/>
                      <a:pt x="28" y="21"/>
                      <a:pt x="24" y="25"/>
                    </a:cubicBezTo>
                    <a:cubicBezTo>
                      <a:pt x="24" y="28"/>
                      <a:pt x="24" y="30"/>
                      <a:pt x="23" y="3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1"/>
                      <a:pt x="22" y="31"/>
                      <a:pt x="22" y="32"/>
                    </a:cubicBezTo>
                    <a:cubicBezTo>
                      <a:pt x="21" y="32"/>
                      <a:pt x="20" y="34"/>
                      <a:pt x="18" y="34"/>
                    </a:cubicBezTo>
                    <a:cubicBezTo>
                      <a:pt x="22" y="30"/>
                      <a:pt x="22" y="25"/>
                      <a:pt x="24" y="24"/>
                    </a:cubicBezTo>
                    <a:cubicBezTo>
                      <a:pt x="26" y="20"/>
                      <a:pt x="27" y="17"/>
                      <a:pt x="26" y="17"/>
                    </a:cubicBezTo>
                    <a:cubicBezTo>
                      <a:pt x="22" y="19"/>
                      <a:pt x="16" y="31"/>
                      <a:pt x="15" y="31"/>
                    </a:cubicBezTo>
                    <a:cubicBezTo>
                      <a:pt x="16" y="28"/>
                      <a:pt x="17" y="26"/>
                      <a:pt x="19" y="24"/>
                    </a:cubicBezTo>
                    <a:cubicBezTo>
                      <a:pt x="19" y="22"/>
                      <a:pt x="18" y="21"/>
                      <a:pt x="17" y="21"/>
                    </a:cubicBezTo>
                    <a:cubicBezTo>
                      <a:pt x="17" y="21"/>
                      <a:pt x="17" y="22"/>
                      <a:pt x="16" y="23"/>
                    </a:cubicBezTo>
                    <a:cubicBezTo>
                      <a:pt x="15" y="23"/>
                      <a:pt x="14" y="21"/>
                      <a:pt x="13" y="22"/>
                    </a:cubicBezTo>
                    <a:cubicBezTo>
                      <a:pt x="14" y="27"/>
                      <a:pt x="14" y="31"/>
                      <a:pt x="13" y="30"/>
                    </a:cubicBezTo>
                    <a:cubicBezTo>
                      <a:pt x="13" y="28"/>
                      <a:pt x="13" y="25"/>
                      <a:pt x="12" y="23"/>
                    </a:cubicBezTo>
                    <a:cubicBezTo>
                      <a:pt x="12" y="22"/>
                      <a:pt x="12" y="22"/>
                      <a:pt x="12" y="21"/>
                    </a:cubicBezTo>
                    <a:cubicBezTo>
                      <a:pt x="11" y="20"/>
                      <a:pt x="11" y="20"/>
                      <a:pt x="10" y="21"/>
                    </a:cubicBezTo>
                    <a:cubicBezTo>
                      <a:pt x="10" y="21"/>
                      <a:pt x="10" y="21"/>
                      <a:pt x="10" y="22"/>
                    </a:cubicBezTo>
                    <a:cubicBezTo>
                      <a:pt x="9" y="22"/>
                      <a:pt x="4" y="16"/>
                      <a:pt x="1" y="15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4" y="9"/>
                    </a:moveTo>
                    <a:cubicBezTo>
                      <a:pt x="16" y="10"/>
                      <a:pt x="18" y="12"/>
                      <a:pt x="19" y="13"/>
                    </a:cubicBezTo>
                    <a:cubicBezTo>
                      <a:pt x="19" y="15"/>
                      <a:pt x="18" y="17"/>
                      <a:pt x="17" y="19"/>
                    </a:cubicBezTo>
                    <a:cubicBezTo>
                      <a:pt x="18" y="20"/>
                      <a:pt x="19" y="21"/>
                      <a:pt x="20" y="22"/>
                    </a:cubicBezTo>
                    <a:cubicBezTo>
                      <a:pt x="20" y="16"/>
                      <a:pt x="20" y="10"/>
                      <a:pt x="19" y="4"/>
                    </a:cubicBezTo>
                    <a:cubicBezTo>
                      <a:pt x="16" y="4"/>
                      <a:pt x="15" y="7"/>
                      <a:pt x="14" y="9"/>
                    </a:cubicBezTo>
                    <a:close/>
                    <a:moveTo>
                      <a:pt x="14" y="10"/>
                    </a:moveTo>
                    <a:cubicBezTo>
                      <a:pt x="13" y="10"/>
                      <a:pt x="13" y="10"/>
                      <a:pt x="12" y="11"/>
                    </a:cubicBezTo>
                    <a:cubicBezTo>
                      <a:pt x="12" y="12"/>
                      <a:pt x="12" y="12"/>
                      <a:pt x="13" y="13"/>
                    </a:cubicBezTo>
                    <a:cubicBezTo>
                      <a:pt x="15" y="14"/>
                      <a:pt x="13" y="17"/>
                      <a:pt x="14" y="18"/>
                    </a:cubicBezTo>
                    <a:cubicBezTo>
                      <a:pt x="14" y="19"/>
                      <a:pt x="14" y="19"/>
                      <a:pt x="15" y="19"/>
                    </a:cubicBezTo>
                    <a:cubicBezTo>
                      <a:pt x="15" y="19"/>
                      <a:pt x="15" y="17"/>
                      <a:pt x="15" y="17"/>
                    </a:cubicBezTo>
                    <a:cubicBezTo>
                      <a:pt x="15" y="17"/>
                      <a:pt x="16" y="19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12"/>
                      <a:pt x="15" y="11"/>
                      <a:pt x="1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ïşľídé"/>
              <p:cNvSpPr/>
              <p:nvPr/>
            </p:nvSpPr>
            <p:spPr bwMode="auto">
              <a:xfrm>
                <a:off x="3216275" y="2651125"/>
                <a:ext cx="1543050" cy="1549400"/>
              </a:xfrm>
              <a:custGeom>
                <a:avLst/>
                <a:gdLst>
                  <a:gd name="T0" fmla="*/ 234 w 468"/>
                  <a:gd name="T1" fmla="*/ 0 h 468"/>
                  <a:gd name="T2" fmla="*/ 468 w 468"/>
                  <a:gd name="T3" fmla="*/ 234 h 468"/>
                  <a:gd name="T4" fmla="*/ 234 w 468"/>
                  <a:gd name="T5" fmla="*/ 468 h 468"/>
                  <a:gd name="T6" fmla="*/ 0 w 468"/>
                  <a:gd name="T7" fmla="*/ 234 h 468"/>
                  <a:gd name="T8" fmla="*/ 234 w 468"/>
                  <a:gd name="T9" fmla="*/ 0 h 468"/>
                  <a:gd name="T10" fmla="*/ 234 w 468"/>
                  <a:gd name="T11" fmla="*/ 11 h 468"/>
                  <a:gd name="T12" fmla="*/ 11 w 468"/>
                  <a:gd name="T13" fmla="*/ 234 h 468"/>
                  <a:gd name="T14" fmla="*/ 234 w 468"/>
                  <a:gd name="T15" fmla="*/ 458 h 468"/>
                  <a:gd name="T16" fmla="*/ 458 w 468"/>
                  <a:gd name="T17" fmla="*/ 234 h 468"/>
                  <a:gd name="T18" fmla="*/ 234 w 468"/>
                  <a:gd name="T19" fmla="*/ 1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cubicBezTo>
                      <a:pt x="364" y="0"/>
                      <a:pt x="468" y="105"/>
                      <a:pt x="468" y="234"/>
                    </a:cubicBezTo>
                    <a:cubicBezTo>
                      <a:pt x="468" y="363"/>
                      <a:pt x="364" y="468"/>
                      <a:pt x="234" y="468"/>
                    </a:cubicBezTo>
                    <a:cubicBezTo>
                      <a:pt x="105" y="468"/>
                      <a:pt x="0" y="363"/>
                      <a:pt x="0" y="234"/>
                    </a:cubicBezTo>
                    <a:cubicBezTo>
                      <a:pt x="0" y="105"/>
                      <a:pt x="105" y="0"/>
                      <a:pt x="234" y="0"/>
                    </a:cubicBezTo>
                    <a:close/>
                    <a:moveTo>
                      <a:pt x="234" y="11"/>
                    </a:moveTo>
                    <a:cubicBezTo>
                      <a:pt x="111" y="11"/>
                      <a:pt x="11" y="111"/>
                      <a:pt x="11" y="234"/>
                    </a:cubicBezTo>
                    <a:cubicBezTo>
                      <a:pt x="11" y="358"/>
                      <a:pt x="111" y="458"/>
                      <a:pt x="234" y="458"/>
                    </a:cubicBezTo>
                    <a:cubicBezTo>
                      <a:pt x="358" y="458"/>
                      <a:pt x="458" y="358"/>
                      <a:pt x="458" y="234"/>
                    </a:cubicBezTo>
                    <a:cubicBezTo>
                      <a:pt x="458" y="111"/>
                      <a:pt x="358" y="11"/>
                      <a:pt x="234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3" name="îṡḻiḓê"/>
            <p:cNvSpPr/>
            <p:nvPr/>
          </p:nvSpPr>
          <p:spPr bwMode="auto">
            <a:xfrm>
              <a:off x="5596394" y="2698255"/>
              <a:ext cx="789892" cy="1073720"/>
            </a:xfrm>
            <a:custGeom>
              <a:avLst/>
              <a:gdLst>
                <a:gd name="T0" fmla="*/ 103 w 142"/>
                <a:gd name="T1" fmla="*/ 5 h 192"/>
                <a:gd name="T2" fmla="*/ 100 w 142"/>
                <a:gd name="T3" fmla="*/ 29 h 192"/>
                <a:gd name="T4" fmla="*/ 118 w 142"/>
                <a:gd name="T5" fmla="*/ 22 h 192"/>
                <a:gd name="T6" fmla="*/ 98 w 142"/>
                <a:gd name="T7" fmla="*/ 62 h 192"/>
                <a:gd name="T8" fmla="*/ 94 w 142"/>
                <a:gd name="T9" fmla="*/ 54 h 192"/>
                <a:gd name="T10" fmla="*/ 100 w 142"/>
                <a:gd name="T11" fmla="*/ 53 h 192"/>
                <a:gd name="T12" fmla="*/ 107 w 142"/>
                <a:gd name="T13" fmla="*/ 32 h 192"/>
                <a:gd name="T14" fmla="*/ 96 w 142"/>
                <a:gd name="T15" fmla="*/ 38 h 192"/>
                <a:gd name="T16" fmla="*/ 83 w 142"/>
                <a:gd name="T17" fmla="*/ 80 h 192"/>
                <a:gd name="T18" fmla="*/ 125 w 142"/>
                <a:gd name="T19" fmla="*/ 66 h 192"/>
                <a:gd name="T20" fmla="*/ 140 w 142"/>
                <a:gd name="T21" fmla="*/ 65 h 192"/>
                <a:gd name="T22" fmla="*/ 136 w 142"/>
                <a:gd name="T23" fmla="*/ 76 h 192"/>
                <a:gd name="T24" fmla="*/ 77 w 142"/>
                <a:gd name="T25" fmla="*/ 94 h 192"/>
                <a:gd name="T26" fmla="*/ 73 w 142"/>
                <a:gd name="T27" fmla="*/ 122 h 192"/>
                <a:gd name="T28" fmla="*/ 81 w 142"/>
                <a:gd name="T29" fmla="*/ 111 h 192"/>
                <a:gd name="T30" fmla="*/ 85 w 142"/>
                <a:gd name="T31" fmla="*/ 95 h 192"/>
                <a:gd name="T32" fmla="*/ 98 w 142"/>
                <a:gd name="T33" fmla="*/ 103 h 192"/>
                <a:gd name="T34" fmla="*/ 94 w 142"/>
                <a:gd name="T35" fmla="*/ 110 h 192"/>
                <a:gd name="T36" fmla="*/ 90 w 142"/>
                <a:gd name="T37" fmla="*/ 124 h 192"/>
                <a:gd name="T38" fmla="*/ 106 w 142"/>
                <a:gd name="T39" fmla="*/ 131 h 192"/>
                <a:gd name="T40" fmla="*/ 104 w 142"/>
                <a:gd name="T41" fmla="*/ 140 h 192"/>
                <a:gd name="T42" fmla="*/ 84 w 142"/>
                <a:gd name="T43" fmla="*/ 139 h 192"/>
                <a:gd name="T44" fmla="*/ 37 w 142"/>
                <a:gd name="T45" fmla="*/ 185 h 192"/>
                <a:gd name="T46" fmla="*/ 14 w 142"/>
                <a:gd name="T47" fmla="*/ 190 h 192"/>
                <a:gd name="T48" fmla="*/ 10 w 142"/>
                <a:gd name="T49" fmla="*/ 176 h 192"/>
                <a:gd name="T50" fmla="*/ 36 w 142"/>
                <a:gd name="T51" fmla="*/ 174 h 192"/>
                <a:gd name="T52" fmla="*/ 47 w 142"/>
                <a:gd name="T53" fmla="*/ 164 h 192"/>
                <a:gd name="T54" fmla="*/ 71 w 142"/>
                <a:gd name="T55" fmla="*/ 136 h 192"/>
                <a:gd name="T56" fmla="*/ 59 w 142"/>
                <a:gd name="T57" fmla="*/ 121 h 192"/>
                <a:gd name="T58" fmla="*/ 64 w 142"/>
                <a:gd name="T59" fmla="*/ 100 h 192"/>
                <a:gd name="T60" fmla="*/ 41 w 142"/>
                <a:gd name="T61" fmla="*/ 111 h 192"/>
                <a:gd name="T62" fmla="*/ 19 w 142"/>
                <a:gd name="T63" fmla="*/ 122 h 192"/>
                <a:gd name="T64" fmla="*/ 12 w 142"/>
                <a:gd name="T65" fmla="*/ 127 h 192"/>
                <a:gd name="T66" fmla="*/ 0 w 142"/>
                <a:gd name="T67" fmla="*/ 114 h 192"/>
                <a:gd name="T68" fmla="*/ 70 w 142"/>
                <a:gd name="T69" fmla="*/ 86 h 192"/>
                <a:gd name="T70" fmla="*/ 77 w 142"/>
                <a:gd name="T71" fmla="*/ 52 h 192"/>
                <a:gd name="T72" fmla="*/ 65 w 142"/>
                <a:gd name="T73" fmla="*/ 65 h 192"/>
                <a:gd name="T74" fmla="*/ 53 w 142"/>
                <a:gd name="T75" fmla="*/ 78 h 192"/>
                <a:gd name="T76" fmla="*/ 52 w 142"/>
                <a:gd name="T77" fmla="*/ 34 h 192"/>
                <a:gd name="T78" fmla="*/ 62 w 142"/>
                <a:gd name="T79" fmla="*/ 53 h 192"/>
                <a:gd name="T80" fmla="*/ 83 w 142"/>
                <a:gd name="T81" fmla="*/ 37 h 192"/>
                <a:gd name="T82" fmla="*/ 83 w 142"/>
                <a:gd name="T83" fmla="*/ 3 h 192"/>
                <a:gd name="T84" fmla="*/ 103 w 142"/>
                <a:gd name="T85" fmla="*/ 5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2" h="192">
                  <a:moveTo>
                    <a:pt x="103" y="5"/>
                  </a:moveTo>
                  <a:cubicBezTo>
                    <a:pt x="107" y="13"/>
                    <a:pt x="101" y="20"/>
                    <a:pt x="100" y="29"/>
                  </a:cubicBezTo>
                  <a:cubicBezTo>
                    <a:pt x="107" y="27"/>
                    <a:pt x="110" y="23"/>
                    <a:pt x="118" y="22"/>
                  </a:cubicBezTo>
                  <a:cubicBezTo>
                    <a:pt x="136" y="35"/>
                    <a:pt x="108" y="54"/>
                    <a:pt x="98" y="62"/>
                  </a:cubicBezTo>
                  <a:cubicBezTo>
                    <a:pt x="95" y="60"/>
                    <a:pt x="94" y="58"/>
                    <a:pt x="94" y="54"/>
                  </a:cubicBezTo>
                  <a:cubicBezTo>
                    <a:pt x="96" y="53"/>
                    <a:pt x="98" y="53"/>
                    <a:pt x="100" y="53"/>
                  </a:cubicBezTo>
                  <a:cubicBezTo>
                    <a:pt x="101" y="45"/>
                    <a:pt x="108" y="40"/>
                    <a:pt x="107" y="32"/>
                  </a:cubicBezTo>
                  <a:cubicBezTo>
                    <a:pt x="102" y="32"/>
                    <a:pt x="100" y="36"/>
                    <a:pt x="96" y="38"/>
                  </a:cubicBezTo>
                  <a:cubicBezTo>
                    <a:pt x="93" y="53"/>
                    <a:pt x="84" y="63"/>
                    <a:pt x="83" y="80"/>
                  </a:cubicBezTo>
                  <a:cubicBezTo>
                    <a:pt x="96" y="75"/>
                    <a:pt x="110" y="70"/>
                    <a:pt x="125" y="66"/>
                  </a:cubicBezTo>
                  <a:cubicBezTo>
                    <a:pt x="130" y="65"/>
                    <a:pt x="135" y="62"/>
                    <a:pt x="140" y="65"/>
                  </a:cubicBezTo>
                  <a:cubicBezTo>
                    <a:pt x="142" y="70"/>
                    <a:pt x="137" y="72"/>
                    <a:pt x="136" y="76"/>
                  </a:cubicBezTo>
                  <a:cubicBezTo>
                    <a:pt x="117" y="83"/>
                    <a:pt x="92" y="83"/>
                    <a:pt x="77" y="94"/>
                  </a:cubicBezTo>
                  <a:cubicBezTo>
                    <a:pt x="76" y="103"/>
                    <a:pt x="68" y="113"/>
                    <a:pt x="73" y="122"/>
                  </a:cubicBezTo>
                  <a:cubicBezTo>
                    <a:pt x="79" y="122"/>
                    <a:pt x="80" y="115"/>
                    <a:pt x="81" y="111"/>
                  </a:cubicBezTo>
                  <a:cubicBezTo>
                    <a:pt x="83" y="105"/>
                    <a:pt x="84" y="100"/>
                    <a:pt x="85" y="95"/>
                  </a:cubicBezTo>
                  <a:cubicBezTo>
                    <a:pt x="92" y="95"/>
                    <a:pt x="98" y="98"/>
                    <a:pt x="98" y="103"/>
                  </a:cubicBezTo>
                  <a:cubicBezTo>
                    <a:pt x="98" y="105"/>
                    <a:pt x="95" y="107"/>
                    <a:pt x="94" y="110"/>
                  </a:cubicBezTo>
                  <a:cubicBezTo>
                    <a:pt x="91" y="115"/>
                    <a:pt x="92" y="120"/>
                    <a:pt x="90" y="124"/>
                  </a:cubicBezTo>
                  <a:cubicBezTo>
                    <a:pt x="94" y="128"/>
                    <a:pt x="101" y="128"/>
                    <a:pt x="106" y="131"/>
                  </a:cubicBezTo>
                  <a:cubicBezTo>
                    <a:pt x="106" y="134"/>
                    <a:pt x="106" y="137"/>
                    <a:pt x="104" y="140"/>
                  </a:cubicBezTo>
                  <a:cubicBezTo>
                    <a:pt x="99" y="142"/>
                    <a:pt x="92" y="139"/>
                    <a:pt x="84" y="139"/>
                  </a:cubicBezTo>
                  <a:cubicBezTo>
                    <a:pt x="72" y="154"/>
                    <a:pt x="60" y="177"/>
                    <a:pt x="37" y="185"/>
                  </a:cubicBezTo>
                  <a:cubicBezTo>
                    <a:pt x="31" y="188"/>
                    <a:pt x="21" y="192"/>
                    <a:pt x="14" y="190"/>
                  </a:cubicBezTo>
                  <a:cubicBezTo>
                    <a:pt x="9" y="188"/>
                    <a:pt x="6" y="181"/>
                    <a:pt x="10" y="176"/>
                  </a:cubicBezTo>
                  <a:cubicBezTo>
                    <a:pt x="19" y="173"/>
                    <a:pt x="28" y="177"/>
                    <a:pt x="36" y="174"/>
                  </a:cubicBezTo>
                  <a:cubicBezTo>
                    <a:pt x="39" y="172"/>
                    <a:pt x="43" y="167"/>
                    <a:pt x="47" y="164"/>
                  </a:cubicBezTo>
                  <a:cubicBezTo>
                    <a:pt x="56" y="156"/>
                    <a:pt x="66" y="147"/>
                    <a:pt x="71" y="136"/>
                  </a:cubicBezTo>
                  <a:cubicBezTo>
                    <a:pt x="66" y="132"/>
                    <a:pt x="60" y="129"/>
                    <a:pt x="59" y="121"/>
                  </a:cubicBezTo>
                  <a:cubicBezTo>
                    <a:pt x="58" y="114"/>
                    <a:pt x="65" y="109"/>
                    <a:pt x="64" y="100"/>
                  </a:cubicBezTo>
                  <a:cubicBezTo>
                    <a:pt x="57" y="101"/>
                    <a:pt x="49" y="106"/>
                    <a:pt x="41" y="111"/>
                  </a:cubicBezTo>
                  <a:cubicBezTo>
                    <a:pt x="34" y="115"/>
                    <a:pt x="25" y="118"/>
                    <a:pt x="19" y="122"/>
                  </a:cubicBezTo>
                  <a:cubicBezTo>
                    <a:pt x="17" y="124"/>
                    <a:pt x="15" y="127"/>
                    <a:pt x="12" y="127"/>
                  </a:cubicBezTo>
                  <a:cubicBezTo>
                    <a:pt x="5" y="128"/>
                    <a:pt x="1" y="121"/>
                    <a:pt x="0" y="114"/>
                  </a:cubicBezTo>
                  <a:cubicBezTo>
                    <a:pt x="25" y="106"/>
                    <a:pt x="47" y="96"/>
                    <a:pt x="70" y="86"/>
                  </a:cubicBezTo>
                  <a:cubicBezTo>
                    <a:pt x="71" y="74"/>
                    <a:pt x="79" y="63"/>
                    <a:pt x="77" y="52"/>
                  </a:cubicBezTo>
                  <a:cubicBezTo>
                    <a:pt x="71" y="54"/>
                    <a:pt x="68" y="60"/>
                    <a:pt x="65" y="65"/>
                  </a:cubicBezTo>
                  <a:cubicBezTo>
                    <a:pt x="62" y="70"/>
                    <a:pt x="61" y="78"/>
                    <a:pt x="53" y="78"/>
                  </a:cubicBezTo>
                  <a:cubicBezTo>
                    <a:pt x="46" y="66"/>
                    <a:pt x="54" y="48"/>
                    <a:pt x="52" y="34"/>
                  </a:cubicBezTo>
                  <a:cubicBezTo>
                    <a:pt x="60" y="36"/>
                    <a:pt x="61" y="44"/>
                    <a:pt x="62" y="53"/>
                  </a:cubicBezTo>
                  <a:cubicBezTo>
                    <a:pt x="73" y="52"/>
                    <a:pt x="77" y="43"/>
                    <a:pt x="83" y="37"/>
                  </a:cubicBezTo>
                  <a:cubicBezTo>
                    <a:pt x="84" y="26"/>
                    <a:pt x="89" y="12"/>
                    <a:pt x="83" y="3"/>
                  </a:cubicBezTo>
                  <a:cubicBezTo>
                    <a:pt x="89" y="0"/>
                    <a:pt x="96" y="3"/>
                    <a:pt x="10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š1îďê"/>
            <p:cNvSpPr/>
            <p:nvPr/>
          </p:nvSpPr>
          <p:spPr bwMode="auto">
            <a:xfrm>
              <a:off x="6605481" y="2812096"/>
              <a:ext cx="637148" cy="923865"/>
            </a:xfrm>
            <a:custGeom>
              <a:avLst/>
              <a:gdLst>
                <a:gd name="T0" fmla="*/ 71 w 115"/>
                <a:gd name="T1" fmla="*/ 48 h 167"/>
                <a:gd name="T2" fmla="*/ 90 w 115"/>
                <a:gd name="T3" fmla="*/ 48 h 167"/>
                <a:gd name="T4" fmla="*/ 69 w 115"/>
                <a:gd name="T5" fmla="*/ 65 h 167"/>
                <a:gd name="T6" fmla="*/ 61 w 115"/>
                <a:gd name="T7" fmla="*/ 93 h 167"/>
                <a:gd name="T8" fmla="*/ 78 w 115"/>
                <a:gd name="T9" fmla="*/ 105 h 167"/>
                <a:gd name="T10" fmla="*/ 115 w 115"/>
                <a:gd name="T11" fmla="*/ 111 h 167"/>
                <a:gd name="T12" fmla="*/ 110 w 115"/>
                <a:gd name="T13" fmla="*/ 122 h 167"/>
                <a:gd name="T14" fmla="*/ 84 w 115"/>
                <a:gd name="T15" fmla="*/ 126 h 167"/>
                <a:gd name="T16" fmla="*/ 58 w 115"/>
                <a:gd name="T17" fmla="*/ 99 h 167"/>
                <a:gd name="T18" fmla="*/ 28 w 115"/>
                <a:gd name="T19" fmla="*/ 150 h 167"/>
                <a:gd name="T20" fmla="*/ 0 w 115"/>
                <a:gd name="T21" fmla="*/ 167 h 167"/>
                <a:gd name="T22" fmla="*/ 6 w 115"/>
                <a:gd name="T23" fmla="*/ 158 h 167"/>
                <a:gd name="T24" fmla="*/ 29 w 115"/>
                <a:gd name="T25" fmla="*/ 127 h 167"/>
                <a:gd name="T26" fmla="*/ 48 w 115"/>
                <a:gd name="T27" fmla="*/ 78 h 167"/>
                <a:gd name="T28" fmla="*/ 24 w 115"/>
                <a:gd name="T29" fmla="*/ 71 h 167"/>
                <a:gd name="T30" fmla="*/ 33 w 115"/>
                <a:gd name="T31" fmla="*/ 68 h 167"/>
                <a:gd name="T32" fmla="*/ 55 w 115"/>
                <a:gd name="T33" fmla="*/ 57 h 167"/>
                <a:gd name="T34" fmla="*/ 63 w 115"/>
                <a:gd name="T35" fmla="*/ 6 h 167"/>
                <a:gd name="T36" fmla="*/ 77 w 115"/>
                <a:gd name="T37" fmla="*/ 12 h 167"/>
                <a:gd name="T38" fmla="*/ 71 w 115"/>
                <a:gd name="T39" fmla="*/ 4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5" h="167">
                  <a:moveTo>
                    <a:pt x="71" y="48"/>
                  </a:moveTo>
                  <a:cubicBezTo>
                    <a:pt x="75" y="47"/>
                    <a:pt x="88" y="39"/>
                    <a:pt x="90" y="48"/>
                  </a:cubicBezTo>
                  <a:cubicBezTo>
                    <a:pt x="92" y="57"/>
                    <a:pt x="77" y="63"/>
                    <a:pt x="69" y="65"/>
                  </a:cubicBezTo>
                  <a:cubicBezTo>
                    <a:pt x="67" y="73"/>
                    <a:pt x="59" y="83"/>
                    <a:pt x="61" y="93"/>
                  </a:cubicBezTo>
                  <a:cubicBezTo>
                    <a:pt x="63" y="97"/>
                    <a:pt x="72" y="101"/>
                    <a:pt x="78" y="105"/>
                  </a:cubicBezTo>
                  <a:cubicBezTo>
                    <a:pt x="90" y="111"/>
                    <a:pt x="102" y="114"/>
                    <a:pt x="115" y="111"/>
                  </a:cubicBezTo>
                  <a:cubicBezTo>
                    <a:pt x="115" y="115"/>
                    <a:pt x="113" y="119"/>
                    <a:pt x="110" y="122"/>
                  </a:cubicBezTo>
                  <a:cubicBezTo>
                    <a:pt x="102" y="129"/>
                    <a:pt x="94" y="134"/>
                    <a:pt x="84" y="126"/>
                  </a:cubicBezTo>
                  <a:cubicBezTo>
                    <a:pt x="74" y="119"/>
                    <a:pt x="67" y="104"/>
                    <a:pt x="58" y="99"/>
                  </a:cubicBezTo>
                  <a:cubicBezTo>
                    <a:pt x="48" y="116"/>
                    <a:pt x="40" y="135"/>
                    <a:pt x="28" y="150"/>
                  </a:cubicBezTo>
                  <a:cubicBezTo>
                    <a:pt x="21" y="157"/>
                    <a:pt x="12" y="166"/>
                    <a:pt x="0" y="167"/>
                  </a:cubicBezTo>
                  <a:cubicBezTo>
                    <a:pt x="0" y="163"/>
                    <a:pt x="4" y="160"/>
                    <a:pt x="6" y="158"/>
                  </a:cubicBezTo>
                  <a:cubicBezTo>
                    <a:pt x="14" y="149"/>
                    <a:pt x="22" y="138"/>
                    <a:pt x="29" y="127"/>
                  </a:cubicBezTo>
                  <a:cubicBezTo>
                    <a:pt x="38" y="113"/>
                    <a:pt x="47" y="97"/>
                    <a:pt x="48" y="78"/>
                  </a:cubicBezTo>
                  <a:cubicBezTo>
                    <a:pt x="42" y="79"/>
                    <a:pt x="28" y="80"/>
                    <a:pt x="24" y="71"/>
                  </a:cubicBezTo>
                  <a:cubicBezTo>
                    <a:pt x="27" y="68"/>
                    <a:pt x="30" y="69"/>
                    <a:pt x="33" y="68"/>
                  </a:cubicBezTo>
                  <a:cubicBezTo>
                    <a:pt x="42" y="66"/>
                    <a:pt x="50" y="62"/>
                    <a:pt x="55" y="57"/>
                  </a:cubicBezTo>
                  <a:cubicBezTo>
                    <a:pt x="64" y="44"/>
                    <a:pt x="57" y="25"/>
                    <a:pt x="63" y="6"/>
                  </a:cubicBezTo>
                  <a:cubicBezTo>
                    <a:pt x="67" y="0"/>
                    <a:pt x="76" y="7"/>
                    <a:pt x="77" y="12"/>
                  </a:cubicBezTo>
                  <a:cubicBezTo>
                    <a:pt x="79" y="23"/>
                    <a:pt x="70" y="39"/>
                    <a:pt x="7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íṩlíḍe"/>
            <p:cNvGrpSpPr/>
            <p:nvPr/>
          </p:nvGrpSpPr>
          <p:grpSpPr>
            <a:xfrm>
              <a:off x="4589708" y="2583543"/>
              <a:ext cx="742163" cy="1193232"/>
              <a:chOff x="4691308" y="2684429"/>
              <a:chExt cx="679414" cy="1092346"/>
            </a:xfrm>
            <a:grpFill/>
          </p:grpSpPr>
          <p:sp>
            <p:nvSpPr>
              <p:cNvPr id="40" name="ïṡľïďê"/>
              <p:cNvSpPr/>
              <p:nvPr/>
            </p:nvSpPr>
            <p:spPr bwMode="auto">
              <a:xfrm>
                <a:off x="4691308" y="2684429"/>
                <a:ext cx="679414" cy="1092346"/>
              </a:xfrm>
              <a:custGeom>
                <a:avLst/>
                <a:gdLst>
                  <a:gd name="T0" fmla="*/ 77 w 136"/>
                  <a:gd name="T1" fmla="*/ 132 h 218"/>
                  <a:gd name="T2" fmla="*/ 107 w 136"/>
                  <a:gd name="T3" fmla="*/ 109 h 218"/>
                  <a:gd name="T4" fmla="*/ 99 w 136"/>
                  <a:gd name="T5" fmla="*/ 131 h 218"/>
                  <a:gd name="T6" fmla="*/ 91 w 136"/>
                  <a:gd name="T7" fmla="*/ 154 h 218"/>
                  <a:gd name="T8" fmla="*/ 120 w 136"/>
                  <a:gd name="T9" fmla="*/ 142 h 218"/>
                  <a:gd name="T10" fmla="*/ 118 w 136"/>
                  <a:gd name="T11" fmla="*/ 160 h 218"/>
                  <a:gd name="T12" fmla="*/ 111 w 136"/>
                  <a:gd name="T13" fmla="*/ 169 h 218"/>
                  <a:gd name="T14" fmla="*/ 123 w 136"/>
                  <a:gd name="T15" fmla="*/ 178 h 218"/>
                  <a:gd name="T16" fmla="*/ 122 w 136"/>
                  <a:gd name="T17" fmla="*/ 198 h 218"/>
                  <a:gd name="T18" fmla="*/ 103 w 136"/>
                  <a:gd name="T19" fmla="*/ 181 h 218"/>
                  <a:gd name="T20" fmla="*/ 85 w 136"/>
                  <a:gd name="T21" fmla="*/ 198 h 218"/>
                  <a:gd name="T22" fmla="*/ 71 w 136"/>
                  <a:gd name="T23" fmla="*/ 218 h 218"/>
                  <a:gd name="T24" fmla="*/ 68 w 136"/>
                  <a:gd name="T25" fmla="*/ 181 h 218"/>
                  <a:gd name="T26" fmla="*/ 75 w 136"/>
                  <a:gd name="T27" fmla="*/ 156 h 218"/>
                  <a:gd name="T28" fmla="*/ 46 w 136"/>
                  <a:gd name="T29" fmla="*/ 191 h 218"/>
                  <a:gd name="T30" fmla="*/ 7 w 136"/>
                  <a:gd name="T31" fmla="*/ 215 h 218"/>
                  <a:gd name="T32" fmla="*/ 24 w 136"/>
                  <a:gd name="T33" fmla="*/ 182 h 218"/>
                  <a:gd name="T34" fmla="*/ 41 w 136"/>
                  <a:gd name="T35" fmla="*/ 168 h 218"/>
                  <a:gd name="T36" fmla="*/ 65 w 136"/>
                  <a:gd name="T37" fmla="*/ 112 h 218"/>
                  <a:gd name="T38" fmla="*/ 64 w 136"/>
                  <a:gd name="T39" fmla="*/ 105 h 218"/>
                  <a:gd name="T40" fmla="*/ 66 w 136"/>
                  <a:gd name="T41" fmla="*/ 86 h 218"/>
                  <a:gd name="T42" fmla="*/ 65 w 136"/>
                  <a:gd name="T43" fmla="*/ 71 h 218"/>
                  <a:gd name="T44" fmla="*/ 66 w 136"/>
                  <a:gd name="T45" fmla="*/ 64 h 218"/>
                  <a:gd name="T46" fmla="*/ 64 w 136"/>
                  <a:gd name="T47" fmla="*/ 52 h 218"/>
                  <a:gd name="T48" fmla="*/ 64 w 136"/>
                  <a:gd name="T49" fmla="*/ 37 h 218"/>
                  <a:gd name="T50" fmla="*/ 57 w 136"/>
                  <a:gd name="T51" fmla="*/ 22 h 218"/>
                  <a:gd name="T52" fmla="*/ 52 w 136"/>
                  <a:gd name="T53" fmla="*/ 2 h 218"/>
                  <a:gd name="T54" fmla="*/ 53 w 136"/>
                  <a:gd name="T55" fmla="*/ 1 h 218"/>
                  <a:gd name="T56" fmla="*/ 65 w 136"/>
                  <a:gd name="T57" fmla="*/ 8 h 218"/>
                  <a:gd name="T58" fmla="*/ 77 w 136"/>
                  <a:gd name="T59" fmla="*/ 82 h 218"/>
                  <a:gd name="T60" fmla="*/ 77 w 136"/>
                  <a:gd name="T61" fmla="*/ 132 h 218"/>
                  <a:gd name="T62" fmla="*/ 100 w 136"/>
                  <a:gd name="T63" fmla="*/ 159 h 218"/>
                  <a:gd name="T64" fmla="*/ 101 w 136"/>
                  <a:gd name="T65" fmla="*/ 165 h 218"/>
                  <a:gd name="T66" fmla="*/ 106 w 136"/>
                  <a:gd name="T67" fmla="*/ 160 h 218"/>
                  <a:gd name="T68" fmla="*/ 100 w 136"/>
                  <a:gd name="T69" fmla="*/ 159 h 218"/>
                  <a:gd name="T70" fmla="*/ 81 w 136"/>
                  <a:gd name="T71" fmla="*/ 185 h 218"/>
                  <a:gd name="T72" fmla="*/ 93 w 136"/>
                  <a:gd name="T73" fmla="*/ 175 h 218"/>
                  <a:gd name="T74" fmla="*/ 86 w 136"/>
                  <a:gd name="T75" fmla="*/ 168 h 218"/>
                  <a:gd name="T76" fmla="*/ 81 w 136"/>
                  <a:gd name="T77" fmla="*/ 185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218">
                    <a:moveTo>
                      <a:pt x="77" y="132"/>
                    </a:moveTo>
                    <a:cubicBezTo>
                      <a:pt x="92" y="129"/>
                      <a:pt x="89" y="109"/>
                      <a:pt x="107" y="109"/>
                    </a:cubicBezTo>
                    <a:cubicBezTo>
                      <a:pt x="111" y="118"/>
                      <a:pt x="103" y="124"/>
                      <a:pt x="99" y="131"/>
                    </a:cubicBezTo>
                    <a:cubicBezTo>
                      <a:pt x="96" y="138"/>
                      <a:pt x="93" y="145"/>
                      <a:pt x="91" y="154"/>
                    </a:cubicBezTo>
                    <a:cubicBezTo>
                      <a:pt x="102" y="151"/>
                      <a:pt x="108" y="144"/>
                      <a:pt x="120" y="142"/>
                    </a:cubicBezTo>
                    <a:cubicBezTo>
                      <a:pt x="129" y="150"/>
                      <a:pt x="124" y="153"/>
                      <a:pt x="118" y="160"/>
                    </a:cubicBezTo>
                    <a:cubicBezTo>
                      <a:pt x="116" y="162"/>
                      <a:pt x="111" y="167"/>
                      <a:pt x="111" y="169"/>
                    </a:cubicBezTo>
                    <a:cubicBezTo>
                      <a:pt x="111" y="173"/>
                      <a:pt x="119" y="176"/>
                      <a:pt x="123" y="178"/>
                    </a:cubicBezTo>
                    <a:cubicBezTo>
                      <a:pt x="131" y="183"/>
                      <a:pt x="136" y="194"/>
                      <a:pt x="122" y="198"/>
                    </a:cubicBezTo>
                    <a:cubicBezTo>
                      <a:pt x="118" y="190"/>
                      <a:pt x="112" y="180"/>
                      <a:pt x="103" y="181"/>
                    </a:cubicBezTo>
                    <a:cubicBezTo>
                      <a:pt x="98" y="181"/>
                      <a:pt x="88" y="195"/>
                      <a:pt x="85" y="198"/>
                    </a:cubicBezTo>
                    <a:cubicBezTo>
                      <a:pt x="79" y="206"/>
                      <a:pt x="75" y="214"/>
                      <a:pt x="71" y="218"/>
                    </a:cubicBezTo>
                    <a:cubicBezTo>
                      <a:pt x="59" y="212"/>
                      <a:pt x="63" y="195"/>
                      <a:pt x="68" y="181"/>
                    </a:cubicBezTo>
                    <a:cubicBezTo>
                      <a:pt x="71" y="172"/>
                      <a:pt x="77" y="164"/>
                      <a:pt x="75" y="156"/>
                    </a:cubicBezTo>
                    <a:cubicBezTo>
                      <a:pt x="65" y="166"/>
                      <a:pt x="56" y="179"/>
                      <a:pt x="46" y="191"/>
                    </a:cubicBezTo>
                    <a:cubicBezTo>
                      <a:pt x="36" y="202"/>
                      <a:pt x="24" y="214"/>
                      <a:pt x="7" y="215"/>
                    </a:cubicBezTo>
                    <a:cubicBezTo>
                      <a:pt x="0" y="198"/>
                      <a:pt x="13" y="189"/>
                      <a:pt x="24" y="182"/>
                    </a:cubicBezTo>
                    <a:cubicBezTo>
                      <a:pt x="31" y="177"/>
                      <a:pt x="35" y="173"/>
                      <a:pt x="41" y="168"/>
                    </a:cubicBezTo>
                    <a:cubicBezTo>
                      <a:pt x="57" y="155"/>
                      <a:pt x="67" y="140"/>
                      <a:pt x="65" y="112"/>
                    </a:cubicBezTo>
                    <a:cubicBezTo>
                      <a:pt x="64" y="110"/>
                      <a:pt x="64" y="108"/>
                      <a:pt x="64" y="105"/>
                    </a:cubicBezTo>
                    <a:cubicBezTo>
                      <a:pt x="63" y="99"/>
                      <a:pt x="67" y="92"/>
                      <a:pt x="66" y="86"/>
                    </a:cubicBezTo>
                    <a:cubicBezTo>
                      <a:pt x="66" y="81"/>
                      <a:pt x="64" y="76"/>
                      <a:pt x="65" y="71"/>
                    </a:cubicBezTo>
                    <a:cubicBezTo>
                      <a:pt x="65" y="68"/>
                      <a:pt x="66" y="66"/>
                      <a:pt x="66" y="64"/>
                    </a:cubicBezTo>
                    <a:cubicBezTo>
                      <a:pt x="67" y="59"/>
                      <a:pt x="65" y="56"/>
                      <a:pt x="64" y="52"/>
                    </a:cubicBezTo>
                    <a:cubicBezTo>
                      <a:pt x="63" y="47"/>
                      <a:pt x="65" y="41"/>
                      <a:pt x="64" y="37"/>
                    </a:cubicBezTo>
                    <a:cubicBezTo>
                      <a:pt x="62" y="32"/>
                      <a:pt x="59" y="27"/>
                      <a:pt x="57" y="22"/>
                    </a:cubicBezTo>
                    <a:cubicBezTo>
                      <a:pt x="54" y="14"/>
                      <a:pt x="50" y="9"/>
                      <a:pt x="52" y="2"/>
                    </a:cubicBezTo>
                    <a:cubicBezTo>
                      <a:pt x="52" y="2"/>
                      <a:pt x="53" y="1"/>
                      <a:pt x="53" y="1"/>
                    </a:cubicBezTo>
                    <a:cubicBezTo>
                      <a:pt x="57" y="0"/>
                      <a:pt x="63" y="4"/>
                      <a:pt x="65" y="8"/>
                    </a:cubicBezTo>
                    <a:cubicBezTo>
                      <a:pt x="75" y="23"/>
                      <a:pt x="76" y="56"/>
                      <a:pt x="77" y="82"/>
                    </a:cubicBezTo>
                    <a:cubicBezTo>
                      <a:pt x="78" y="100"/>
                      <a:pt x="72" y="119"/>
                      <a:pt x="77" y="132"/>
                    </a:cubicBezTo>
                    <a:close/>
                    <a:moveTo>
                      <a:pt x="100" y="159"/>
                    </a:moveTo>
                    <a:cubicBezTo>
                      <a:pt x="100" y="161"/>
                      <a:pt x="100" y="164"/>
                      <a:pt x="101" y="165"/>
                    </a:cubicBezTo>
                    <a:cubicBezTo>
                      <a:pt x="104" y="165"/>
                      <a:pt x="105" y="163"/>
                      <a:pt x="106" y="160"/>
                    </a:cubicBezTo>
                    <a:cubicBezTo>
                      <a:pt x="105" y="158"/>
                      <a:pt x="103" y="159"/>
                      <a:pt x="100" y="159"/>
                    </a:cubicBezTo>
                    <a:close/>
                    <a:moveTo>
                      <a:pt x="81" y="185"/>
                    </a:moveTo>
                    <a:cubicBezTo>
                      <a:pt x="88" y="186"/>
                      <a:pt x="89" y="178"/>
                      <a:pt x="93" y="175"/>
                    </a:cubicBezTo>
                    <a:cubicBezTo>
                      <a:pt x="90" y="173"/>
                      <a:pt x="90" y="168"/>
                      <a:pt x="86" y="168"/>
                    </a:cubicBezTo>
                    <a:cubicBezTo>
                      <a:pt x="84" y="173"/>
                      <a:pt x="82" y="179"/>
                      <a:pt x="81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šlíḍé"/>
              <p:cNvSpPr/>
              <p:nvPr/>
            </p:nvSpPr>
            <p:spPr bwMode="auto">
              <a:xfrm>
                <a:off x="5111440" y="2763653"/>
                <a:ext cx="153649" cy="127241"/>
              </a:xfrm>
              <a:custGeom>
                <a:avLst/>
                <a:gdLst>
                  <a:gd name="T0" fmla="*/ 1 w 31"/>
                  <a:gd name="T1" fmla="*/ 0 h 25"/>
                  <a:gd name="T2" fmla="*/ 31 w 31"/>
                  <a:gd name="T3" fmla="*/ 21 h 25"/>
                  <a:gd name="T4" fmla="*/ 18 w 31"/>
                  <a:gd name="T5" fmla="*/ 25 h 25"/>
                  <a:gd name="T6" fmla="*/ 10 w 31"/>
                  <a:gd name="T7" fmla="*/ 16 h 25"/>
                  <a:gd name="T8" fmla="*/ 1 w 31"/>
                  <a:gd name="T9" fmla="*/ 6 h 25"/>
                  <a:gd name="T10" fmla="*/ 1 w 31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" h="25">
                    <a:moveTo>
                      <a:pt x="1" y="0"/>
                    </a:moveTo>
                    <a:cubicBezTo>
                      <a:pt x="15" y="1"/>
                      <a:pt x="28" y="7"/>
                      <a:pt x="31" y="21"/>
                    </a:cubicBezTo>
                    <a:cubicBezTo>
                      <a:pt x="28" y="24"/>
                      <a:pt x="24" y="25"/>
                      <a:pt x="18" y="25"/>
                    </a:cubicBezTo>
                    <a:cubicBezTo>
                      <a:pt x="20" y="17"/>
                      <a:pt x="13" y="18"/>
                      <a:pt x="10" y="16"/>
                    </a:cubicBezTo>
                    <a:cubicBezTo>
                      <a:pt x="8" y="14"/>
                      <a:pt x="2" y="9"/>
                      <a:pt x="1" y="6"/>
                    </a:cubicBezTo>
                    <a:cubicBezTo>
                      <a:pt x="0" y="4"/>
                      <a:pt x="1" y="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S1ïḍé"/>
              <p:cNvSpPr/>
              <p:nvPr/>
            </p:nvSpPr>
            <p:spPr bwMode="auto">
              <a:xfrm>
                <a:off x="5121043" y="2924505"/>
                <a:ext cx="139244" cy="225671"/>
              </a:xfrm>
              <a:custGeom>
                <a:avLst/>
                <a:gdLst>
                  <a:gd name="T0" fmla="*/ 22 w 28"/>
                  <a:gd name="T1" fmla="*/ 19 h 45"/>
                  <a:gd name="T2" fmla="*/ 13 w 28"/>
                  <a:gd name="T3" fmla="*/ 21 h 45"/>
                  <a:gd name="T4" fmla="*/ 20 w 28"/>
                  <a:gd name="T5" fmla="*/ 39 h 45"/>
                  <a:gd name="T6" fmla="*/ 11 w 28"/>
                  <a:gd name="T7" fmla="*/ 44 h 45"/>
                  <a:gd name="T8" fmla="*/ 0 w 28"/>
                  <a:gd name="T9" fmla="*/ 32 h 45"/>
                  <a:gd name="T10" fmla="*/ 8 w 28"/>
                  <a:gd name="T11" fmla="*/ 18 h 45"/>
                  <a:gd name="T12" fmla="*/ 8 w 28"/>
                  <a:gd name="T13" fmla="*/ 1 h 45"/>
                  <a:gd name="T14" fmla="*/ 27 w 28"/>
                  <a:gd name="T15" fmla="*/ 9 h 45"/>
                  <a:gd name="T16" fmla="*/ 22 w 28"/>
                  <a:gd name="T17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45">
                    <a:moveTo>
                      <a:pt x="22" y="19"/>
                    </a:moveTo>
                    <a:cubicBezTo>
                      <a:pt x="18" y="18"/>
                      <a:pt x="15" y="18"/>
                      <a:pt x="13" y="21"/>
                    </a:cubicBezTo>
                    <a:cubicBezTo>
                      <a:pt x="12" y="28"/>
                      <a:pt x="21" y="32"/>
                      <a:pt x="20" y="39"/>
                    </a:cubicBezTo>
                    <a:cubicBezTo>
                      <a:pt x="19" y="42"/>
                      <a:pt x="14" y="45"/>
                      <a:pt x="11" y="44"/>
                    </a:cubicBezTo>
                    <a:cubicBezTo>
                      <a:pt x="6" y="44"/>
                      <a:pt x="2" y="35"/>
                      <a:pt x="0" y="32"/>
                    </a:cubicBezTo>
                    <a:cubicBezTo>
                      <a:pt x="0" y="26"/>
                      <a:pt x="7" y="23"/>
                      <a:pt x="8" y="18"/>
                    </a:cubicBezTo>
                    <a:cubicBezTo>
                      <a:pt x="9" y="12"/>
                      <a:pt x="4" y="7"/>
                      <a:pt x="8" y="1"/>
                    </a:cubicBezTo>
                    <a:cubicBezTo>
                      <a:pt x="13" y="0"/>
                      <a:pt x="26" y="2"/>
                      <a:pt x="27" y="9"/>
                    </a:cubicBezTo>
                    <a:cubicBezTo>
                      <a:pt x="28" y="13"/>
                      <a:pt x="24" y="15"/>
                      <a:pt x="22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î$1idè"/>
            <p:cNvGrpSpPr/>
            <p:nvPr/>
          </p:nvGrpSpPr>
          <p:grpSpPr>
            <a:xfrm>
              <a:off x="7561942" y="2580837"/>
              <a:ext cx="677905" cy="1186334"/>
              <a:chOff x="7344147" y="2674826"/>
              <a:chExt cx="624197" cy="1092345"/>
            </a:xfrm>
            <a:grpFill/>
          </p:grpSpPr>
          <p:sp>
            <p:nvSpPr>
              <p:cNvPr id="36" name="ïṩľiḓe"/>
              <p:cNvSpPr/>
              <p:nvPr/>
            </p:nvSpPr>
            <p:spPr bwMode="auto">
              <a:xfrm>
                <a:off x="7473788" y="2674826"/>
                <a:ext cx="494556" cy="734632"/>
              </a:xfrm>
              <a:custGeom>
                <a:avLst/>
                <a:gdLst>
                  <a:gd name="T0" fmla="*/ 42 w 99"/>
                  <a:gd name="T1" fmla="*/ 45 h 147"/>
                  <a:gd name="T2" fmla="*/ 93 w 99"/>
                  <a:gd name="T3" fmla="*/ 30 h 147"/>
                  <a:gd name="T4" fmla="*/ 65 w 99"/>
                  <a:gd name="T5" fmla="*/ 93 h 147"/>
                  <a:gd name="T6" fmla="*/ 99 w 99"/>
                  <a:gd name="T7" fmla="*/ 87 h 147"/>
                  <a:gd name="T8" fmla="*/ 57 w 99"/>
                  <a:gd name="T9" fmla="*/ 119 h 147"/>
                  <a:gd name="T10" fmla="*/ 34 w 99"/>
                  <a:gd name="T11" fmla="*/ 147 h 147"/>
                  <a:gd name="T12" fmla="*/ 35 w 99"/>
                  <a:gd name="T13" fmla="*/ 138 h 147"/>
                  <a:gd name="T14" fmla="*/ 18 w 99"/>
                  <a:gd name="T15" fmla="*/ 137 h 147"/>
                  <a:gd name="T16" fmla="*/ 28 w 99"/>
                  <a:gd name="T17" fmla="*/ 130 h 147"/>
                  <a:gd name="T18" fmla="*/ 47 w 99"/>
                  <a:gd name="T19" fmla="*/ 116 h 147"/>
                  <a:gd name="T20" fmla="*/ 78 w 99"/>
                  <a:gd name="T21" fmla="*/ 100 h 147"/>
                  <a:gd name="T22" fmla="*/ 44 w 99"/>
                  <a:gd name="T23" fmla="*/ 112 h 147"/>
                  <a:gd name="T24" fmla="*/ 11 w 99"/>
                  <a:gd name="T25" fmla="*/ 121 h 147"/>
                  <a:gd name="T26" fmla="*/ 41 w 99"/>
                  <a:gd name="T27" fmla="*/ 92 h 147"/>
                  <a:gd name="T28" fmla="*/ 28 w 99"/>
                  <a:gd name="T29" fmla="*/ 89 h 147"/>
                  <a:gd name="T30" fmla="*/ 5 w 99"/>
                  <a:gd name="T31" fmla="*/ 114 h 147"/>
                  <a:gd name="T32" fmla="*/ 18 w 99"/>
                  <a:gd name="T33" fmla="*/ 91 h 147"/>
                  <a:gd name="T34" fmla="*/ 20 w 99"/>
                  <a:gd name="T35" fmla="*/ 74 h 147"/>
                  <a:gd name="T36" fmla="*/ 15 w 99"/>
                  <a:gd name="T37" fmla="*/ 78 h 147"/>
                  <a:gd name="T38" fmla="*/ 0 w 99"/>
                  <a:gd name="T39" fmla="*/ 32 h 147"/>
                  <a:gd name="T40" fmla="*/ 7 w 99"/>
                  <a:gd name="T41" fmla="*/ 31 h 147"/>
                  <a:gd name="T42" fmla="*/ 23 w 99"/>
                  <a:gd name="T43" fmla="*/ 72 h 147"/>
                  <a:gd name="T44" fmla="*/ 31 w 99"/>
                  <a:gd name="T45" fmla="*/ 63 h 147"/>
                  <a:gd name="T46" fmla="*/ 27 w 99"/>
                  <a:gd name="T47" fmla="*/ 49 h 147"/>
                  <a:gd name="T48" fmla="*/ 34 w 99"/>
                  <a:gd name="T49" fmla="*/ 41 h 147"/>
                  <a:gd name="T50" fmla="*/ 43 w 99"/>
                  <a:gd name="T51" fmla="*/ 12 h 147"/>
                  <a:gd name="T52" fmla="*/ 42 w 99"/>
                  <a:gd name="T53" fmla="*/ 1 h 147"/>
                  <a:gd name="T54" fmla="*/ 46 w 99"/>
                  <a:gd name="T55" fmla="*/ 1 h 147"/>
                  <a:gd name="T56" fmla="*/ 61 w 99"/>
                  <a:gd name="T57" fmla="*/ 15 h 147"/>
                  <a:gd name="T58" fmla="*/ 42 w 99"/>
                  <a:gd name="T59" fmla="*/ 45 h 147"/>
                  <a:gd name="T60" fmla="*/ 56 w 99"/>
                  <a:gd name="T61" fmla="*/ 47 h 147"/>
                  <a:gd name="T62" fmla="*/ 66 w 99"/>
                  <a:gd name="T63" fmla="*/ 64 h 147"/>
                  <a:gd name="T64" fmla="*/ 61 w 99"/>
                  <a:gd name="T65" fmla="*/ 73 h 147"/>
                  <a:gd name="T66" fmla="*/ 58 w 99"/>
                  <a:gd name="T67" fmla="*/ 74 h 147"/>
                  <a:gd name="T68" fmla="*/ 55 w 99"/>
                  <a:gd name="T69" fmla="*/ 79 h 147"/>
                  <a:gd name="T70" fmla="*/ 46 w 99"/>
                  <a:gd name="T71" fmla="*/ 88 h 147"/>
                  <a:gd name="T72" fmla="*/ 48 w 99"/>
                  <a:gd name="T73" fmla="*/ 97 h 147"/>
                  <a:gd name="T74" fmla="*/ 77 w 99"/>
                  <a:gd name="T75" fmla="*/ 52 h 147"/>
                  <a:gd name="T76" fmla="*/ 79 w 99"/>
                  <a:gd name="T77" fmla="*/ 37 h 147"/>
                  <a:gd name="T78" fmla="*/ 56 w 99"/>
                  <a:gd name="T79" fmla="*/ 47 h 147"/>
                  <a:gd name="T80" fmla="*/ 36 w 99"/>
                  <a:gd name="T81" fmla="*/ 76 h 147"/>
                  <a:gd name="T82" fmla="*/ 42 w 99"/>
                  <a:gd name="T83" fmla="*/ 73 h 147"/>
                  <a:gd name="T84" fmla="*/ 43 w 99"/>
                  <a:gd name="T85" fmla="*/ 80 h 147"/>
                  <a:gd name="T86" fmla="*/ 52 w 99"/>
                  <a:gd name="T87" fmla="*/ 50 h 147"/>
                  <a:gd name="T88" fmla="*/ 44 w 99"/>
                  <a:gd name="T89" fmla="*/ 50 h 147"/>
                  <a:gd name="T90" fmla="*/ 36 w 99"/>
                  <a:gd name="T91" fmla="*/ 7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9" h="147">
                    <a:moveTo>
                      <a:pt x="42" y="45"/>
                    </a:moveTo>
                    <a:cubicBezTo>
                      <a:pt x="56" y="37"/>
                      <a:pt x="72" y="22"/>
                      <a:pt x="93" y="30"/>
                    </a:cubicBezTo>
                    <a:cubicBezTo>
                      <a:pt x="92" y="57"/>
                      <a:pt x="68" y="66"/>
                      <a:pt x="65" y="93"/>
                    </a:cubicBezTo>
                    <a:cubicBezTo>
                      <a:pt x="74" y="90"/>
                      <a:pt x="89" y="82"/>
                      <a:pt x="99" y="87"/>
                    </a:cubicBezTo>
                    <a:cubicBezTo>
                      <a:pt x="99" y="110"/>
                      <a:pt x="77" y="115"/>
                      <a:pt x="57" y="119"/>
                    </a:cubicBezTo>
                    <a:cubicBezTo>
                      <a:pt x="52" y="131"/>
                      <a:pt x="42" y="141"/>
                      <a:pt x="34" y="147"/>
                    </a:cubicBezTo>
                    <a:cubicBezTo>
                      <a:pt x="33" y="143"/>
                      <a:pt x="35" y="142"/>
                      <a:pt x="35" y="138"/>
                    </a:cubicBezTo>
                    <a:cubicBezTo>
                      <a:pt x="29" y="137"/>
                      <a:pt x="22" y="142"/>
                      <a:pt x="18" y="137"/>
                    </a:cubicBezTo>
                    <a:cubicBezTo>
                      <a:pt x="17" y="131"/>
                      <a:pt x="25" y="131"/>
                      <a:pt x="28" y="130"/>
                    </a:cubicBezTo>
                    <a:cubicBezTo>
                      <a:pt x="36" y="127"/>
                      <a:pt x="43" y="123"/>
                      <a:pt x="47" y="116"/>
                    </a:cubicBezTo>
                    <a:cubicBezTo>
                      <a:pt x="60" y="113"/>
                      <a:pt x="70" y="107"/>
                      <a:pt x="78" y="100"/>
                    </a:cubicBezTo>
                    <a:cubicBezTo>
                      <a:pt x="65" y="98"/>
                      <a:pt x="53" y="107"/>
                      <a:pt x="44" y="112"/>
                    </a:cubicBezTo>
                    <a:cubicBezTo>
                      <a:pt x="33" y="114"/>
                      <a:pt x="25" y="121"/>
                      <a:pt x="11" y="121"/>
                    </a:cubicBezTo>
                    <a:cubicBezTo>
                      <a:pt x="15" y="107"/>
                      <a:pt x="50" y="114"/>
                      <a:pt x="41" y="92"/>
                    </a:cubicBezTo>
                    <a:cubicBezTo>
                      <a:pt x="38" y="97"/>
                      <a:pt x="29" y="94"/>
                      <a:pt x="28" y="89"/>
                    </a:cubicBezTo>
                    <a:cubicBezTo>
                      <a:pt x="16" y="93"/>
                      <a:pt x="20" y="113"/>
                      <a:pt x="5" y="114"/>
                    </a:cubicBezTo>
                    <a:cubicBezTo>
                      <a:pt x="6" y="107"/>
                      <a:pt x="14" y="99"/>
                      <a:pt x="18" y="91"/>
                    </a:cubicBezTo>
                    <a:cubicBezTo>
                      <a:pt x="20" y="86"/>
                      <a:pt x="24" y="80"/>
                      <a:pt x="20" y="74"/>
                    </a:cubicBezTo>
                    <a:cubicBezTo>
                      <a:pt x="17" y="74"/>
                      <a:pt x="18" y="78"/>
                      <a:pt x="15" y="78"/>
                    </a:cubicBezTo>
                    <a:cubicBezTo>
                      <a:pt x="5" y="68"/>
                      <a:pt x="8" y="45"/>
                      <a:pt x="0" y="32"/>
                    </a:cubicBezTo>
                    <a:cubicBezTo>
                      <a:pt x="2" y="31"/>
                      <a:pt x="5" y="32"/>
                      <a:pt x="7" y="31"/>
                    </a:cubicBezTo>
                    <a:cubicBezTo>
                      <a:pt x="15" y="42"/>
                      <a:pt x="20" y="56"/>
                      <a:pt x="23" y="72"/>
                    </a:cubicBezTo>
                    <a:cubicBezTo>
                      <a:pt x="27" y="69"/>
                      <a:pt x="31" y="68"/>
                      <a:pt x="31" y="63"/>
                    </a:cubicBezTo>
                    <a:cubicBezTo>
                      <a:pt x="32" y="58"/>
                      <a:pt x="27" y="54"/>
                      <a:pt x="27" y="49"/>
                    </a:cubicBezTo>
                    <a:cubicBezTo>
                      <a:pt x="28" y="46"/>
                      <a:pt x="32" y="44"/>
                      <a:pt x="34" y="41"/>
                    </a:cubicBezTo>
                    <a:cubicBezTo>
                      <a:pt x="38" y="36"/>
                      <a:pt x="45" y="24"/>
                      <a:pt x="43" y="12"/>
                    </a:cubicBezTo>
                    <a:cubicBezTo>
                      <a:pt x="43" y="9"/>
                      <a:pt x="40" y="6"/>
                      <a:pt x="42" y="1"/>
                    </a:cubicBezTo>
                    <a:cubicBezTo>
                      <a:pt x="42" y="1"/>
                      <a:pt x="45" y="0"/>
                      <a:pt x="46" y="1"/>
                    </a:cubicBezTo>
                    <a:cubicBezTo>
                      <a:pt x="50" y="1"/>
                      <a:pt x="61" y="13"/>
                      <a:pt x="61" y="15"/>
                    </a:cubicBezTo>
                    <a:cubicBezTo>
                      <a:pt x="64" y="27"/>
                      <a:pt x="43" y="33"/>
                      <a:pt x="42" y="45"/>
                    </a:cubicBezTo>
                    <a:close/>
                    <a:moveTo>
                      <a:pt x="56" y="47"/>
                    </a:moveTo>
                    <a:cubicBezTo>
                      <a:pt x="59" y="53"/>
                      <a:pt x="64" y="57"/>
                      <a:pt x="66" y="64"/>
                    </a:cubicBezTo>
                    <a:cubicBezTo>
                      <a:pt x="64" y="67"/>
                      <a:pt x="64" y="70"/>
                      <a:pt x="61" y="73"/>
                    </a:cubicBezTo>
                    <a:cubicBezTo>
                      <a:pt x="61" y="74"/>
                      <a:pt x="59" y="73"/>
                      <a:pt x="58" y="74"/>
                    </a:cubicBezTo>
                    <a:cubicBezTo>
                      <a:pt x="57" y="75"/>
                      <a:pt x="56" y="78"/>
                      <a:pt x="55" y="79"/>
                    </a:cubicBezTo>
                    <a:cubicBezTo>
                      <a:pt x="51" y="82"/>
                      <a:pt x="46" y="83"/>
                      <a:pt x="46" y="88"/>
                    </a:cubicBezTo>
                    <a:cubicBezTo>
                      <a:pt x="46" y="91"/>
                      <a:pt x="50" y="93"/>
                      <a:pt x="48" y="97"/>
                    </a:cubicBezTo>
                    <a:cubicBezTo>
                      <a:pt x="62" y="86"/>
                      <a:pt x="68" y="68"/>
                      <a:pt x="77" y="52"/>
                    </a:cubicBezTo>
                    <a:cubicBezTo>
                      <a:pt x="77" y="46"/>
                      <a:pt x="80" y="41"/>
                      <a:pt x="79" y="37"/>
                    </a:cubicBezTo>
                    <a:cubicBezTo>
                      <a:pt x="71" y="38"/>
                      <a:pt x="61" y="41"/>
                      <a:pt x="56" y="47"/>
                    </a:cubicBezTo>
                    <a:close/>
                    <a:moveTo>
                      <a:pt x="36" y="76"/>
                    </a:moveTo>
                    <a:cubicBezTo>
                      <a:pt x="39" y="76"/>
                      <a:pt x="38" y="73"/>
                      <a:pt x="42" y="73"/>
                    </a:cubicBezTo>
                    <a:cubicBezTo>
                      <a:pt x="43" y="75"/>
                      <a:pt x="43" y="78"/>
                      <a:pt x="43" y="80"/>
                    </a:cubicBezTo>
                    <a:cubicBezTo>
                      <a:pt x="54" y="75"/>
                      <a:pt x="59" y="63"/>
                      <a:pt x="52" y="50"/>
                    </a:cubicBezTo>
                    <a:cubicBezTo>
                      <a:pt x="49" y="50"/>
                      <a:pt x="47" y="50"/>
                      <a:pt x="44" y="50"/>
                    </a:cubicBezTo>
                    <a:cubicBezTo>
                      <a:pt x="48" y="61"/>
                      <a:pt x="39" y="67"/>
                      <a:pt x="3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íṣlïḓê"/>
              <p:cNvSpPr/>
              <p:nvPr/>
            </p:nvSpPr>
            <p:spPr bwMode="auto">
              <a:xfrm>
                <a:off x="7440177" y="2998928"/>
                <a:ext cx="88827" cy="201664"/>
              </a:xfrm>
              <a:custGeom>
                <a:avLst/>
                <a:gdLst>
                  <a:gd name="T0" fmla="*/ 14 w 18"/>
                  <a:gd name="T1" fmla="*/ 37 h 40"/>
                  <a:gd name="T2" fmla="*/ 4 w 18"/>
                  <a:gd name="T3" fmla="*/ 40 h 40"/>
                  <a:gd name="T4" fmla="*/ 0 w 18"/>
                  <a:gd name="T5" fmla="*/ 1 h 40"/>
                  <a:gd name="T6" fmla="*/ 1 w 18"/>
                  <a:gd name="T7" fmla="*/ 1 h 40"/>
                  <a:gd name="T8" fmla="*/ 2 w 18"/>
                  <a:gd name="T9" fmla="*/ 0 h 40"/>
                  <a:gd name="T10" fmla="*/ 10 w 18"/>
                  <a:gd name="T11" fmla="*/ 14 h 40"/>
                  <a:gd name="T12" fmla="*/ 17 w 18"/>
                  <a:gd name="T13" fmla="*/ 22 h 40"/>
                  <a:gd name="T14" fmla="*/ 14 w 18"/>
                  <a:gd name="T15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" h="40">
                    <a:moveTo>
                      <a:pt x="14" y="37"/>
                    </a:moveTo>
                    <a:cubicBezTo>
                      <a:pt x="11" y="39"/>
                      <a:pt x="8" y="39"/>
                      <a:pt x="4" y="40"/>
                    </a:cubicBezTo>
                    <a:cubicBezTo>
                      <a:pt x="3" y="27"/>
                      <a:pt x="2" y="13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7" y="1"/>
                      <a:pt x="6" y="8"/>
                      <a:pt x="10" y="14"/>
                    </a:cubicBezTo>
                    <a:cubicBezTo>
                      <a:pt x="12" y="17"/>
                      <a:pt x="16" y="20"/>
                      <a:pt x="17" y="22"/>
                    </a:cubicBezTo>
                    <a:cubicBezTo>
                      <a:pt x="18" y="28"/>
                      <a:pt x="14" y="31"/>
                      <a:pt x="14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šlîḍê"/>
              <p:cNvSpPr/>
              <p:nvPr/>
            </p:nvSpPr>
            <p:spPr bwMode="auto">
              <a:xfrm>
                <a:off x="7344147" y="3241405"/>
                <a:ext cx="144046" cy="259282"/>
              </a:xfrm>
              <a:custGeom>
                <a:avLst/>
                <a:gdLst>
                  <a:gd name="T0" fmla="*/ 20 w 29"/>
                  <a:gd name="T1" fmla="*/ 0 h 52"/>
                  <a:gd name="T2" fmla="*/ 14 w 29"/>
                  <a:gd name="T3" fmla="*/ 32 h 52"/>
                  <a:gd name="T4" fmla="*/ 27 w 29"/>
                  <a:gd name="T5" fmla="*/ 19 h 52"/>
                  <a:gd name="T6" fmla="*/ 20 w 29"/>
                  <a:gd name="T7" fmla="*/ 42 h 52"/>
                  <a:gd name="T8" fmla="*/ 8 w 29"/>
                  <a:gd name="T9" fmla="*/ 52 h 52"/>
                  <a:gd name="T10" fmla="*/ 2 w 29"/>
                  <a:gd name="T11" fmla="*/ 30 h 52"/>
                  <a:gd name="T12" fmla="*/ 10 w 29"/>
                  <a:gd name="T13" fmla="*/ 16 h 52"/>
                  <a:gd name="T14" fmla="*/ 19 w 29"/>
                  <a:gd name="T15" fmla="*/ 0 h 52"/>
                  <a:gd name="T16" fmla="*/ 20 w 29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52">
                    <a:moveTo>
                      <a:pt x="20" y="0"/>
                    </a:moveTo>
                    <a:cubicBezTo>
                      <a:pt x="25" y="13"/>
                      <a:pt x="14" y="20"/>
                      <a:pt x="14" y="32"/>
                    </a:cubicBezTo>
                    <a:cubicBezTo>
                      <a:pt x="21" y="30"/>
                      <a:pt x="20" y="21"/>
                      <a:pt x="27" y="19"/>
                    </a:cubicBezTo>
                    <a:cubicBezTo>
                      <a:pt x="29" y="27"/>
                      <a:pt x="25" y="35"/>
                      <a:pt x="20" y="42"/>
                    </a:cubicBezTo>
                    <a:cubicBezTo>
                      <a:pt x="17" y="46"/>
                      <a:pt x="12" y="52"/>
                      <a:pt x="8" y="52"/>
                    </a:cubicBezTo>
                    <a:cubicBezTo>
                      <a:pt x="2" y="51"/>
                      <a:pt x="0" y="39"/>
                      <a:pt x="2" y="30"/>
                    </a:cubicBezTo>
                    <a:cubicBezTo>
                      <a:pt x="3" y="27"/>
                      <a:pt x="8" y="21"/>
                      <a:pt x="10" y="16"/>
                    </a:cubicBezTo>
                    <a:cubicBezTo>
                      <a:pt x="13" y="10"/>
                      <a:pt x="17" y="5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S1îḓe"/>
              <p:cNvSpPr/>
              <p:nvPr/>
            </p:nvSpPr>
            <p:spPr bwMode="auto">
              <a:xfrm>
                <a:off x="7473788" y="3344637"/>
                <a:ext cx="379320" cy="422534"/>
              </a:xfrm>
              <a:custGeom>
                <a:avLst/>
                <a:gdLst>
                  <a:gd name="T0" fmla="*/ 76 w 76"/>
                  <a:gd name="T1" fmla="*/ 6 h 84"/>
                  <a:gd name="T2" fmla="*/ 42 w 76"/>
                  <a:gd name="T3" fmla="*/ 22 h 84"/>
                  <a:gd name="T4" fmla="*/ 48 w 76"/>
                  <a:gd name="T5" fmla="*/ 57 h 84"/>
                  <a:gd name="T6" fmla="*/ 37 w 76"/>
                  <a:gd name="T7" fmla="*/ 84 h 84"/>
                  <a:gd name="T8" fmla="*/ 19 w 76"/>
                  <a:gd name="T9" fmla="*/ 74 h 84"/>
                  <a:gd name="T10" fmla="*/ 4 w 76"/>
                  <a:gd name="T11" fmla="*/ 59 h 84"/>
                  <a:gd name="T12" fmla="*/ 32 w 76"/>
                  <a:gd name="T13" fmla="*/ 64 h 84"/>
                  <a:gd name="T14" fmla="*/ 34 w 76"/>
                  <a:gd name="T15" fmla="*/ 25 h 84"/>
                  <a:gd name="T16" fmla="*/ 1 w 76"/>
                  <a:gd name="T17" fmla="*/ 32 h 84"/>
                  <a:gd name="T18" fmla="*/ 0 w 76"/>
                  <a:gd name="T19" fmla="*/ 26 h 84"/>
                  <a:gd name="T20" fmla="*/ 26 w 76"/>
                  <a:gd name="T21" fmla="*/ 20 h 84"/>
                  <a:gd name="T22" fmla="*/ 36 w 76"/>
                  <a:gd name="T23" fmla="*/ 15 h 84"/>
                  <a:gd name="T24" fmla="*/ 76 w 76"/>
                  <a:gd name="T25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4">
                    <a:moveTo>
                      <a:pt x="76" y="6"/>
                    </a:moveTo>
                    <a:cubicBezTo>
                      <a:pt x="75" y="22"/>
                      <a:pt x="55" y="18"/>
                      <a:pt x="42" y="22"/>
                    </a:cubicBezTo>
                    <a:cubicBezTo>
                      <a:pt x="44" y="33"/>
                      <a:pt x="48" y="45"/>
                      <a:pt x="48" y="57"/>
                    </a:cubicBezTo>
                    <a:cubicBezTo>
                      <a:pt x="48" y="68"/>
                      <a:pt x="42" y="78"/>
                      <a:pt x="37" y="84"/>
                    </a:cubicBezTo>
                    <a:cubicBezTo>
                      <a:pt x="31" y="83"/>
                      <a:pt x="25" y="78"/>
                      <a:pt x="19" y="74"/>
                    </a:cubicBezTo>
                    <a:cubicBezTo>
                      <a:pt x="13" y="69"/>
                      <a:pt x="7" y="65"/>
                      <a:pt x="4" y="59"/>
                    </a:cubicBezTo>
                    <a:cubicBezTo>
                      <a:pt x="13" y="61"/>
                      <a:pt x="22" y="66"/>
                      <a:pt x="32" y="64"/>
                    </a:cubicBezTo>
                    <a:cubicBezTo>
                      <a:pt x="34" y="52"/>
                      <a:pt x="35" y="40"/>
                      <a:pt x="34" y="25"/>
                    </a:cubicBezTo>
                    <a:cubicBezTo>
                      <a:pt x="25" y="27"/>
                      <a:pt x="13" y="39"/>
                      <a:pt x="1" y="32"/>
                    </a:cubicBezTo>
                    <a:cubicBezTo>
                      <a:pt x="0" y="30"/>
                      <a:pt x="0" y="28"/>
                      <a:pt x="0" y="26"/>
                    </a:cubicBezTo>
                    <a:cubicBezTo>
                      <a:pt x="9" y="23"/>
                      <a:pt x="17" y="23"/>
                      <a:pt x="26" y="20"/>
                    </a:cubicBezTo>
                    <a:cubicBezTo>
                      <a:pt x="29" y="19"/>
                      <a:pt x="33" y="17"/>
                      <a:pt x="36" y="15"/>
                    </a:cubicBezTo>
                    <a:cubicBezTo>
                      <a:pt x="46" y="10"/>
                      <a:pt x="63" y="0"/>
                      <a:pt x="76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7" name="ïŝḻïdè"/>
            <p:cNvGrpSpPr/>
            <p:nvPr/>
          </p:nvGrpSpPr>
          <p:grpSpPr>
            <a:xfrm>
              <a:off x="4649513" y="3946051"/>
              <a:ext cx="3567404" cy="243887"/>
              <a:chOff x="4649503" y="3967974"/>
              <a:chExt cx="3246722" cy="221964"/>
            </a:xfrm>
            <a:grpFill/>
          </p:grpSpPr>
          <p:sp>
            <p:nvSpPr>
              <p:cNvPr id="18" name="í$ḻiḓé"/>
              <p:cNvSpPr/>
              <p:nvPr/>
            </p:nvSpPr>
            <p:spPr bwMode="auto">
              <a:xfrm>
                <a:off x="4649503" y="3999310"/>
                <a:ext cx="169736" cy="190628"/>
              </a:xfrm>
              <a:custGeom>
                <a:avLst/>
                <a:gdLst>
                  <a:gd name="T0" fmla="*/ 29 w 31"/>
                  <a:gd name="T1" fmla="*/ 12 h 35"/>
                  <a:gd name="T2" fmla="*/ 18 w 31"/>
                  <a:gd name="T3" fmla="*/ 2 h 35"/>
                  <a:gd name="T4" fmla="*/ 10 w 31"/>
                  <a:gd name="T5" fmla="*/ 5 h 35"/>
                  <a:gd name="T6" fmla="*/ 6 w 31"/>
                  <a:gd name="T7" fmla="*/ 18 h 35"/>
                  <a:gd name="T8" fmla="*/ 19 w 31"/>
                  <a:gd name="T9" fmla="*/ 33 h 35"/>
                  <a:gd name="T10" fmla="*/ 30 w 31"/>
                  <a:gd name="T11" fmla="*/ 28 h 35"/>
                  <a:gd name="T12" fmla="*/ 31 w 31"/>
                  <a:gd name="T13" fmla="*/ 29 h 35"/>
                  <a:gd name="T14" fmla="*/ 17 w 31"/>
                  <a:gd name="T15" fmla="*/ 35 h 35"/>
                  <a:gd name="T16" fmla="*/ 0 w 31"/>
                  <a:gd name="T17" fmla="*/ 18 h 35"/>
                  <a:gd name="T18" fmla="*/ 17 w 31"/>
                  <a:gd name="T19" fmla="*/ 0 h 35"/>
                  <a:gd name="T20" fmla="*/ 25 w 31"/>
                  <a:gd name="T21" fmla="*/ 1 h 35"/>
                  <a:gd name="T22" fmla="*/ 27 w 31"/>
                  <a:gd name="T23" fmla="*/ 2 h 35"/>
                  <a:gd name="T24" fmla="*/ 29 w 31"/>
                  <a:gd name="T25" fmla="*/ 0 h 35"/>
                  <a:gd name="T26" fmla="*/ 30 w 31"/>
                  <a:gd name="T27" fmla="*/ 0 h 35"/>
                  <a:gd name="T28" fmla="*/ 31 w 31"/>
                  <a:gd name="T29" fmla="*/ 12 h 35"/>
                  <a:gd name="T30" fmla="*/ 29 w 31"/>
                  <a:gd name="T31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" h="35">
                    <a:moveTo>
                      <a:pt x="29" y="12"/>
                    </a:moveTo>
                    <a:cubicBezTo>
                      <a:pt x="28" y="5"/>
                      <a:pt x="24" y="2"/>
                      <a:pt x="18" y="2"/>
                    </a:cubicBezTo>
                    <a:cubicBezTo>
                      <a:pt x="15" y="2"/>
                      <a:pt x="12" y="3"/>
                      <a:pt x="10" y="5"/>
                    </a:cubicBezTo>
                    <a:cubicBezTo>
                      <a:pt x="7" y="8"/>
                      <a:pt x="6" y="12"/>
                      <a:pt x="6" y="18"/>
                    </a:cubicBezTo>
                    <a:cubicBezTo>
                      <a:pt x="6" y="28"/>
                      <a:pt x="10" y="33"/>
                      <a:pt x="19" y="33"/>
                    </a:cubicBezTo>
                    <a:cubicBezTo>
                      <a:pt x="23" y="33"/>
                      <a:pt x="27" y="32"/>
                      <a:pt x="30" y="28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8" y="33"/>
                      <a:pt x="23" y="35"/>
                      <a:pt x="17" y="35"/>
                    </a:cubicBezTo>
                    <a:cubicBezTo>
                      <a:pt x="6" y="35"/>
                      <a:pt x="0" y="29"/>
                      <a:pt x="0" y="18"/>
                    </a:cubicBezTo>
                    <a:cubicBezTo>
                      <a:pt x="0" y="7"/>
                      <a:pt x="6" y="1"/>
                      <a:pt x="17" y="0"/>
                    </a:cubicBezTo>
                    <a:cubicBezTo>
                      <a:pt x="20" y="0"/>
                      <a:pt x="22" y="0"/>
                      <a:pt x="25" y="1"/>
                    </a:cubicBezTo>
                    <a:cubicBezTo>
                      <a:pt x="26" y="1"/>
                      <a:pt x="26" y="2"/>
                      <a:pt x="27" y="2"/>
                    </a:cubicBezTo>
                    <a:cubicBezTo>
                      <a:pt x="28" y="2"/>
                      <a:pt x="29" y="1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12"/>
                      <a:pt x="29" y="12"/>
                      <a:pt x="29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ľîḓé"/>
              <p:cNvSpPr/>
              <p:nvPr/>
            </p:nvSpPr>
            <p:spPr bwMode="auto">
              <a:xfrm>
                <a:off x="4834910" y="4004533"/>
                <a:ext cx="190628" cy="185405"/>
              </a:xfrm>
              <a:custGeom>
                <a:avLst/>
                <a:gdLst>
                  <a:gd name="T0" fmla="*/ 0 w 35"/>
                  <a:gd name="T1" fmla="*/ 33 h 34"/>
                  <a:gd name="T2" fmla="*/ 4 w 35"/>
                  <a:gd name="T3" fmla="*/ 32 h 34"/>
                  <a:gd name="T4" fmla="*/ 4 w 35"/>
                  <a:gd name="T5" fmla="*/ 28 h 34"/>
                  <a:gd name="T6" fmla="*/ 4 w 35"/>
                  <a:gd name="T7" fmla="*/ 5 h 34"/>
                  <a:gd name="T8" fmla="*/ 4 w 35"/>
                  <a:gd name="T9" fmla="*/ 2 h 34"/>
                  <a:gd name="T10" fmla="*/ 0 w 35"/>
                  <a:gd name="T11" fmla="*/ 1 h 34"/>
                  <a:gd name="T12" fmla="*/ 0 w 35"/>
                  <a:gd name="T13" fmla="*/ 0 h 34"/>
                  <a:gd name="T14" fmla="*/ 14 w 35"/>
                  <a:gd name="T15" fmla="*/ 0 h 34"/>
                  <a:gd name="T16" fmla="*/ 14 w 35"/>
                  <a:gd name="T17" fmla="*/ 1 h 34"/>
                  <a:gd name="T18" fmla="*/ 11 w 35"/>
                  <a:gd name="T19" fmla="*/ 2 h 34"/>
                  <a:gd name="T20" fmla="*/ 10 w 35"/>
                  <a:gd name="T21" fmla="*/ 5 h 34"/>
                  <a:gd name="T22" fmla="*/ 10 w 35"/>
                  <a:gd name="T23" fmla="*/ 15 h 34"/>
                  <a:gd name="T24" fmla="*/ 25 w 35"/>
                  <a:gd name="T25" fmla="*/ 15 h 34"/>
                  <a:gd name="T26" fmla="*/ 25 w 35"/>
                  <a:gd name="T27" fmla="*/ 5 h 34"/>
                  <a:gd name="T28" fmla="*/ 25 w 35"/>
                  <a:gd name="T29" fmla="*/ 2 h 34"/>
                  <a:gd name="T30" fmla="*/ 21 w 35"/>
                  <a:gd name="T31" fmla="*/ 1 h 34"/>
                  <a:gd name="T32" fmla="*/ 21 w 35"/>
                  <a:gd name="T33" fmla="*/ 0 h 34"/>
                  <a:gd name="T34" fmla="*/ 35 w 35"/>
                  <a:gd name="T35" fmla="*/ 0 h 34"/>
                  <a:gd name="T36" fmla="*/ 35 w 35"/>
                  <a:gd name="T37" fmla="*/ 1 h 34"/>
                  <a:gd name="T38" fmla="*/ 32 w 35"/>
                  <a:gd name="T39" fmla="*/ 2 h 34"/>
                  <a:gd name="T40" fmla="*/ 31 w 35"/>
                  <a:gd name="T41" fmla="*/ 5 h 34"/>
                  <a:gd name="T42" fmla="*/ 31 w 35"/>
                  <a:gd name="T43" fmla="*/ 28 h 34"/>
                  <a:gd name="T44" fmla="*/ 32 w 35"/>
                  <a:gd name="T45" fmla="*/ 32 h 34"/>
                  <a:gd name="T46" fmla="*/ 35 w 35"/>
                  <a:gd name="T47" fmla="*/ 33 h 34"/>
                  <a:gd name="T48" fmla="*/ 35 w 35"/>
                  <a:gd name="T49" fmla="*/ 34 h 34"/>
                  <a:gd name="T50" fmla="*/ 21 w 35"/>
                  <a:gd name="T51" fmla="*/ 34 h 34"/>
                  <a:gd name="T52" fmla="*/ 21 w 35"/>
                  <a:gd name="T53" fmla="*/ 33 h 34"/>
                  <a:gd name="T54" fmla="*/ 25 w 35"/>
                  <a:gd name="T55" fmla="*/ 32 h 34"/>
                  <a:gd name="T56" fmla="*/ 25 w 35"/>
                  <a:gd name="T57" fmla="*/ 28 h 34"/>
                  <a:gd name="T58" fmla="*/ 25 w 35"/>
                  <a:gd name="T59" fmla="*/ 18 h 34"/>
                  <a:gd name="T60" fmla="*/ 10 w 35"/>
                  <a:gd name="T61" fmla="*/ 18 h 34"/>
                  <a:gd name="T62" fmla="*/ 10 w 35"/>
                  <a:gd name="T63" fmla="*/ 28 h 34"/>
                  <a:gd name="T64" fmla="*/ 11 w 35"/>
                  <a:gd name="T65" fmla="*/ 32 h 34"/>
                  <a:gd name="T66" fmla="*/ 14 w 35"/>
                  <a:gd name="T67" fmla="*/ 33 h 34"/>
                  <a:gd name="T68" fmla="*/ 14 w 35"/>
                  <a:gd name="T69" fmla="*/ 34 h 34"/>
                  <a:gd name="T70" fmla="*/ 0 w 35"/>
                  <a:gd name="T71" fmla="*/ 34 h 34"/>
                  <a:gd name="T72" fmla="*/ 0 w 35"/>
                  <a:gd name="T7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" h="34">
                    <a:moveTo>
                      <a:pt x="0" y="33"/>
                    </a:move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2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3"/>
                      <a:pt x="25" y="2"/>
                      <a:pt x="25" y="2"/>
                    </a:cubicBezTo>
                    <a:cubicBezTo>
                      <a:pt x="24" y="1"/>
                      <a:pt x="23" y="1"/>
                      <a:pt x="21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3" y="1"/>
                      <a:pt x="32" y="1"/>
                      <a:pt x="32" y="2"/>
                    </a:cubicBezTo>
                    <a:cubicBezTo>
                      <a:pt x="31" y="2"/>
                      <a:pt x="31" y="3"/>
                      <a:pt x="31" y="5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1" y="30"/>
                      <a:pt x="31" y="31"/>
                      <a:pt x="32" y="32"/>
                    </a:cubicBezTo>
                    <a:cubicBezTo>
                      <a:pt x="32" y="33"/>
                      <a:pt x="34" y="33"/>
                      <a:pt x="35" y="33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3" y="33"/>
                      <a:pt x="24" y="32"/>
                      <a:pt x="25" y="32"/>
                    </a:cubicBezTo>
                    <a:cubicBezTo>
                      <a:pt x="25" y="31"/>
                      <a:pt x="25" y="30"/>
                      <a:pt x="25" y="2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2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îṥļíḑè"/>
              <p:cNvSpPr/>
              <p:nvPr/>
            </p:nvSpPr>
            <p:spPr bwMode="auto">
              <a:xfrm>
                <a:off x="5035981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5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0 w 36"/>
                  <a:gd name="T21" fmla="*/ 34 h 35"/>
                  <a:gd name="T22" fmla="*/ 10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3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2 w 36"/>
                  <a:gd name="T47" fmla="*/ 22 h 35"/>
                  <a:gd name="T48" fmla="*/ 17 w 36"/>
                  <a:gd name="T49" fmla="*/ 7 h 35"/>
                  <a:gd name="T50" fmla="*/ 10 w 36"/>
                  <a:gd name="T51" fmla="*/ 22 h 35"/>
                  <a:gd name="T52" fmla="*/ 22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6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5" y="29"/>
                      <a:pt x="25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0" y="34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3" y="32"/>
                      <a:pt x="5" y="30"/>
                      <a:pt x="6" y="26"/>
                    </a:cubicBezTo>
                    <a:cubicBezTo>
                      <a:pt x="6" y="26"/>
                      <a:pt x="6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3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2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22" y="22"/>
                      <a:pt x="22" y="22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ŝliḍé"/>
              <p:cNvSpPr/>
              <p:nvPr/>
            </p:nvSpPr>
            <p:spPr bwMode="auto">
              <a:xfrm>
                <a:off x="5237055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3 w 36"/>
                  <a:gd name="T3" fmla="*/ 2 h 34"/>
                  <a:gd name="T4" fmla="*/ 32 w 36"/>
                  <a:gd name="T5" fmla="*/ 7 h 34"/>
                  <a:gd name="T6" fmla="*/ 32 w 36"/>
                  <a:gd name="T7" fmla="*/ 34 h 34"/>
                  <a:gd name="T8" fmla="*/ 31 w 36"/>
                  <a:gd name="T9" fmla="*/ 34 h 34"/>
                  <a:gd name="T10" fmla="*/ 8 w 36"/>
                  <a:gd name="T11" fmla="*/ 6 h 34"/>
                  <a:gd name="T12" fmla="*/ 8 w 36"/>
                  <a:gd name="T13" fmla="*/ 6 h 34"/>
                  <a:gd name="T14" fmla="*/ 8 w 36"/>
                  <a:gd name="T15" fmla="*/ 26 h 34"/>
                  <a:gd name="T16" fmla="*/ 9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ŝļiďè"/>
              <p:cNvSpPr/>
              <p:nvPr/>
            </p:nvSpPr>
            <p:spPr bwMode="auto">
              <a:xfrm>
                <a:off x="5443350" y="3999310"/>
                <a:ext cx="195850" cy="190628"/>
              </a:xfrm>
              <a:custGeom>
                <a:avLst/>
                <a:gdLst>
                  <a:gd name="T0" fmla="*/ 36 w 36"/>
                  <a:gd name="T1" fmla="*/ 18 h 35"/>
                  <a:gd name="T2" fmla="*/ 33 w 36"/>
                  <a:gd name="T3" fmla="*/ 18 h 35"/>
                  <a:gd name="T4" fmla="*/ 32 w 36"/>
                  <a:gd name="T5" fmla="*/ 22 h 35"/>
                  <a:gd name="T6" fmla="*/ 32 w 36"/>
                  <a:gd name="T7" fmla="*/ 32 h 35"/>
                  <a:gd name="T8" fmla="*/ 20 w 36"/>
                  <a:gd name="T9" fmla="*/ 35 h 35"/>
                  <a:gd name="T10" fmla="*/ 5 w 36"/>
                  <a:gd name="T11" fmla="*/ 30 h 35"/>
                  <a:gd name="T12" fmla="*/ 1 w 36"/>
                  <a:gd name="T13" fmla="*/ 17 h 35"/>
                  <a:gd name="T14" fmla="*/ 19 w 36"/>
                  <a:gd name="T15" fmla="*/ 0 h 35"/>
                  <a:gd name="T16" fmla="*/ 26 w 36"/>
                  <a:gd name="T17" fmla="*/ 1 h 35"/>
                  <a:gd name="T18" fmla="*/ 28 w 36"/>
                  <a:gd name="T19" fmla="*/ 2 h 35"/>
                  <a:gd name="T20" fmla="*/ 30 w 36"/>
                  <a:gd name="T21" fmla="*/ 0 h 35"/>
                  <a:gd name="T22" fmla="*/ 31 w 36"/>
                  <a:gd name="T23" fmla="*/ 0 h 35"/>
                  <a:gd name="T24" fmla="*/ 32 w 36"/>
                  <a:gd name="T25" fmla="*/ 11 h 35"/>
                  <a:gd name="T26" fmla="*/ 30 w 36"/>
                  <a:gd name="T27" fmla="*/ 11 h 35"/>
                  <a:gd name="T28" fmla="*/ 19 w 36"/>
                  <a:gd name="T29" fmla="*/ 2 h 35"/>
                  <a:gd name="T30" fmla="*/ 7 w 36"/>
                  <a:gd name="T31" fmla="*/ 18 h 35"/>
                  <a:gd name="T32" fmla="*/ 20 w 36"/>
                  <a:gd name="T33" fmla="*/ 34 h 35"/>
                  <a:gd name="T34" fmla="*/ 27 w 36"/>
                  <a:gd name="T35" fmla="*/ 31 h 35"/>
                  <a:gd name="T36" fmla="*/ 27 w 36"/>
                  <a:gd name="T37" fmla="*/ 22 h 35"/>
                  <a:gd name="T38" fmla="*/ 26 w 36"/>
                  <a:gd name="T39" fmla="*/ 18 h 35"/>
                  <a:gd name="T40" fmla="*/ 23 w 36"/>
                  <a:gd name="T41" fmla="*/ 18 h 35"/>
                  <a:gd name="T42" fmla="*/ 23 w 36"/>
                  <a:gd name="T43" fmla="*/ 17 h 35"/>
                  <a:gd name="T44" fmla="*/ 36 w 36"/>
                  <a:gd name="T45" fmla="*/ 17 h 35"/>
                  <a:gd name="T46" fmla="*/ 36 w 36"/>
                  <a:gd name="T47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5">
                    <a:moveTo>
                      <a:pt x="36" y="18"/>
                    </a:moveTo>
                    <a:cubicBezTo>
                      <a:pt x="34" y="18"/>
                      <a:pt x="34" y="18"/>
                      <a:pt x="33" y="18"/>
                    </a:cubicBezTo>
                    <a:cubicBezTo>
                      <a:pt x="33" y="19"/>
                      <a:pt x="32" y="20"/>
                      <a:pt x="32" y="2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29" y="34"/>
                      <a:pt x="25" y="35"/>
                      <a:pt x="20" y="35"/>
                    </a:cubicBezTo>
                    <a:cubicBezTo>
                      <a:pt x="13" y="35"/>
                      <a:pt x="8" y="34"/>
                      <a:pt x="5" y="30"/>
                    </a:cubicBezTo>
                    <a:cubicBezTo>
                      <a:pt x="2" y="27"/>
                      <a:pt x="0" y="23"/>
                      <a:pt x="1" y="17"/>
                    </a:cubicBezTo>
                    <a:cubicBezTo>
                      <a:pt x="2" y="7"/>
                      <a:pt x="8" y="1"/>
                      <a:pt x="19" y="0"/>
                    </a:cubicBezTo>
                    <a:cubicBezTo>
                      <a:pt x="21" y="0"/>
                      <a:pt x="23" y="0"/>
                      <a:pt x="26" y="1"/>
                    </a:cubicBezTo>
                    <a:cubicBezTo>
                      <a:pt x="27" y="1"/>
                      <a:pt x="27" y="2"/>
                      <a:pt x="28" y="2"/>
                    </a:cubicBezTo>
                    <a:cubicBezTo>
                      <a:pt x="29" y="1"/>
                      <a:pt x="30" y="1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8" y="5"/>
                      <a:pt x="25" y="2"/>
                      <a:pt x="19" y="2"/>
                    </a:cubicBezTo>
                    <a:cubicBezTo>
                      <a:pt x="11" y="3"/>
                      <a:pt x="7" y="8"/>
                      <a:pt x="7" y="18"/>
                    </a:cubicBezTo>
                    <a:cubicBezTo>
                      <a:pt x="7" y="28"/>
                      <a:pt x="11" y="33"/>
                      <a:pt x="20" y="34"/>
                    </a:cubicBezTo>
                    <a:cubicBezTo>
                      <a:pt x="24" y="33"/>
                      <a:pt x="27" y="32"/>
                      <a:pt x="27" y="3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0"/>
                      <a:pt x="27" y="19"/>
                      <a:pt x="26" y="18"/>
                    </a:cubicBezTo>
                    <a:cubicBezTo>
                      <a:pt x="26" y="18"/>
                      <a:pt x="25" y="18"/>
                      <a:pt x="23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8"/>
                      <a:pt x="36" y="18"/>
                      <a:pt x="3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ṩḷiḓé"/>
              <p:cNvSpPr/>
              <p:nvPr/>
            </p:nvSpPr>
            <p:spPr bwMode="auto">
              <a:xfrm>
                <a:off x="5691429" y="3967974"/>
                <a:ext cx="39170" cy="80952"/>
              </a:xfrm>
              <a:custGeom>
                <a:avLst/>
                <a:gdLst>
                  <a:gd name="T0" fmla="*/ 0 w 7"/>
                  <a:gd name="T1" fmla="*/ 14 h 15"/>
                  <a:gd name="T2" fmla="*/ 4 w 7"/>
                  <a:gd name="T3" fmla="*/ 7 h 15"/>
                  <a:gd name="T4" fmla="*/ 0 w 7"/>
                  <a:gd name="T5" fmla="*/ 4 h 15"/>
                  <a:gd name="T6" fmla="*/ 3 w 7"/>
                  <a:gd name="T7" fmla="*/ 1 h 15"/>
                  <a:gd name="T8" fmla="*/ 7 w 7"/>
                  <a:gd name="T9" fmla="*/ 6 h 15"/>
                  <a:gd name="T10" fmla="*/ 1 w 7"/>
                  <a:gd name="T11" fmla="*/ 15 h 15"/>
                  <a:gd name="T12" fmla="*/ 0 w 7"/>
                  <a:gd name="T13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5">
                    <a:moveTo>
                      <a:pt x="0" y="14"/>
                    </a:moveTo>
                    <a:cubicBezTo>
                      <a:pt x="3" y="12"/>
                      <a:pt x="4" y="10"/>
                      <a:pt x="4" y="7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6" y="1"/>
                      <a:pt x="7" y="3"/>
                      <a:pt x="7" y="6"/>
                    </a:cubicBezTo>
                    <a:cubicBezTo>
                      <a:pt x="7" y="10"/>
                      <a:pt x="4" y="13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$ḷíďè"/>
              <p:cNvSpPr/>
              <p:nvPr/>
            </p:nvSpPr>
            <p:spPr bwMode="auto">
              <a:xfrm>
                <a:off x="5720212" y="3999310"/>
                <a:ext cx="195850" cy="190628"/>
              </a:xfrm>
              <a:custGeom>
                <a:avLst/>
                <a:gdLst>
                  <a:gd name="T0" fmla="*/ 36 w 36"/>
                  <a:gd name="T1" fmla="*/ 35 h 35"/>
                  <a:gd name="T2" fmla="*/ 23 w 36"/>
                  <a:gd name="T3" fmla="*/ 35 h 35"/>
                  <a:gd name="T4" fmla="*/ 23 w 36"/>
                  <a:gd name="T5" fmla="*/ 34 h 35"/>
                  <a:gd name="T6" fmla="*/ 26 w 36"/>
                  <a:gd name="T7" fmla="*/ 32 h 35"/>
                  <a:gd name="T8" fmla="*/ 26 w 36"/>
                  <a:gd name="T9" fmla="*/ 30 h 35"/>
                  <a:gd name="T10" fmla="*/ 26 w 36"/>
                  <a:gd name="T11" fmla="*/ 29 h 35"/>
                  <a:gd name="T12" fmla="*/ 23 w 36"/>
                  <a:gd name="T13" fmla="*/ 24 h 35"/>
                  <a:gd name="T14" fmla="*/ 10 w 36"/>
                  <a:gd name="T15" fmla="*/ 24 h 35"/>
                  <a:gd name="T16" fmla="*/ 7 w 36"/>
                  <a:gd name="T17" fmla="*/ 30 h 35"/>
                  <a:gd name="T18" fmla="*/ 7 w 36"/>
                  <a:gd name="T19" fmla="*/ 32 h 35"/>
                  <a:gd name="T20" fmla="*/ 11 w 36"/>
                  <a:gd name="T21" fmla="*/ 34 h 35"/>
                  <a:gd name="T22" fmla="*/ 11 w 36"/>
                  <a:gd name="T23" fmla="*/ 35 h 35"/>
                  <a:gd name="T24" fmla="*/ 0 w 36"/>
                  <a:gd name="T25" fmla="*/ 35 h 35"/>
                  <a:gd name="T26" fmla="*/ 0 w 36"/>
                  <a:gd name="T27" fmla="*/ 34 h 35"/>
                  <a:gd name="T28" fmla="*/ 3 w 36"/>
                  <a:gd name="T29" fmla="*/ 33 h 35"/>
                  <a:gd name="T30" fmla="*/ 6 w 36"/>
                  <a:gd name="T31" fmla="*/ 26 h 35"/>
                  <a:gd name="T32" fmla="*/ 7 w 36"/>
                  <a:gd name="T33" fmla="*/ 25 h 35"/>
                  <a:gd name="T34" fmla="*/ 17 w 36"/>
                  <a:gd name="T35" fmla="*/ 0 h 35"/>
                  <a:gd name="T36" fmla="*/ 18 w 36"/>
                  <a:gd name="T37" fmla="*/ 0 h 35"/>
                  <a:gd name="T38" fmla="*/ 31 w 36"/>
                  <a:gd name="T39" fmla="*/ 30 h 35"/>
                  <a:gd name="T40" fmla="*/ 34 w 36"/>
                  <a:gd name="T41" fmla="*/ 33 h 35"/>
                  <a:gd name="T42" fmla="*/ 36 w 36"/>
                  <a:gd name="T43" fmla="*/ 34 h 35"/>
                  <a:gd name="T44" fmla="*/ 36 w 36"/>
                  <a:gd name="T45" fmla="*/ 35 h 35"/>
                  <a:gd name="T46" fmla="*/ 23 w 36"/>
                  <a:gd name="T47" fmla="*/ 22 h 35"/>
                  <a:gd name="T48" fmla="*/ 17 w 36"/>
                  <a:gd name="T49" fmla="*/ 7 h 35"/>
                  <a:gd name="T50" fmla="*/ 11 w 36"/>
                  <a:gd name="T51" fmla="*/ 22 h 35"/>
                  <a:gd name="T52" fmla="*/ 23 w 36"/>
                  <a:gd name="T5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5">
                    <a:moveTo>
                      <a:pt x="36" y="35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5" y="34"/>
                      <a:pt x="27" y="33"/>
                      <a:pt x="26" y="32"/>
                    </a:cubicBezTo>
                    <a:cubicBezTo>
                      <a:pt x="26" y="32"/>
                      <a:pt x="26" y="31"/>
                      <a:pt x="26" y="30"/>
                    </a:cubicBezTo>
                    <a:cubicBezTo>
                      <a:pt x="26" y="29"/>
                      <a:pt x="26" y="29"/>
                      <a:pt x="26" y="29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2"/>
                    </a:cubicBezTo>
                    <a:cubicBezTo>
                      <a:pt x="7" y="33"/>
                      <a:pt x="8" y="34"/>
                      <a:pt x="11" y="34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2" y="34"/>
                      <a:pt x="3" y="33"/>
                    </a:cubicBezTo>
                    <a:cubicBezTo>
                      <a:pt x="4" y="32"/>
                      <a:pt x="5" y="30"/>
                      <a:pt x="6" y="26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2" y="31"/>
                      <a:pt x="33" y="33"/>
                      <a:pt x="34" y="33"/>
                    </a:cubicBezTo>
                    <a:cubicBezTo>
                      <a:pt x="34" y="34"/>
                      <a:pt x="35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lose/>
                    <a:moveTo>
                      <a:pt x="23" y="22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ś1îdê"/>
              <p:cNvSpPr/>
              <p:nvPr/>
            </p:nvSpPr>
            <p:spPr bwMode="auto">
              <a:xfrm>
                <a:off x="5921284" y="4004533"/>
                <a:ext cx="201072" cy="185405"/>
              </a:xfrm>
              <a:custGeom>
                <a:avLst/>
                <a:gdLst>
                  <a:gd name="T0" fmla="*/ 37 w 37"/>
                  <a:gd name="T1" fmla="*/ 1 h 34"/>
                  <a:gd name="T2" fmla="*/ 33 w 37"/>
                  <a:gd name="T3" fmla="*/ 2 h 34"/>
                  <a:gd name="T4" fmla="*/ 32 w 37"/>
                  <a:gd name="T5" fmla="*/ 7 h 34"/>
                  <a:gd name="T6" fmla="*/ 32 w 37"/>
                  <a:gd name="T7" fmla="*/ 34 h 34"/>
                  <a:gd name="T8" fmla="*/ 31 w 37"/>
                  <a:gd name="T9" fmla="*/ 34 h 34"/>
                  <a:gd name="T10" fmla="*/ 8 w 37"/>
                  <a:gd name="T11" fmla="*/ 6 h 34"/>
                  <a:gd name="T12" fmla="*/ 8 w 37"/>
                  <a:gd name="T13" fmla="*/ 6 h 34"/>
                  <a:gd name="T14" fmla="*/ 8 w 37"/>
                  <a:gd name="T15" fmla="*/ 26 h 34"/>
                  <a:gd name="T16" fmla="*/ 9 w 37"/>
                  <a:gd name="T17" fmla="*/ 32 h 34"/>
                  <a:gd name="T18" fmla="*/ 13 w 37"/>
                  <a:gd name="T19" fmla="*/ 33 h 34"/>
                  <a:gd name="T20" fmla="*/ 13 w 37"/>
                  <a:gd name="T21" fmla="*/ 34 h 34"/>
                  <a:gd name="T22" fmla="*/ 0 w 37"/>
                  <a:gd name="T23" fmla="*/ 34 h 34"/>
                  <a:gd name="T24" fmla="*/ 0 w 37"/>
                  <a:gd name="T25" fmla="*/ 33 h 34"/>
                  <a:gd name="T26" fmla="*/ 4 w 37"/>
                  <a:gd name="T27" fmla="*/ 32 h 34"/>
                  <a:gd name="T28" fmla="*/ 5 w 37"/>
                  <a:gd name="T29" fmla="*/ 26 h 34"/>
                  <a:gd name="T30" fmla="*/ 5 w 37"/>
                  <a:gd name="T31" fmla="*/ 3 h 34"/>
                  <a:gd name="T32" fmla="*/ 0 w 37"/>
                  <a:gd name="T33" fmla="*/ 1 h 34"/>
                  <a:gd name="T34" fmla="*/ 0 w 37"/>
                  <a:gd name="T35" fmla="*/ 0 h 34"/>
                  <a:gd name="T36" fmla="*/ 9 w 37"/>
                  <a:gd name="T37" fmla="*/ 0 h 34"/>
                  <a:gd name="T38" fmla="*/ 29 w 37"/>
                  <a:gd name="T39" fmla="*/ 25 h 34"/>
                  <a:gd name="T40" fmla="*/ 29 w 37"/>
                  <a:gd name="T41" fmla="*/ 7 h 34"/>
                  <a:gd name="T42" fmla="*/ 28 w 37"/>
                  <a:gd name="T43" fmla="*/ 2 h 34"/>
                  <a:gd name="T44" fmla="*/ 24 w 37"/>
                  <a:gd name="T45" fmla="*/ 1 h 34"/>
                  <a:gd name="T46" fmla="*/ 24 w 37"/>
                  <a:gd name="T47" fmla="*/ 0 h 34"/>
                  <a:gd name="T48" fmla="*/ 37 w 37"/>
                  <a:gd name="T49" fmla="*/ 0 h 34"/>
                  <a:gd name="T50" fmla="*/ 37 w 37"/>
                  <a:gd name="T51" fmla="*/ 0 h 34"/>
                  <a:gd name="T52" fmla="*/ 37 w 37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" h="34">
                    <a:moveTo>
                      <a:pt x="37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3"/>
                      <a:pt x="32" y="5"/>
                      <a:pt x="32" y="7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9"/>
                      <a:pt x="8" y="31"/>
                      <a:pt x="9" y="32"/>
                    </a:cubicBezTo>
                    <a:cubicBezTo>
                      <a:pt x="9" y="32"/>
                      <a:pt x="11" y="33"/>
                      <a:pt x="13" y="3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7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ṧļîḓe"/>
              <p:cNvSpPr/>
              <p:nvPr/>
            </p:nvSpPr>
            <p:spPr bwMode="auto">
              <a:xfrm>
                <a:off x="6217136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21 h 34"/>
                  <a:gd name="T8" fmla="*/ 17 w 36"/>
                  <a:gd name="T9" fmla="*/ 34 h 34"/>
                  <a:gd name="T10" fmla="*/ 5 w 36"/>
                  <a:gd name="T11" fmla="*/ 21 h 34"/>
                  <a:gd name="T12" fmla="*/ 5 w 36"/>
                  <a:gd name="T13" fmla="*/ 5 h 34"/>
                  <a:gd name="T14" fmla="*/ 4 w 36"/>
                  <a:gd name="T15" fmla="*/ 2 h 34"/>
                  <a:gd name="T16" fmla="*/ 0 w 36"/>
                  <a:gd name="T17" fmla="*/ 1 h 34"/>
                  <a:gd name="T18" fmla="*/ 0 w 36"/>
                  <a:gd name="T19" fmla="*/ 0 h 34"/>
                  <a:gd name="T20" fmla="*/ 15 w 36"/>
                  <a:gd name="T21" fmla="*/ 0 h 34"/>
                  <a:gd name="T22" fmla="*/ 15 w 36"/>
                  <a:gd name="T23" fmla="*/ 1 h 34"/>
                  <a:gd name="T24" fmla="*/ 11 w 36"/>
                  <a:gd name="T25" fmla="*/ 2 h 34"/>
                  <a:gd name="T26" fmla="*/ 10 w 36"/>
                  <a:gd name="T27" fmla="*/ 5 h 34"/>
                  <a:gd name="T28" fmla="*/ 10 w 36"/>
                  <a:gd name="T29" fmla="*/ 22 h 34"/>
                  <a:gd name="T30" fmla="*/ 19 w 36"/>
                  <a:gd name="T31" fmla="*/ 32 h 34"/>
                  <a:gd name="T32" fmla="*/ 27 w 36"/>
                  <a:gd name="T33" fmla="*/ 28 h 34"/>
                  <a:gd name="T34" fmla="*/ 29 w 36"/>
                  <a:gd name="T35" fmla="*/ 21 h 34"/>
                  <a:gd name="T36" fmla="*/ 29 w 36"/>
                  <a:gd name="T37" fmla="*/ 7 h 34"/>
                  <a:gd name="T38" fmla="*/ 28 w 36"/>
                  <a:gd name="T39" fmla="*/ 2 h 34"/>
                  <a:gd name="T40" fmla="*/ 24 w 36"/>
                  <a:gd name="T41" fmla="*/ 1 h 34"/>
                  <a:gd name="T42" fmla="*/ 24 w 36"/>
                  <a:gd name="T43" fmla="*/ 0 h 34"/>
                  <a:gd name="T44" fmla="*/ 36 w 36"/>
                  <a:gd name="T45" fmla="*/ 0 h 34"/>
                  <a:gd name="T46" fmla="*/ 36 w 36"/>
                  <a:gd name="T47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2" y="1"/>
                      <a:pt x="32" y="2"/>
                    </a:cubicBezTo>
                    <a:cubicBezTo>
                      <a:pt x="31" y="3"/>
                      <a:pt x="31" y="5"/>
                      <a:pt x="31" y="7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30"/>
                      <a:pt x="27" y="34"/>
                      <a:pt x="17" y="34"/>
                    </a:cubicBezTo>
                    <a:cubicBezTo>
                      <a:pt x="9" y="34"/>
                      <a:pt x="4" y="30"/>
                      <a:pt x="5" y="21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1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9"/>
                      <a:pt x="13" y="32"/>
                      <a:pt x="19" y="32"/>
                    </a:cubicBezTo>
                    <a:cubicBezTo>
                      <a:pt x="23" y="32"/>
                      <a:pt x="26" y="31"/>
                      <a:pt x="27" y="28"/>
                    </a:cubicBezTo>
                    <a:cubicBezTo>
                      <a:pt x="28" y="27"/>
                      <a:pt x="29" y="25"/>
                      <a:pt x="29" y="21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8" y="3"/>
                      <a:pt x="28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ï$ḷíḑe"/>
              <p:cNvSpPr/>
              <p:nvPr/>
            </p:nvSpPr>
            <p:spPr bwMode="auto">
              <a:xfrm>
                <a:off x="6418210" y="4004533"/>
                <a:ext cx="195850" cy="185405"/>
              </a:xfrm>
              <a:custGeom>
                <a:avLst/>
                <a:gdLst>
                  <a:gd name="T0" fmla="*/ 36 w 36"/>
                  <a:gd name="T1" fmla="*/ 1 h 34"/>
                  <a:gd name="T2" fmla="*/ 32 w 36"/>
                  <a:gd name="T3" fmla="*/ 2 h 34"/>
                  <a:gd name="T4" fmla="*/ 31 w 36"/>
                  <a:gd name="T5" fmla="*/ 7 h 34"/>
                  <a:gd name="T6" fmla="*/ 31 w 36"/>
                  <a:gd name="T7" fmla="*/ 34 h 34"/>
                  <a:gd name="T8" fmla="*/ 30 w 36"/>
                  <a:gd name="T9" fmla="*/ 34 h 34"/>
                  <a:gd name="T10" fmla="*/ 8 w 36"/>
                  <a:gd name="T11" fmla="*/ 6 h 34"/>
                  <a:gd name="T12" fmla="*/ 7 w 36"/>
                  <a:gd name="T13" fmla="*/ 6 h 34"/>
                  <a:gd name="T14" fmla="*/ 7 w 36"/>
                  <a:gd name="T15" fmla="*/ 26 h 34"/>
                  <a:gd name="T16" fmla="*/ 8 w 36"/>
                  <a:gd name="T17" fmla="*/ 32 h 34"/>
                  <a:gd name="T18" fmla="*/ 12 w 36"/>
                  <a:gd name="T19" fmla="*/ 33 h 34"/>
                  <a:gd name="T20" fmla="*/ 12 w 36"/>
                  <a:gd name="T21" fmla="*/ 34 h 34"/>
                  <a:gd name="T22" fmla="*/ 0 w 36"/>
                  <a:gd name="T23" fmla="*/ 34 h 34"/>
                  <a:gd name="T24" fmla="*/ 0 w 36"/>
                  <a:gd name="T25" fmla="*/ 33 h 34"/>
                  <a:gd name="T26" fmla="*/ 4 w 36"/>
                  <a:gd name="T27" fmla="*/ 32 h 34"/>
                  <a:gd name="T28" fmla="*/ 5 w 36"/>
                  <a:gd name="T29" fmla="*/ 26 h 34"/>
                  <a:gd name="T30" fmla="*/ 5 w 36"/>
                  <a:gd name="T31" fmla="*/ 3 h 34"/>
                  <a:gd name="T32" fmla="*/ 0 w 36"/>
                  <a:gd name="T33" fmla="*/ 1 h 34"/>
                  <a:gd name="T34" fmla="*/ 0 w 36"/>
                  <a:gd name="T35" fmla="*/ 0 h 34"/>
                  <a:gd name="T36" fmla="*/ 9 w 36"/>
                  <a:gd name="T37" fmla="*/ 0 h 34"/>
                  <a:gd name="T38" fmla="*/ 29 w 36"/>
                  <a:gd name="T39" fmla="*/ 25 h 34"/>
                  <a:gd name="T40" fmla="*/ 29 w 36"/>
                  <a:gd name="T41" fmla="*/ 7 h 34"/>
                  <a:gd name="T42" fmla="*/ 28 w 36"/>
                  <a:gd name="T43" fmla="*/ 2 h 34"/>
                  <a:gd name="T44" fmla="*/ 24 w 36"/>
                  <a:gd name="T45" fmla="*/ 1 h 34"/>
                  <a:gd name="T46" fmla="*/ 24 w 36"/>
                  <a:gd name="T47" fmla="*/ 0 h 34"/>
                  <a:gd name="T48" fmla="*/ 36 w 36"/>
                  <a:gd name="T49" fmla="*/ 0 h 34"/>
                  <a:gd name="T50" fmla="*/ 36 w 36"/>
                  <a:gd name="T51" fmla="*/ 0 h 34"/>
                  <a:gd name="T52" fmla="*/ 36 w 36"/>
                  <a:gd name="T5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34">
                    <a:moveTo>
                      <a:pt x="36" y="1"/>
                    </a:moveTo>
                    <a:cubicBezTo>
                      <a:pt x="34" y="1"/>
                      <a:pt x="33" y="1"/>
                      <a:pt x="32" y="2"/>
                    </a:cubicBezTo>
                    <a:cubicBezTo>
                      <a:pt x="32" y="3"/>
                      <a:pt x="31" y="5"/>
                      <a:pt x="31" y="7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7" y="29"/>
                      <a:pt x="8" y="31"/>
                      <a:pt x="8" y="32"/>
                    </a:cubicBezTo>
                    <a:cubicBezTo>
                      <a:pt x="9" y="32"/>
                      <a:pt x="10" y="33"/>
                      <a:pt x="12" y="33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4" y="33"/>
                      <a:pt x="4" y="32"/>
                    </a:cubicBezTo>
                    <a:cubicBezTo>
                      <a:pt x="5" y="31"/>
                      <a:pt x="5" y="29"/>
                      <a:pt x="5" y="26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1"/>
                      <a:pt x="2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5"/>
                      <a:pt x="29" y="3"/>
                      <a:pt x="28" y="2"/>
                    </a:cubicBezTo>
                    <a:cubicBezTo>
                      <a:pt x="28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"/>
                      <a:pt x="36" y="1"/>
                      <a:pt x="3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šļiďè"/>
              <p:cNvSpPr/>
              <p:nvPr/>
            </p:nvSpPr>
            <p:spPr bwMode="auto">
              <a:xfrm>
                <a:off x="6612598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5 w 15"/>
                  <a:gd name="T5" fmla="*/ 28 h 34"/>
                  <a:gd name="T6" fmla="*/ 5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5" y="32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1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1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ṡḷïdè"/>
              <p:cNvSpPr/>
              <p:nvPr/>
            </p:nvSpPr>
            <p:spPr bwMode="auto">
              <a:xfrm>
                <a:off x="6675420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33 w 35"/>
                  <a:gd name="T3" fmla="*/ 2 h 34"/>
                  <a:gd name="T4" fmla="*/ 31 w 35"/>
                  <a:gd name="T5" fmla="*/ 5 h 34"/>
                  <a:gd name="T6" fmla="*/ 19 w 35"/>
                  <a:gd name="T7" fmla="*/ 34 h 34"/>
                  <a:gd name="T8" fmla="*/ 18 w 35"/>
                  <a:gd name="T9" fmla="*/ 34 h 34"/>
                  <a:gd name="T10" fmla="*/ 5 w 35"/>
                  <a:gd name="T11" fmla="*/ 6 h 34"/>
                  <a:gd name="T12" fmla="*/ 3 w 35"/>
                  <a:gd name="T13" fmla="*/ 2 h 34"/>
                  <a:gd name="T14" fmla="*/ 0 w 35"/>
                  <a:gd name="T15" fmla="*/ 1 h 34"/>
                  <a:gd name="T16" fmla="*/ 0 w 35"/>
                  <a:gd name="T17" fmla="*/ 0 h 34"/>
                  <a:gd name="T18" fmla="*/ 14 w 35"/>
                  <a:gd name="T19" fmla="*/ 0 h 34"/>
                  <a:gd name="T20" fmla="*/ 14 w 35"/>
                  <a:gd name="T21" fmla="*/ 1 h 34"/>
                  <a:gd name="T22" fmla="*/ 10 w 35"/>
                  <a:gd name="T23" fmla="*/ 3 h 34"/>
                  <a:gd name="T24" fmla="*/ 11 w 35"/>
                  <a:gd name="T25" fmla="*/ 6 h 34"/>
                  <a:gd name="T26" fmla="*/ 12 w 35"/>
                  <a:gd name="T27" fmla="*/ 8 h 34"/>
                  <a:gd name="T28" fmla="*/ 20 w 35"/>
                  <a:gd name="T29" fmla="*/ 26 h 34"/>
                  <a:gd name="T30" fmla="*/ 28 w 35"/>
                  <a:gd name="T31" fmla="*/ 7 h 34"/>
                  <a:gd name="T32" fmla="*/ 28 w 35"/>
                  <a:gd name="T33" fmla="*/ 6 h 34"/>
                  <a:gd name="T34" fmla="*/ 29 w 35"/>
                  <a:gd name="T35" fmla="*/ 3 h 34"/>
                  <a:gd name="T36" fmla="*/ 25 w 35"/>
                  <a:gd name="T37" fmla="*/ 1 h 34"/>
                  <a:gd name="T38" fmla="*/ 25 w 35"/>
                  <a:gd name="T39" fmla="*/ 0 h 34"/>
                  <a:gd name="T40" fmla="*/ 35 w 35"/>
                  <a:gd name="T41" fmla="*/ 0 h 34"/>
                  <a:gd name="T42" fmla="*/ 35 w 35"/>
                  <a:gd name="T43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4" y="1"/>
                      <a:pt x="33" y="1"/>
                      <a:pt x="33" y="2"/>
                    </a:cubicBezTo>
                    <a:cubicBezTo>
                      <a:pt x="32" y="2"/>
                      <a:pt x="31" y="3"/>
                      <a:pt x="31" y="5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4"/>
                      <a:pt x="4" y="2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0" y="3"/>
                    </a:cubicBezTo>
                    <a:cubicBezTo>
                      <a:pt x="10" y="3"/>
                      <a:pt x="10" y="4"/>
                      <a:pt x="11" y="6"/>
                    </a:cubicBezTo>
                    <a:cubicBezTo>
                      <a:pt x="11" y="7"/>
                      <a:pt x="12" y="7"/>
                      <a:pt x="12" y="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8" y="4"/>
                      <a:pt x="29" y="3"/>
                      <a:pt x="29" y="3"/>
                    </a:cubicBezTo>
                    <a:cubicBezTo>
                      <a:pt x="29" y="1"/>
                      <a:pt x="27" y="1"/>
                      <a:pt x="25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śḻïḓe"/>
              <p:cNvSpPr/>
              <p:nvPr/>
            </p:nvSpPr>
            <p:spPr bwMode="auto">
              <a:xfrm>
                <a:off x="6890781" y="4004533"/>
                <a:ext cx="169736" cy="185405"/>
              </a:xfrm>
              <a:custGeom>
                <a:avLst/>
                <a:gdLst>
                  <a:gd name="T0" fmla="*/ 28 w 31"/>
                  <a:gd name="T1" fmla="*/ 34 h 34"/>
                  <a:gd name="T2" fmla="*/ 0 w 31"/>
                  <a:gd name="T3" fmla="*/ 34 h 34"/>
                  <a:gd name="T4" fmla="*/ 0 w 31"/>
                  <a:gd name="T5" fmla="*/ 33 h 34"/>
                  <a:gd name="T6" fmla="*/ 4 w 31"/>
                  <a:gd name="T7" fmla="*/ 32 h 34"/>
                  <a:gd name="T8" fmla="*/ 5 w 31"/>
                  <a:gd name="T9" fmla="*/ 28 h 34"/>
                  <a:gd name="T10" fmla="*/ 5 w 31"/>
                  <a:gd name="T11" fmla="*/ 5 h 34"/>
                  <a:gd name="T12" fmla="*/ 4 w 31"/>
                  <a:gd name="T13" fmla="*/ 2 h 34"/>
                  <a:gd name="T14" fmla="*/ 0 w 31"/>
                  <a:gd name="T15" fmla="*/ 1 h 34"/>
                  <a:gd name="T16" fmla="*/ 0 w 31"/>
                  <a:gd name="T17" fmla="*/ 0 h 34"/>
                  <a:gd name="T18" fmla="*/ 28 w 31"/>
                  <a:gd name="T19" fmla="*/ 0 h 34"/>
                  <a:gd name="T20" fmla="*/ 28 w 31"/>
                  <a:gd name="T21" fmla="*/ 7 h 34"/>
                  <a:gd name="T22" fmla="*/ 27 w 31"/>
                  <a:gd name="T23" fmla="*/ 7 h 34"/>
                  <a:gd name="T24" fmla="*/ 25 w 31"/>
                  <a:gd name="T25" fmla="*/ 3 h 34"/>
                  <a:gd name="T26" fmla="*/ 19 w 31"/>
                  <a:gd name="T27" fmla="*/ 2 h 34"/>
                  <a:gd name="T28" fmla="*/ 12 w 31"/>
                  <a:gd name="T29" fmla="*/ 2 h 34"/>
                  <a:gd name="T30" fmla="*/ 10 w 31"/>
                  <a:gd name="T31" fmla="*/ 3 h 34"/>
                  <a:gd name="T32" fmla="*/ 10 w 31"/>
                  <a:gd name="T33" fmla="*/ 15 h 34"/>
                  <a:gd name="T34" fmla="*/ 18 w 31"/>
                  <a:gd name="T35" fmla="*/ 15 h 34"/>
                  <a:gd name="T36" fmla="*/ 22 w 31"/>
                  <a:gd name="T37" fmla="*/ 14 h 34"/>
                  <a:gd name="T38" fmla="*/ 24 w 31"/>
                  <a:gd name="T39" fmla="*/ 10 h 34"/>
                  <a:gd name="T40" fmla="*/ 25 w 31"/>
                  <a:gd name="T41" fmla="*/ 10 h 34"/>
                  <a:gd name="T42" fmla="*/ 25 w 31"/>
                  <a:gd name="T43" fmla="*/ 22 h 34"/>
                  <a:gd name="T44" fmla="*/ 24 w 31"/>
                  <a:gd name="T45" fmla="*/ 22 h 34"/>
                  <a:gd name="T46" fmla="*/ 22 w 31"/>
                  <a:gd name="T47" fmla="*/ 18 h 34"/>
                  <a:gd name="T48" fmla="*/ 18 w 31"/>
                  <a:gd name="T49" fmla="*/ 17 h 34"/>
                  <a:gd name="T50" fmla="*/ 10 w 31"/>
                  <a:gd name="T51" fmla="*/ 17 h 34"/>
                  <a:gd name="T52" fmla="*/ 10 w 31"/>
                  <a:gd name="T53" fmla="*/ 30 h 34"/>
                  <a:gd name="T54" fmla="*/ 11 w 31"/>
                  <a:gd name="T55" fmla="*/ 32 h 34"/>
                  <a:gd name="T56" fmla="*/ 18 w 31"/>
                  <a:gd name="T57" fmla="*/ 32 h 34"/>
                  <a:gd name="T58" fmla="*/ 25 w 31"/>
                  <a:gd name="T59" fmla="*/ 31 h 34"/>
                  <a:gd name="T60" fmla="*/ 29 w 31"/>
                  <a:gd name="T61" fmla="*/ 25 h 34"/>
                  <a:gd name="T62" fmla="*/ 31 w 31"/>
                  <a:gd name="T63" fmla="*/ 25 h 34"/>
                  <a:gd name="T64" fmla="*/ 28 w 31"/>
                  <a:gd name="T6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" h="34">
                    <a:moveTo>
                      <a:pt x="28" y="34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3"/>
                      <a:pt x="4" y="32"/>
                    </a:cubicBezTo>
                    <a:cubicBezTo>
                      <a:pt x="4" y="31"/>
                      <a:pt x="5" y="30"/>
                      <a:pt x="5" y="28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6" y="5"/>
                      <a:pt x="26" y="3"/>
                      <a:pt x="25" y="3"/>
                    </a:cubicBezTo>
                    <a:cubicBezTo>
                      <a:pt x="24" y="2"/>
                      <a:pt x="22" y="2"/>
                      <a:pt x="19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1"/>
                      <a:pt x="10" y="2"/>
                      <a:pt x="10" y="3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5"/>
                      <a:pt x="22" y="14"/>
                    </a:cubicBezTo>
                    <a:cubicBezTo>
                      <a:pt x="23" y="14"/>
                      <a:pt x="23" y="12"/>
                      <a:pt x="24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0"/>
                      <a:pt x="23" y="19"/>
                      <a:pt x="22" y="18"/>
                    </a:cubicBezTo>
                    <a:cubicBezTo>
                      <a:pt x="22" y="17"/>
                      <a:pt x="20" y="17"/>
                      <a:pt x="18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2"/>
                      <a:pt x="11" y="32"/>
                    </a:cubicBezTo>
                    <a:cubicBezTo>
                      <a:pt x="11" y="32"/>
                      <a:pt x="14" y="32"/>
                      <a:pt x="18" y="32"/>
                    </a:cubicBezTo>
                    <a:cubicBezTo>
                      <a:pt x="21" y="32"/>
                      <a:pt x="23" y="32"/>
                      <a:pt x="25" y="31"/>
                    </a:cubicBezTo>
                    <a:cubicBezTo>
                      <a:pt x="27" y="30"/>
                      <a:pt x="28" y="28"/>
                      <a:pt x="29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28" y="34"/>
                      <a:pt x="28" y="34"/>
                      <a:pt x="28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šļîḓe"/>
              <p:cNvSpPr/>
              <p:nvPr/>
            </p:nvSpPr>
            <p:spPr bwMode="auto">
              <a:xfrm>
                <a:off x="7103841" y="4004533"/>
                <a:ext cx="185404" cy="185405"/>
              </a:xfrm>
              <a:custGeom>
                <a:avLst/>
                <a:gdLst>
                  <a:gd name="T0" fmla="*/ 34 w 34"/>
                  <a:gd name="T1" fmla="*/ 34 h 34"/>
                  <a:gd name="T2" fmla="*/ 25 w 34"/>
                  <a:gd name="T3" fmla="*/ 34 h 34"/>
                  <a:gd name="T4" fmla="*/ 13 w 34"/>
                  <a:gd name="T5" fmla="*/ 18 h 34"/>
                  <a:gd name="T6" fmla="*/ 10 w 34"/>
                  <a:gd name="T7" fmla="*/ 18 h 34"/>
                  <a:gd name="T8" fmla="*/ 10 w 34"/>
                  <a:gd name="T9" fmla="*/ 28 h 34"/>
                  <a:gd name="T10" fmla="*/ 11 w 34"/>
                  <a:gd name="T11" fmla="*/ 32 h 34"/>
                  <a:gd name="T12" fmla="*/ 14 w 34"/>
                  <a:gd name="T13" fmla="*/ 33 h 34"/>
                  <a:gd name="T14" fmla="*/ 14 w 34"/>
                  <a:gd name="T15" fmla="*/ 34 h 34"/>
                  <a:gd name="T16" fmla="*/ 0 w 34"/>
                  <a:gd name="T17" fmla="*/ 34 h 34"/>
                  <a:gd name="T18" fmla="*/ 0 w 34"/>
                  <a:gd name="T19" fmla="*/ 33 h 34"/>
                  <a:gd name="T20" fmla="*/ 4 w 34"/>
                  <a:gd name="T21" fmla="*/ 32 h 34"/>
                  <a:gd name="T22" fmla="*/ 4 w 34"/>
                  <a:gd name="T23" fmla="*/ 28 h 34"/>
                  <a:gd name="T24" fmla="*/ 4 w 34"/>
                  <a:gd name="T25" fmla="*/ 5 h 34"/>
                  <a:gd name="T26" fmla="*/ 4 w 34"/>
                  <a:gd name="T27" fmla="*/ 2 h 34"/>
                  <a:gd name="T28" fmla="*/ 0 w 34"/>
                  <a:gd name="T29" fmla="*/ 1 h 34"/>
                  <a:gd name="T30" fmla="*/ 0 w 34"/>
                  <a:gd name="T31" fmla="*/ 0 h 34"/>
                  <a:gd name="T32" fmla="*/ 14 w 34"/>
                  <a:gd name="T33" fmla="*/ 0 h 34"/>
                  <a:gd name="T34" fmla="*/ 28 w 34"/>
                  <a:gd name="T35" fmla="*/ 9 h 34"/>
                  <a:gd name="T36" fmla="*/ 18 w 34"/>
                  <a:gd name="T37" fmla="*/ 17 h 34"/>
                  <a:gd name="T38" fmla="*/ 29 w 34"/>
                  <a:gd name="T39" fmla="*/ 31 h 34"/>
                  <a:gd name="T40" fmla="*/ 34 w 34"/>
                  <a:gd name="T41" fmla="*/ 33 h 34"/>
                  <a:gd name="T42" fmla="*/ 34 w 34"/>
                  <a:gd name="T43" fmla="*/ 34 h 34"/>
                  <a:gd name="T44" fmla="*/ 10 w 34"/>
                  <a:gd name="T45" fmla="*/ 16 h 34"/>
                  <a:gd name="T46" fmla="*/ 22 w 34"/>
                  <a:gd name="T47" fmla="*/ 9 h 34"/>
                  <a:gd name="T48" fmla="*/ 13 w 34"/>
                  <a:gd name="T49" fmla="*/ 2 h 34"/>
                  <a:gd name="T50" fmla="*/ 10 w 34"/>
                  <a:gd name="T51" fmla="*/ 3 h 34"/>
                  <a:gd name="T52" fmla="*/ 10 w 34"/>
                  <a:gd name="T53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34">
                    <a:moveTo>
                      <a:pt x="34" y="34"/>
                    </a:moveTo>
                    <a:cubicBezTo>
                      <a:pt x="25" y="34"/>
                      <a:pt x="25" y="34"/>
                      <a:pt x="25" y="34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1"/>
                      <a:pt x="11" y="32"/>
                    </a:cubicBezTo>
                    <a:cubicBezTo>
                      <a:pt x="11" y="33"/>
                      <a:pt x="13" y="33"/>
                      <a:pt x="14" y="33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" y="33"/>
                      <a:pt x="3" y="32"/>
                      <a:pt x="4" y="32"/>
                    </a:cubicBezTo>
                    <a:cubicBezTo>
                      <a:pt x="4" y="31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3" y="0"/>
                      <a:pt x="28" y="3"/>
                      <a:pt x="28" y="9"/>
                    </a:cubicBezTo>
                    <a:cubicBezTo>
                      <a:pt x="28" y="14"/>
                      <a:pt x="25" y="16"/>
                      <a:pt x="18" y="17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30" y="32"/>
                      <a:pt x="32" y="33"/>
                      <a:pt x="34" y="33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10" y="16"/>
                    </a:moveTo>
                    <a:cubicBezTo>
                      <a:pt x="18" y="16"/>
                      <a:pt x="22" y="14"/>
                      <a:pt x="22" y="9"/>
                    </a:cubicBezTo>
                    <a:cubicBezTo>
                      <a:pt x="22" y="4"/>
                      <a:pt x="19" y="2"/>
                      <a:pt x="13" y="2"/>
                    </a:cubicBezTo>
                    <a:cubicBezTo>
                      <a:pt x="11" y="1"/>
                      <a:pt x="10" y="2"/>
                      <a:pt x="10" y="3"/>
                    </a:cubicBezTo>
                    <a:cubicBezTo>
                      <a:pt x="10" y="16"/>
                      <a:pt x="10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šḷîḋé"/>
              <p:cNvSpPr/>
              <p:nvPr/>
            </p:nvSpPr>
            <p:spPr bwMode="auto">
              <a:xfrm>
                <a:off x="7304452" y="3999310"/>
                <a:ext cx="125344" cy="190628"/>
              </a:xfrm>
              <a:custGeom>
                <a:avLst/>
                <a:gdLst>
                  <a:gd name="T0" fmla="*/ 22 w 23"/>
                  <a:gd name="T1" fmla="*/ 11 h 35"/>
                  <a:gd name="T2" fmla="*/ 21 w 23"/>
                  <a:gd name="T3" fmla="*/ 11 h 35"/>
                  <a:gd name="T4" fmla="*/ 11 w 23"/>
                  <a:gd name="T5" fmla="*/ 2 h 35"/>
                  <a:gd name="T6" fmla="*/ 6 w 23"/>
                  <a:gd name="T7" fmla="*/ 7 h 35"/>
                  <a:gd name="T8" fmla="*/ 14 w 23"/>
                  <a:gd name="T9" fmla="*/ 15 h 35"/>
                  <a:gd name="T10" fmla="*/ 23 w 23"/>
                  <a:gd name="T11" fmla="*/ 26 h 35"/>
                  <a:gd name="T12" fmla="*/ 12 w 23"/>
                  <a:gd name="T13" fmla="*/ 35 h 35"/>
                  <a:gd name="T14" fmla="*/ 6 w 23"/>
                  <a:gd name="T15" fmla="*/ 35 h 35"/>
                  <a:gd name="T16" fmla="*/ 4 w 23"/>
                  <a:gd name="T17" fmla="*/ 34 h 35"/>
                  <a:gd name="T18" fmla="*/ 3 w 23"/>
                  <a:gd name="T19" fmla="*/ 35 h 35"/>
                  <a:gd name="T20" fmla="*/ 1 w 23"/>
                  <a:gd name="T21" fmla="*/ 35 h 35"/>
                  <a:gd name="T22" fmla="*/ 0 w 23"/>
                  <a:gd name="T23" fmla="*/ 25 h 35"/>
                  <a:gd name="T24" fmla="*/ 1 w 23"/>
                  <a:gd name="T25" fmla="*/ 25 h 35"/>
                  <a:gd name="T26" fmla="*/ 12 w 23"/>
                  <a:gd name="T27" fmla="*/ 34 h 35"/>
                  <a:gd name="T28" fmla="*/ 18 w 23"/>
                  <a:gd name="T29" fmla="*/ 28 h 35"/>
                  <a:gd name="T30" fmla="*/ 16 w 23"/>
                  <a:gd name="T31" fmla="*/ 24 h 35"/>
                  <a:gd name="T32" fmla="*/ 10 w 23"/>
                  <a:gd name="T33" fmla="*/ 19 h 35"/>
                  <a:gd name="T34" fmla="*/ 1 w 23"/>
                  <a:gd name="T35" fmla="*/ 9 h 35"/>
                  <a:gd name="T36" fmla="*/ 11 w 23"/>
                  <a:gd name="T37" fmla="*/ 0 h 35"/>
                  <a:gd name="T38" fmla="*/ 16 w 23"/>
                  <a:gd name="T39" fmla="*/ 1 h 35"/>
                  <a:gd name="T40" fmla="*/ 18 w 23"/>
                  <a:gd name="T41" fmla="*/ 2 h 35"/>
                  <a:gd name="T42" fmla="*/ 20 w 23"/>
                  <a:gd name="T43" fmla="*/ 0 h 35"/>
                  <a:gd name="T44" fmla="*/ 21 w 23"/>
                  <a:gd name="T45" fmla="*/ 0 h 35"/>
                  <a:gd name="T46" fmla="*/ 22 w 23"/>
                  <a:gd name="T4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5">
                    <a:moveTo>
                      <a:pt x="22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19" y="5"/>
                      <a:pt x="16" y="2"/>
                      <a:pt x="11" y="2"/>
                    </a:cubicBezTo>
                    <a:cubicBezTo>
                      <a:pt x="8" y="2"/>
                      <a:pt x="6" y="4"/>
                      <a:pt x="6" y="7"/>
                    </a:cubicBezTo>
                    <a:cubicBezTo>
                      <a:pt x="6" y="10"/>
                      <a:pt x="9" y="13"/>
                      <a:pt x="14" y="15"/>
                    </a:cubicBezTo>
                    <a:cubicBezTo>
                      <a:pt x="19" y="17"/>
                      <a:pt x="22" y="21"/>
                      <a:pt x="23" y="26"/>
                    </a:cubicBezTo>
                    <a:cubicBezTo>
                      <a:pt x="23" y="32"/>
                      <a:pt x="19" y="35"/>
                      <a:pt x="12" y="35"/>
                    </a:cubicBezTo>
                    <a:cubicBezTo>
                      <a:pt x="11" y="35"/>
                      <a:pt x="9" y="35"/>
                      <a:pt x="6" y="35"/>
                    </a:cubicBezTo>
                    <a:cubicBezTo>
                      <a:pt x="5" y="34"/>
                      <a:pt x="5" y="34"/>
                      <a:pt x="4" y="34"/>
                    </a:cubicBezTo>
                    <a:cubicBezTo>
                      <a:pt x="3" y="34"/>
                      <a:pt x="3" y="35"/>
                      <a:pt x="3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3" y="31"/>
                      <a:pt x="7" y="34"/>
                      <a:pt x="12" y="34"/>
                    </a:cubicBezTo>
                    <a:cubicBezTo>
                      <a:pt x="16" y="34"/>
                      <a:pt x="18" y="32"/>
                      <a:pt x="18" y="28"/>
                    </a:cubicBezTo>
                    <a:cubicBezTo>
                      <a:pt x="18" y="26"/>
                      <a:pt x="18" y="25"/>
                      <a:pt x="16" y="24"/>
                    </a:cubicBezTo>
                    <a:cubicBezTo>
                      <a:pt x="15" y="23"/>
                      <a:pt x="13" y="21"/>
                      <a:pt x="10" y="19"/>
                    </a:cubicBezTo>
                    <a:cubicBezTo>
                      <a:pt x="4" y="16"/>
                      <a:pt x="1" y="13"/>
                      <a:pt x="1" y="9"/>
                    </a:cubicBezTo>
                    <a:cubicBezTo>
                      <a:pt x="2" y="3"/>
                      <a:pt x="5" y="0"/>
                      <a:pt x="11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7" y="2"/>
                      <a:pt x="18" y="2"/>
                      <a:pt x="18" y="2"/>
                    </a:cubicBezTo>
                    <a:cubicBezTo>
                      <a:pt x="19" y="2"/>
                      <a:pt x="20" y="1"/>
                      <a:pt x="20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1"/>
                      <a:pt x="22" y="11"/>
                      <a:pt x="2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šļïḋê"/>
              <p:cNvSpPr/>
              <p:nvPr/>
            </p:nvSpPr>
            <p:spPr bwMode="auto">
              <a:xfrm>
                <a:off x="7479722" y="4004533"/>
                <a:ext cx="80951" cy="185405"/>
              </a:xfrm>
              <a:custGeom>
                <a:avLst/>
                <a:gdLst>
                  <a:gd name="T0" fmla="*/ 0 w 15"/>
                  <a:gd name="T1" fmla="*/ 33 h 34"/>
                  <a:gd name="T2" fmla="*/ 4 w 15"/>
                  <a:gd name="T3" fmla="*/ 32 h 34"/>
                  <a:gd name="T4" fmla="*/ 4 w 15"/>
                  <a:gd name="T5" fmla="*/ 28 h 34"/>
                  <a:gd name="T6" fmla="*/ 4 w 15"/>
                  <a:gd name="T7" fmla="*/ 5 h 34"/>
                  <a:gd name="T8" fmla="*/ 4 w 15"/>
                  <a:gd name="T9" fmla="*/ 2 h 34"/>
                  <a:gd name="T10" fmla="*/ 0 w 15"/>
                  <a:gd name="T11" fmla="*/ 1 h 34"/>
                  <a:gd name="T12" fmla="*/ 0 w 15"/>
                  <a:gd name="T13" fmla="*/ 0 h 34"/>
                  <a:gd name="T14" fmla="*/ 15 w 15"/>
                  <a:gd name="T15" fmla="*/ 0 h 34"/>
                  <a:gd name="T16" fmla="*/ 15 w 15"/>
                  <a:gd name="T17" fmla="*/ 1 h 34"/>
                  <a:gd name="T18" fmla="*/ 11 w 15"/>
                  <a:gd name="T19" fmla="*/ 2 h 34"/>
                  <a:gd name="T20" fmla="*/ 10 w 15"/>
                  <a:gd name="T21" fmla="*/ 5 h 34"/>
                  <a:gd name="T22" fmla="*/ 10 w 15"/>
                  <a:gd name="T23" fmla="*/ 28 h 34"/>
                  <a:gd name="T24" fmla="*/ 11 w 15"/>
                  <a:gd name="T25" fmla="*/ 32 h 34"/>
                  <a:gd name="T26" fmla="*/ 15 w 15"/>
                  <a:gd name="T27" fmla="*/ 33 h 34"/>
                  <a:gd name="T28" fmla="*/ 15 w 15"/>
                  <a:gd name="T29" fmla="*/ 34 h 34"/>
                  <a:gd name="T30" fmla="*/ 0 w 15"/>
                  <a:gd name="T31" fmla="*/ 34 h 34"/>
                  <a:gd name="T32" fmla="*/ 0 w 15"/>
                  <a:gd name="T33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" h="34">
                    <a:moveTo>
                      <a:pt x="0" y="33"/>
                    </a:moveTo>
                    <a:cubicBezTo>
                      <a:pt x="2" y="33"/>
                      <a:pt x="3" y="33"/>
                      <a:pt x="4" y="32"/>
                    </a:cubicBezTo>
                    <a:cubicBezTo>
                      <a:pt x="4" y="32"/>
                      <a:pt x="4" y="30"/>
                      <a:pt x="4" y="28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3" y="1"/>
                      <a:pt x="12" y="1"/>
                      <a:pt x="11" y="2"/>
                    </a:cubicBezTo>
                    <a:cubicBezTo>
                      <a:pt x="10" y="2"/>
                      <a:pt x="10" y="3"/>
                      <a:pt x="10" y="5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30"/>
                      <a:pt x="10" y="32"/>
                      <a:pt x="11" y="32"/>
                    </a:cubicBezTo>
                    <a:cubicBezTo>
                      <a:pt x="12" y="33"/>
                      <a:pt x="13" y="33"/>
                      <a:pt x="15" y="33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3"/>
                      <a:pt x="0" y="33"/>
                      <a:pt x="0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śľïḓê"/>
              <p:cNvSpPr/>
              <p:nvPr/>
            </p:nvSpPr>
            <p:spPr bwMode="auto">
              <a:xfrm>
                <a:off x="7559444" y="4004533"/>
                <a:ext cx="161903" cy="185405"/>
              </a:xfrm>
              <a:custGeom>
                <a:avLst/>
                <a:gdLst>
                  <a:gd name="T0" fmla="*/ 22 w 30"/>
                  <a:gd name="T1" fmla="*/ 34 h 34"/>
                  <a:gd name="T2" fmla="*/ 7 w 30"/>
                  <a:gd name="T3" fmla="*/ 34 h 34"/>
                  <a:gd name="T4" fmla="*/ 7 w 30"/>
                  <a:gd name="T5" fmla="*/ 33 h 34"/>
                  <a:gd name="T6" fmla="*/ 11 w 30"/>
                  <a:gd name="T7" fmla="*/ 32 h 34"/>
                  <a:gd name="T8" fmla="*/ 12 w 30"/>
                  <a:gd name="T9" fmla="*/ 28 h 34"/>
                  <a:gd name="T10" fmla="*/ 12 w 30"/>
                  <a:gd name="T11" fmla="*/ 2 h 34"/>
                  <a:gd name="T12" fmla="*/ 9 w 30"/>
                  <a:gd name="T13" fmla="*/ 2 h 34"/>
                  <a:gd name="T14" fmla="*/ 3 w 30"/>
                  <a:gd name="T15" fmla="*/ 3 h 34"/>
                  <a:gd name="T16" fmla="*/ 1 w 30"/>
                  <a:gd name="T17" fmla="*/ 8 h 34"/>
                  <a:gd name="T18" fmla="*/ 0 w 30"/>
                  <a:gd name="T19" fmla="*/ 8 h 34"/>
                  <a:gd name="T20" fmla="*/ 0 w 30"/>
                  <a:gd name="T21" fmla="*/ 0 h 34"/>
                  <a:gd name="T22" fmla="*/ 29 w 30"/>
                  <a:gd name="T23" fmla="*/ 0 h 34"/>
                  <a:gd name="T24" fmla="*/ 30 w 30"/>
                  <a:gd name="T25" fmla="*/ 8 h 34"/>
                  <a:gd name="T26" fmla="*/ 29 w 30"/>
                  <a:gd name="T27" fmla="*/ 8 h 34"/>
                  <a:gd name="T28" fmla="*/ 26 w 30"/>
                  <a:gd name="T29" fmla="*/ 3 h 34"/>
                  <a:gd name="T30" fmla="*/ 20 w 30"/>
                  <a:gd name="T31" fmla="*/ 2 h 34"/>
                  <a:gd name="T32" fmla="*/ 17 w 30"/>
                  <a:gd name="T33" fmla="*/ 2 h 34"/>
                  <a:gd name="T34" fmla="*/ 17 w 30"/>
                  <a:gd name="T35" fmla="*/ 28 h 34"/>
                  <a:gd name="T36" fmla="*/ 18 w 30"/>
                  <a:gd name="T37" fmla="*/ 32 h 34"/>
                  <a:gd name="T38" fmla="*/ 22 w 30"/>
                  <a:gd name="T39" fmla="*/ 33 h 34"/>
                  <a:gd name="T40" fmla="*/ 22 w 30"/>
                  <a:gd name="T41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4">
                    <a:moveTo>
                      <a:pt x="22" y="34"/>
                    </a:moveTo>
                    <a:cubicBezTo>
                      <a:pt x="7" y="34"/>
                      <a:pt x="7" y="34"/>
                      <a:pt x="7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3"/>
                      <a:pt x="11" y="32"/>
                      <a:pt x="11" y="32"/>
                    </a:cubicBezTo>
                    <a:cubicBezTo>
                      <a:pt x="12" y="31"/>
                      <a:pt x="12" y="30"/>
                      <a:pt x="12" y="2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2" y="4"/>
                      <a:pt x="1" y="6"/>
                      <a:pt x="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8" y="6"/>
                      <a:pt x="27" y="4"/>
                      <a:pt x="26" y="3"/>
                    </a:cubicBezTo>
                    <a:cubicBezTo>
                      <a:pt x="25" y="2"/>
                      <a:pt x="23" y="2"/>
                      <a:pt x="2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20" y="33"/>
                      <a:pt x="22" y="33"/>
                    </a:cubicBezTo>
                    <a:cubicBezTo>
                      <a:pt x="22" y="34"/>
                      <a:pt x="22" y="34"/>
                      <a:pt x="22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ṩḷiḋé"/>
              <p:cNvSpPr/>
              <p:nvPr/>
            </p:nvSpPr>
            <p:spPr bwMode="auto">
              <a:xfrm>
                <a:off x="7705598" y="4004533"/>
                <a:ext cx="190627" cy="185405"/>
              </a:xfrm>
              <a:custGeom>
                <a:avLst/>
                <a:gdLst>
                  <a:gd name="T0" fmla="*/ 35 w 35"/>
                  <a:gd name="T1" fmla="*/ 1 h 34"/>
                  <a:gd name="T2" fmla="*/ 28 w 35"/>
                  <a:gd name="T3" fmla="*/ 7 h 34"/>
                  <a:gd name="T4" fmla="*/ 20 w 35"/>
                  <a:gd name="T5" fmla="*/ 18 h 34"/>
                  <a:gd name="T6" fmla="*/ 20 w 35"/>
                  <a:gd name="T7" fmla="*/ 28 h 34"/>
                  <a:gd name="T8" fmla="*/ 21 w 35"/>
                  <a:gd name="T9" fmla="*/ 32 h 34"/>
                  <a:gd name="T10" fmla="*/ 26 w 35"/>
                  <a:gd name="T11" fmla="*/ 33 h 34"/>
                  <a:gd name="T12" fmla="*/ 26 w 35"/>
                  <a:gd name="T13" fmla="*/ 34 h 34"/>
                  <a:gd name="T14" fmla="*/ 10 w 35"/>
                  <a:gd name="T15" fmla="*/ 34 h 34"/>
                  <a:gd name="T16" fmla="*/ 10 w 35"/>
                  <a:gd name="T17" fmla="*/ 33 h 34"/>
                  <a:gd name="T18" fmla="*/ 14 w 35"/>
                  <a:gd name="T19" fmla="*/ 32 h 34"/>
                  <a:gd name="T20" fmla="*/ 15 w 35"/>
                  <a:gd name="T21" fmla="*/ 28 h 34"/>
                  <a:gd name="T22" fmla="*/ 15 w 35"/>
                  <a:gd name="T23" fmla="*/ 19 h 34"/>
                  <a:gd name="T24" fmla="*/ 8 w 35"/>
                  <a:gd name="T25" fmla="*/ 9 h 34"/>
                  <a:gd name="T26" fmla="*/ 3 w 35"/>
                  <a:gd name="T27" fmla="*/ 2 h 34"/>
                  <a:gd name="T28" fmla="*/ 0 w 35"/>
                  <a:gd name="T29" fmla="*/ 1 h 34"/>
                  <a:gd name="T30" fmla="*/ 0 w 35"/>
                  <a:gd name="T31" fmla="*/ 0 h 34"/>
                  <a:gd name="T32" fmla="*/ 14 w 35"/>
                  <a:gd name="T33" fmla="*/ 0 h 34"/>
                  <a:gd name="T34" fmla="*/ 14 w 35"/>
                  <a:gd name="T35" fmla="*/ 1 h 34"/>
                  <a:gd name="T36" fmla="*/ 14 w 35"/>
                  <a:gd name="T37" fmla="*/ 1 h 34"/>
                  <a:gd name="T38" fmla="*/ 11 w 35"/>
                  <a:gd name="T39" fmla="*/ 2 h 34"/>
                  <a:gd name="T40" fmla="*/ 11 w 35"/>
                  <a:gd name="T41" fmla="*/ 4 h 34"/>
                  <a:gd name="T42" fmla="*/ 19 w 35"/>
                  <a:gd name="T43" fmla="*/ 16 h 34"/>
                  <a:gd name="T44" fmla="*/ 27 w 35"/>
                  <a:gd name="T45" fmla="*/ 4 h 34"/>
                  <a:gd name="T46" fmla="*/ 27 w 35"/>
                  <a:gd name="T47" fmla="*/ 2 h 34"/>
                  <a:gd name="T48" fmla="*/ 24 w 35"/>
                  <a:gd name="T49" fmla="*/ 1 h 34"/>
                  <a:gd name="T50" fmla="*/ 24 w 35"/>
                  <a:gd name="T51" fmla="*/ 0 h 34"/>
                  <a:gd name="T52" fmla="*/ 35 w 35"/>
                  <a:gd name="T53" fmla="*/ 0 h 34"/>
                  <a:gd name="T54" fmla="*/ 35 w 35"/>
                  <a:gd name="T55" fmla="*/ 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" h="34">
                    <a:moveTo>
                      <a:pt x="35" y="1"/>
                    </a:moveTo>
                    <a:cubicBezTo>
                      <a:pt x="33" y="0"/>
                      <a:pt x="30" y="2"/>
                      <a:pt x="28" y="7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21" y="32"/>
                      <a:pt x="21" y="32"/>
                    </a:cubicBezTo>
                    <a:cubicBezTo>
                      <a:pt x="22" y="33"/>
                      <a:pt x="23" y="33"/>
                      <a:pt x="26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2" y="33"/>
                      <a:pt x="14" y="33"/>
                      <a:pt x="14" y="32"/>
                    </a:cubicBezTo>
                    <a:cubicBezTo>
                      <a:pt x="15" y="32"/>
                      <a:pt x="15" y="30"/>
                      <a:pt x="15" y="28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5"/>
                      <a:pt x="4" y="3"/>
                      <a:pt x="3" y="2"/>
                    </a:cubicBezTo>
                    <a:cubicBezTo>
                      <a:pt x="2" y="1"/>
                      <a:pt x="1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1"/>
                      <a:pt x="10" y="1"/>
                      <a:pt x="11" y="2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3"/>
                      <a:pt x="27" y="3"/>
                      <a:pt x="27" y="2"/>
                    </a:cubicBezTo>
                    <a:cubicBezTo>
                      <a:pt x="27" y="1"/>
                      <a:pt x="26" y="1"/>
                      <a:pt x="24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1"/>
                      <a:pt x="35" y="1"/>
                      <a:pt x="3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ISLIDE.VECTOR" val="9958e2aa-ba20-40b7-bff6-9b670547780a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ISLIDE.VECTOR" val="9958e2aa-ba20-40b7-bff6-9b670547780a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ISLIDE.VECTOR" val="9958e2aa-ba20-40b7-bff6-9b670547780a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ISLIDE.VECTOR" val="9958e2aa-ba20-40b7-bff6-9b670547780a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ISLIDE.VECTOR" val="9958e2aa-ba20-40b7-bff6-9b670547780a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337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338.xml><?xml version="1.0" encoding="utf-8"?>
<p:tagLst xmlns:p="http://schemas.openxmlformats.org/presentationml/2006/main">
  <p:tag name="ISLIDE.VECTOR" val="9958e2aa-ba20-40b7-bff6-9b670547780a"/>
</p:tagLst>
</file>

<file path=ppt/tags/tag339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340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341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2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3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4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5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6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7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8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49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0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1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2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3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4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5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6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61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62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63.xml><?xml version="1.0" encoding="utf-8"?>
<p:tagLst xmlns:p="http://schemas.openxmlformats.org/presentationml/2006/main">
  <p:tag name="KSO_WM_DIAGRAM_VIRTUALLY_FRAME" val="{&quot;height&quot;:361.15,&quot;left&quot;:48.26590551181103,&quot;top&quot;:94.6,&quot;width&quot;:907.934094488189}"/>
</p:tagLst>
</file>

<file path=ppt/tags/tag364.xml><?xml version="1.0" encoding="utf-8"?>
<p:tagLst xmlns:p="http://schemas.openxmlformats.org/presentationml/2006/main">
  <p:tag name="ISLIDE.VECTOR" val="9958e2aa-ba20-40b7-bff6-9b670547780a"/>
</p:tagLst>
</file>

<file path=ppt/tags/tag365.xml><?xml version="1.0" encoding="utf-8"?>
<p:tagLst xmlns:p="http://schemas.openxmlformats.org/presentationml/2006/main">
  <p:tag name="ISLIDE.VECTOR" val="9958e2aa-ba20-40b7-bff6-9b670547780a"/>
</p:tagLst>
</file>

<file path=ppt/tags/tag366.xml><?xml version="1.0" encoding="utf-8"?>
<p:tagLst xmlns:p="http://schemas.openxmlformats.org/presentationml/2006/main">
  <p:tag name="ISLIDE.VECTOR" val="9958e2aa-ba20-40b7-bff6-9b670547780a"/>
</p:tagLst>
</file>

<file path=ppt/tags/tag367.xml><?xml version="1.0" encoding="utf-8"?>
<p:tagLst xmlns:p="http://schemas.openxmlformats.org/presentationml/2006/main">
  <p:tag name="ISLIDE.VECTOR" val="9958e2aa-ba20-40b7-bff6-9b670547780a"/>
</p:tagLst>
</file>

<file path=ppt/tags/tag368.xml><?xml version="1.0" encoding="utf-8"?>
<p:tagLst xmlns:p="http://schemas.openxmlformats.org/presentationml/2006/main">
  <p:tag name="ISLIDE.VECTOR" val="9958e2aa-ba20-40b7-bff6-9b670547780a"/>
</p:tagLst>
</file>

<file path=ppt/tags/tag369.xml><?xml version="1.0" encoding="utf-8"?>
<p:tagLst xmlns:p="http://schemas.openxmlformats.org/presentationml/2006/main">
  <p:tag name="ISLIDE.VECTOR" val="9958e2aa-ba20-40b7-bff6-9b670547780a"/>
</p:tagLst>
</file>

<file path=ppt/tags/tag370.xml><?xml version="1.0" encoding="utf-8"?>
<p:tagLst xmlns:p="http://schemas.openxmlformats.org/presentationml/2006/main">
  <p:tag name="ISLIDE.VECTOR" val="9958e2aa-ba20-40b7-bff6-9b670547780a"/>
</p:tagLst>
</file>

<file path=ppt/tags/tag371.xml><?xml version="1.0" encoding="utf-8"?>
<p:tagLst xmlns:p="http://schemas.openxmlformats.org/presentationml/2006/main">
  <p:tag name="ISLIDE.VECTOR" val="9958e2aa-ba20-40b7-bff6-9b670547780a"/>
</p:tagLst>
</file>

<file path=ppt/tags/tag372.xml><?xml version="1.0" encoding="utf-8"?>
<p:tagLst xmlns:p="http://schemas.openxmlformats.org/presentationml/2006/main">
  <p:tag name="ISLIDE.VECTOR" val="9958e2aa-ba20-40b7-bff6-9b670547780a"/>
</p:tagLst>
</file>

<file path=ppt/tags/tag373.xml><?xml version="1.0" encoding="utf-8"?>
<p:tagLst xmlns:p="http://schemas.openxmlformats.org/presentationml/2006/main">
  <p:tag name="ISLIDE.VECTOR" val="9958e2aa-ba20-40b7-bff6-9b670547780a"/>
</p:tagLst>
</file>

<file path=ppt/tags/tag374.xml><?xml version="1.0" encoding="utf-8"?>
<p:tagLst xmlns:p="http://schemas.openxmlformats.org/presentationml/2006/main">
  <p:tag name="ISLIDE.VECTOR" val="9958e2aa-ba20-40b7-bff6-9b670547780a"/>
</p:tagLst>
</file>

<file path=ppt/tags/tag375.xml><?xml version="1.0" encoding="utf-8"?>
<p:tagLst xmlns:p="http://schemas.openxmlformats.org/presentationml/2006/main">
  <p:tag name="ISLIDE.VECTOR" val="9958e2aa-ba20-40b7-bff6-9b670547780a"/>
</p:tagLst>
</file>

<file path=ppt/tags/tag377.xml><?xml version="1.0" encoding="utf-8"?>
<p:tagLst xmlns:p="http://schemas.openxmlformats.org/presentationml/2006/main">
  <p:tag name="KSO_WPP_MARK_KEY" val="16eb48a3-2232-458a-9a24-2f5371751322"/>
  <p:tag name="COMMONDATA" val="eyJoZGlkIjoiMGQwYTU1OTIyNWIzYTI0MzA2NWU2ZjEyZWUzMmJiYTAifQ=="/>
  <p:tag name="RESOURCE_RECORD_KEY" val="{&quot;13&quot;:[4722044,20419712,4721865,20481847,4683222,4650224],&quot;29&quot;:[50000076]}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g1NzI3ODQyNjczIiwKCSJHcm91cElkIiA6ICI3NDc1NTU5MTMiLAoJIkltYWdlIiA6ICJpVkJPUncwS0dnb0FBQUFOU1VoRVVnQUFCSXdBQUFJVENBWUFBQUJsdG9jREFBQUFBWE5TUjBJQXJzNGM2UUFBSUFCSlJFRlVlSnpzM1hsOFhGZDkvLy8zNTk0WmFTUmJzdVhZanUxNGtSTjVpV3hMYzYrU0VCSVNJRUNnTktFc0FVTFlBb1dFblVKVEtKVFFodVhIVm1qTCtvWFNRb0Y4dzFZb3BZV1dGcjZocFpBRU5ET1NsemlwQVFWQ1NPSWtoQ3kySld2dTUvZUhac3hJa1d5TkxXbEdtdGZ6OGZERE0zUHZPZWR6UnFQUnZaOTd6cmtT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RmhxcmRRQkF2VnB6MnZaMVRlblVhYldPQXdBQUFJMXBlSGo0NTcvKytjMjMxVG9PQUkySmhCRXdpVk82ZXRhbVUvWjVtYmJXT2hZQUFBQTByRi9vb0QxM2FLZ3dWT3RBQURTZVZLMERBT3BSV2xvcjAxYTVUamJUd3k0YnJYVk1BQUFBYUF3bVQ3bXJWV1laWmRRcGlZUVJnRGxId2dnNENqTTlYRXpzbllIcHBsckhBZ0FBZ01iZ2Jsa0Zmcldrb05heEFHaGNKSXlBbzNEWmFLQmtjR2p2NFBXMWpnVUFBQUNOb1hOclZwSkdKR1ZxSFF1QXhrWEdHZ0FBQUFBQUFPT1FNQUlBQUFBQUFNQTRKSXdBQUFBQUFBQXdEZ2tqQUFBQUFBQUFqRVBDQ0FBQUFBQUFBT09RTUFJQUFBQUFBTUE0Skl3QUFBQUFBQUF3RGdrakFBQUFBQUFBakVQQ0NBQUFBQUFBQU9PUU1BSUFBQUFBQU1BNEpJd0FBQUFBQUFBd0Rna2pBQUFBQUFBQWpFUENDQUFBQUFBQUFPT1FNQUlBQUFBQUFNQTRKSXdBQUFBQUFBQXdEZ2tqQUFBQUFBQUFqRVBDQ0FBQUFBQUFBT09RTUFJQUFBQUFBTUE0Skl3QUFBQUFBQUF3RGdrakFBQUFBQUFBakVQQ0NBQUFBQUFBQU9PUU1BSUFBQUFBQU1BNEpJd0FBQUFBQUFBd0Rna2pBQUFBQUFBQWpFUENDQUFBQUFBQUFPT1FNQUlBQUFBQUFNQTRKSXdBQUFBQUFBQXdEZ2tqQUFBQUFBQUFqRVBDQ0FBQUFBQUFBT09RTUFJQUFBQUFBTUE0Skl3QUFBQUFBQUF3RGdrakFBQUFBQUFBakVQQ0NBQUFBQUFBQU9PUU1BSUFBQUFBQU1BNEpJd0FBQUFBQUFBd0Rna2pBQUFBQUFBQWpFUENDQUFBQUFBQUFPT1FNQUlBQUFBQUFNQTRKSXdBQUFBQUFBQXdEZ2tqQUFBQUFBQUFqRVBDQ0FBQUFBQUFBT09RTUFJQUFBQUFBTUE0Skl3QUFBQUFBQUF3RGdrakFBQUFBQUFBakVQQ0NBQUFBQUFBQU9PUU1BSUFBQUFBQU1BNEpJd0FBQUFBQUFBd0Rna2pBQUFBQUFBQWpFUENDQUFBQUFBQUFPT1FNQUlBQUFBQUFNQTRKSXdBQUFBQUFBQXdEZ2tqQUFBQUFBQUFqRVBDQ0FBQUFBQUFBT09RTUFJQUFBQUFBTUE0Skl3QUFBQUFBQUF3RGdrakFBQUFBQUFBakVQQ0NBQUFBQUFBQU9Pa2FoMEFBQUFBZ09OaWt2eDRDMmV6MmFVUFBmVFF3WDM3OWcxUFk5OU9kMjk2K09HSDc5eTNiOThEeDlzbUFHRCtZSVFSQUFBQU1FdmlPSDVKSE1mM1JGSDBuU2lLTHBuaHVuOFZSZEZRSE1mL0ZjZnhCZFdXTjdNbGJXMXR2NHlpNkczZDNkMU5SOXMzQ0lLcndqQzhwYTJ0N2Y1c052dlVFd29jQURBdmtEQUNBQUFBWmtrdWwvdU11My9Eeko1a1psK0pvdWkxayszWDA5T3o1VGlxYnpLekRlNmU1SEs1NzFWYk9KL1AzMlptTjVyWk96T1p6TGVuTS92QXpKSkNvZkN0NmJhUnpXWTNaYlBabDBkUmRHMFVSWSt1TmtZQVFPMlFNQUlBQUFCbTBlam82RldTZmx0Nit0aUoyK000ZmtvcWxkb1Z4L0VYdXJ1N0YxZHU2K3JxYWo3T1pvUHBKS0dTSlBsaTZlRUZVUlJkZHB4dGpSUEg4Vk5LQ2FKZkJVRndheEFFbnpLenk4eHM5VXpVRDB3VVJkR0szdDdlemJXT0ExaG9XTU1JQUFBQU9FNmxhV1lYVFdQWEphWC9OMFJSOU5uS0RlNStpWm1sSkQwL2s4bWNzVzNidG5OMjc5NTlueVMxdGJWOVBJN2psWkkrbWN2bHZpMnBPTTI0UG1abWwwZFI5SnA4UHY5M1UrMVhMQlovRkFSSHJpRXY3ZTN0M1JZRXdmUHorZnhiajlWR1QwL1A5blE2L2JQKy92NERsYThuU2RJczZYcEoxNXJaMVpMT0xtMDZQSjNZZ1dxNSs3WXdESytMb3VnK1NYL243dCtVdEw5UUtEdzQzZDhaQUk5RXdnZ0FBQUE0VHZsOC91dWRuWjMvTXRtMjl2YjJNQXpEcjV2WjZpUkpublAvL2ZkL2M0cHFYbEYrY05KSkp4VjM3OTVkbVZnSlN3bXBpNklvK3FxWkhWbWcydDBYbTVra25SN0g4UmNxSzNUM3AwckttTm1uczluczRrS2g4RGVUTmJ4ejU4NmhLSXF1a3JTbVdDeitYU3FWK3JhazgrSTRUdVZ5dVRkTjFlOGRPM1owcEZLcGI3bjczWDE5ZlJmMzkvZi91cnl0VUNoOG8vdzRqdVBYVlJRYm1hbytZQ2FZV2Jla0QwcDZoNW4xWjdQWkc4enNwdUhoNFIvdjJiUG5seWV5U0R6UWlFZ1lBUUFBQU1ldk9EUTBOTmtJaGpDTzQwOUxlcExHRm8yK3JxT2o0d1A1ZlA0dGZYMTlyU01qSTZmdDNMbHo1OFJDUTBORFV6WVVCTUVyKy92Nzd5ay9qK1A0S1pLYUpkMmN5K1ZlVUxsdkZFVUZTUjJTN3AyWUxJcWk2SjFtdG1saS9hbFU2alB1bmtqNnZwbWQwZHZidTIxZ1lHQjM1VDd1SHBTU1U2ZExXaWRwWFpJay85WFgxOWM3Y2FUUlJPN09TQS9NQ1ROYkpPbjhJQWpPZGZjSE1wbk0zVkVVM2VUdVh5b1VDdjh1YWJUV01RTHpBUWtqQUFBQVlBYXRYYnUyWmNXS0ZaK1g5S3pTUzRPam82TlhEQTRPM2loSi9mMzlCK0k0ZmtVVVJiOHY2Uk1IRGh6NCtDMjMzUExnWE1XWHorZXY3dW5wV1RrNE9IaDM1ZXZaYlBabDdyNDNsVXJkMk4vZlArbjBNVE5MSmlhbmdGb3pzM0VqaDl5UFBBMGxkYmg3aDVsdE1iTVhSbEYwcjd0LzNzeXVEWUpnNk9EQmd3L3MyYk9IMFcvQUpFZ1lBUUFBQURNa204MXVNck92bUZtdnBKKzYrenZ5K2Z5MUU5ZFJ5ZVZ5cjRuamVJV2s5eTVhdE9qVmNSdy9QNWZML2ZkY3hSbUc0ZnQ3ZW5yK2NuQndjRmY1TlRPN0pnaUNOZTcreXppT241UEw1VzZZcTNobVNqYWI3WlRVV2VzNFR0VHdZV1VQdTVva1Q2VUR5MmF6MlZxSFZOZmNQVnU2YTZBMDlsbXVUQnFWOTVHWnljeE9Nck0va3ZRYWQ3ODVrOG5jME52YnV6Y0lndThHUWJCbnFtUXAwSWhJR0FFQUFBQW5LSXFpTlpLdU5MT3IzRDJmSk1uekM0WENsNDh5OWNVUEhUcjAwdWJtNXUxbWRycWtmNC9qK0x4Y0x0Yy9WUnRKa253aWp1UHBybUcwL2hnaDN4Q0c0VGUzYk5uU1V4cmRGSnJaeWFWMlBsY29GT1pkc2toamlZSm5tZGxWdFk3alJEV252YWxKdGxTU21YUjFFQmdqWUk3QzNadk1iRW5sYStYa2tjYVBPRHJ5dUxUUS9BNTMzeDRFd1dGSnYwNlM1T2JlM3Q2dmo0Nk9mclc4OER6UXlFZ1lBUUFBTER5cGJEYTdYZExTV2djeWt3cUZ3dlcxam1FcVp2WlJTYytRZEtla1VUTzdNbzdqVjdwN1lHYWh1NGRtRnBhT3Y5T2xZdnZjL2Z1U3VpUzF1UHQ3SkYwNFZSdkh1WWJScE55OVB3aUN6dGJXMW5kSmVuMXZiKytxMHZRZEJVSHc5WjZlbmtlWldldkF3TUQxa3kwVW5NMW1Mek96aTRlSGgxKytaOCtlaDQ3N2padDVLWGZQMURxSUUrY3BTZVdNUjVPN2dtTVVhSFFwZDdmS0pORmtKaWFPU2lPT1RGTG83bTJTbHB2WlVqTkxIN1Vpb0VHUU1BSUFBRmhnb2loNnVwbDlVRkpUcldPWllhdHJIY0JVa2lUNWNCQUV6NUMweXN4V2xWOHZUWTNaYldZRlNiZEplcXZHVGxiZmw4L24vMVJqeVplRFFSQzhRZExhdVlyWDNlOG94WGZGdG0zYnJwRzBzYlRwcDdsY3JqK080OWRJK2tnY3g3OXc5Mis1KzZOTGZRbmlPUDZvdTcvY3pKb3ltVXdVeC9GRnVWeHUzMXpGZmpUdS9pVkpOOVk2amhNMU5pWE5yNWJVbERhN3VqbnRoVnJIVk9leVpuYTFwR1hsRnlaT1NTc3JKNVY4YkllZlNyckIzWGNYaThYcjc3dnZ2b0hiYjcvOTROeUZEZFEzRWtZQUFBQUxqSm1kSzJtOXV3OUw0dVJuRGhRS2hldmpPTDdXM1hlNis4K0NJSGlpcENzMGRtTDZtbncrZjMxM2QvZmlUQ2J6MW9sbER4MDY5TzZXbHBiaEpFbStNMWZ4RGd3TTNCVkZrWnRaSnAxT1B5RUlndVpTck5kTzJIVzl1Ly85eU1qSU5lVVhtcHVibDVuWnEwdjc3M3J3d1FkL09WZHhIMHVoVUJpU05QV3Q1dWFKenExWnlUUWlXVENhcUhEejd2b2RYVmNQc3Rtc3pINDNiVyt5WkZGRm91Z2hkLytuSkVtKzdPNjdSMFpHOXQ5eXl5MFBUVGFTRG1oMEpJd0FBQUFXcm45Mzk3K3FkUkNOb25KYVdCUkZQZVVUMUNSSkhqaGF1YjE3OTk0cjZTMXpFR0tsVVRON1NGS2JtYTEzOXhZelU1SWtFeE5Ha3JSL3o1NDlkNWFmOVBYMWpWYXNBM1Budm4zN2hpY3BBOHk1eWtSUmFVUmNJdW1RbWYzVzNRY2xYWHZYWFhmOTR4MTMzSEdncG9FQzh3UUpJd0FBZ0lYcmpucGU5MmNoTTdOVHlvK1RKUG5WVE5TWkpNbEhvaWlhYk5IcnJWRVVmWGJDN3VNV3ZlN3U3bTZhNU5iaFhvcjFkbmQvcXJ2L2NHQmc0TmFaaUJXb2hZcFJSQWZjUFMvcHhtS3grT01rU1g2OGE5ZXVuMHRLYWgwak1KK1FNQUlBQUFCbW1MdWZWUnJoY1B1dVhidnVxcUtvVFRVMUpnaUMxMDVZOVBxaTBxTFhlL1A1L09XVisxWXNlbjFZa2pLWnpCV1NQanFoeW41M1g3Ui8vLzUvWHJGaXhldmQvWk1WOFI5ekFlSHBjUGRVeGEzT3d4T3VFRGdLZC8vZjByVEtiNFZoZVB2Qmd3ZnZuU1JSQ21DYVNCZ0JBQUFBTXlpS29tNHoyMVo2K29WajdINUVkM2QzVXlhVHVUeVh5MzJxOG5WMzMyOW0xL2IzOS85bXVuV1oyYlZKa253bVNaSi83Tzd1WGl6cHlSTVRScmxjN29MU3cyRGx5cFViSlMySm91Z2ZTbFBWN3A5dVc4ZHc1SHdqU1JMT1BUQXJSa2RIYjI1cWFyb2duOC9mWE90WWdJV0VMMjBBQUFCZ1psMmpzVVRQM1NNakl4K1licUdtcHFiZmMvZVZsYS9sOC9tWFNScXROb0JjTG5lazNTaUtMblgzOXZMejN0N2V6V0VZUmttU3hFRVFuQ21wVDFLN3BEZWEyUnR6dWR6WFNuZEpPMkdWbzRvWVlZVFpVaHJGVjgxSVBnRFRRTUlJQUFBQW1DRnhITDlBMGlXU0RycjdNM2Z2M24zZlpQdVoyZUxLNTMxOWZhMUprdnlScFA0SnUwNlpMSEwzcERUZHE2dW5wMmRMRUFUalRwakRNRXk1K3dwSmIzTDNSVnUzYmoxcDc5Njk5d1pCOEFGSlR3dUNvRnpQUTVLdTNyOS8vd2RuOHBiaWZYMTlTOXg5VVVXOEowc0tKUlZucWcwQXdPd2hZUVFBQUFETWdEaU9ueW5wNzkxOXlNd3VLUlFLNDVJL0xTMHR3eFYzY1hwMUhNZXZLRDl4OTdDVS9IbGNiMi92dnc0TURQeS9hVFI1ajZRVlpuWktLcFhhTzNIanhEdEd0YlMwZkVuU0U5MzlvMmIyTkhjZk1iTlBEdzhQdjdQeUxtZ1RCVUh3a1RpT0g2Nm90Mm1xZmZ2NitwYTcrNys1KzBaM1h6YWhuay9GY2Z4eFNiZTUrd2Z6K2Z3bnB0RkhBRUNOa0RBQ0FBQUFUa0JYVjFkemUzdjd1eVM5Uk5LNzkrL2YvLzdKUnVyMDkvY2ZqdVA0QjVJZVUzcnBFVk8wM1AwMzdyNS9PdTJhMldjbHZXKzZjWnJaVGtrcUZBci9FVVhSTjl6OWovTDUvTkN4eWlWSjh0cENvWEJrdjFKUzZCbVQ3VnRhbFB1TTZjWUVBS2hmSkl3QUFBQ0E0eFJGMGJNa1BTNUprcC9jYzg4OTY0NDFwZXUrKys1NzBySmx5ODVKa3VTazhwbys3bDRNZ3VCZ2tpUjNQZlRRUTRQNzl1MGJuazdidVZ6dS9WRVUzZWp1NXdSQnNFeFN1cnd0U1pKRTB1RWdDQjZRZEVleFdMeHBZR0JnZDNsN1BwOS8rckhxTDQxQTJuMzQ4T0VISnRrOEt1bW5TWko4ZXpxeEFnRG1IeEpHQUFBQXdISEs1L05mbC9TUDA5MS9hR2pvME5EUTBQZG1zUDN2Uy9yK1ROVlhsc3ZsUGpyeHJtcGxwVkZFNmNtMkFRQVdqcURXQVFBQUFBRHpXRkxyQUFBQW1BMGtqQUFBQUFBQUFEQU9DU01BQUFBQUFBQ01ROElJQUFBQUFBQUE0NUF3QWdBQUFBQUF3RGdrakFBQUFBQUFBREFPQ1NNQUFBQUFBQUNNUThJSUFBQUFBQUFBNDVBd0FnQUFBQUFBd0Rna2pBQUFBQUFBQURBT0NTTUFBQUFBQUFDTVE4SUlBQUFBQUFBQTQ1QXdBZ0FBQUFBQXdEZ2tqQUFBQUFBQUFEQU9DU01BQUFBQUFBQ01rNnAxQUFBd242emJzbVZObUlRclBXeHF0ZUxJZ2NPZXV1ZFgrd1p2cjNWY2xlWkRqTlZZYVAxcFBOMU5HN2VrTm5wUkhTNDNDL1FialR3NE5EUTBkS2pXa1FFQUFHQnFKSXdBWUJyV2J0bmVrN0x3MVRJN3p3SXRraXRscWFiUnRQdkJEVnQ2ZnFDaVBuN2J2c0VjTWM2Y2hkYWZSck4rL1k2T29NVXVsZG1MWERwWktUV1pBa2srb3N5U3V6WnU3cjEyNU9IaDYzNzFxNzMzMWpwV0FBQUFQQklKSXdBNGlsTzI5bTVPdWYrSm1mMmhtVmtZaG1wcVNpc01ReFdMaVVaR1JsUXNGcmU0K1VzN3QyWS9wNlQ0M3FGYmQ5NGl5WW54K0N5MC9qU2FrMC91V2RTOE5IbEdZTUhiSlhXWm1UVTFOU21kVHNza2pSdytyTU1qSXh1VHdCK1ZibXQrWStlbTdEc2V2bi9rcS92MzczbW8xckVEQUFEZ2QwZ1lBY0FVMW0vdHZTZ3dlNStaZFRlbDAzck11WS9XV1dmRVduZktLVnE4ZUpFZWZ2aGgzWDdIcjNYVGovdjFneC9kYUljT0hYcXh3dkRSRzdiMnZ1VzJ2UU5mSThicUxiVCtOSnBUdHZadVRrdlhtS1V1bGFRdG03dDB6cVBPMHRZdG03VmkrVWt5TSsyLzUxN2RjdXYvNm9jMzNHUTMzM0xyUnFYMG1VVW5wUzl1V2RMNzlsL3NHOWhkNno0QUFBQmdEQWtqQUpqRStpMDduaDNLUGlacHhZWjFhL1gydDc1SjJkNGRXdExlcmlENDNmMEMzRjJYUFAxcEd0aTVTMy94LzcxUHQ5MzJ5ODJCN0pPZG0zcWFoLzUzOExwR2o3RWFDNjAvamVhVXJwNjFUZEtIWFBhVTV1Wm1QZTg1ejlRTEw3dFVhMWF0VW5OejA3aDlSMFpHZE9lZGQrdmFMMzlWWDdqdXl6cHc0TURUTFdYdDZ6ZnR1UElYLzd2elp6WHJCQUFBQUk0SWF4MEFVSStXTGp0NXJVSzdWTEtVM1AveC9udnYybGZybURCMzFtM2VkbVlZaEo4MHMxTzJiT3JTUi8vcS9UcWpMMUpMSmlNekc3ZXZtU21UeWFoenczbzkvdnp6MUo4ZjBOMzc5N2ZLN05GTGxpKy80YmYzM0Qwcml6UFBoeGlyc2RENjAyaldybDNia21wcC9ZQ1pQVGZUM0JTODlNVXYwSnZmK0hvdDYraFFLdlhJUTQwd0RMVmtTYnZPZWRSWk1qUGxDZ09XRkl1blNyYXNyU1g5Ync4ODhNQm9UVHF5Z0t4ZXZmb3BrczZXOUpNNzc3enpYMnNkRDREcUxGMitxbE9tU3lSTFNmclMvZmZjT1ZUcm1BQTBubUFhK3dCQXcxalIyYjBxRE5KL1kyWWIxNTZ5UnU5OTE1OXJ5K1pOMHlxN1lmMWF2ZmNkYjllbTAwNlZtZGFZd3I5ZXZmSDA5WTBZWXpVV1duOGFUbWRuSmx4ODB2c0MyVXNYTDFxa043M3hkZnFUTjd4V1lYanNhMUpoR09qVlYvNmgzdmJtcTlUZTFxWWdzQmVtMms3NmtEbzdNM01TT3dBQUFLWkV3Z2dBS2l4cVRuOVk4ck9YTEZtaWovN1YrOVd6ZlZ0VjVVL2Z1bGtmZXYrNzFkR3hWSkw2bXB1YTN0ZUlNVlpqb2ZXbjBheHZYbnhKSUYyZVRxZjE0aGRjcXVjOTU1S3E2M2pPczU2dUsxOTJ1WnFhbWlTM0YzYzJMM25lckFRTEFBQ0FhU05oQkFBbDY3ZGtuMjJCUGJ1cHFjbisvSzF2VXMvMmJZK1lEblVzWnFadHAyL1ZlOTd4ZGpVM053VVcySFBYbmQ3NzNFYUtzUm9MclQrTnBuTnJ0ak93MUN0bDFuWkduTlZMWC94Q1pUTE5WZGVUVHFkMTJYTXYwWG5uUGxwbWFwSHBsV3RQUDMxNnc4d0FBQUF3SzBnWUFZQ2tOYWR0WHhmS1h5ZEpqenYvTVhyYytlZWVVSDJQZnRTWnV2QUpGOGpNRkxyK2VOWFdyWjJORUdNMUZscC9HbEtTUE05TVo3VzFMZGFiM3ZnNmRTeGRjdHhWTFdsdjErdGVkWVVXTDE0a000dFNucjVzUm1NRkFBQkFWVWdZQVlDa2RDcTQwRTFuWkRMTmVza0xMOU9TOXZZVHFtL3hva1Y2NGZPZVU2NW5SM1BTZkpHazZvYk96TU1ZcTdIUSt0Tm9UdG02OVNRTGdqZEtTbDM1aHkrcGVpcmhaTGFkdmxXdmZjVVZHcnVMcTcxNnlmb2RIVE1SS3dBQUFLcEh3Z2dBcE5Bc3VOTE1NdWVmZTQ3T1B1dU1xcWRGVFdSbU92T01XSTk3N0dOa1poa0xkUG1LRmQyTEZuaU0xVmhvL1drMFFWcVpEOG0wL05UT0RYcjJNLy9naEg5K2toUUVnUzY3OUJKdDZqcE5aclppYVd2d0VaSitBQUFBdFVIQ0NFREQyN0M1OTJtU245SFJzVlIvL21kdm50RzZyM3I5cTlXeGRLa2tSUzNMMGs5ZHlERldZNkgxcDlGczZPckptdnlaVFUxTmV1NGx6enlocVdnVHRXUXllc0dsejFaemM1Tk1ldDc2MDNiRU0xWTVBQUFBcG8yRUVZQkdGMXFnOTVxWlBmWEpUOUxxVlNmUGFPVnJWcS9XSDF6MFZKbFpFSmhmYzV5akplWkRqTlZZYVAxcE5LYTBMblZaeXlsclZ1djh4enhhcVZScXhpb1Bna0RubkgyV05tN1lJRE1MTEIyOGVNWXFCd0FBd0xTUk1BTFEwRFpzM25HaG1XMWUwdDZ1Mzd2d2liUFN4dE4rL3lsYXNxUmRac0hXOVZ0N0xscUlNVlpqb2ZXbjBhemJFcTAyMlhsbUNzK0lzOXE4cVd2RzJ6aDFZNmZPUEdOc1lKR1puYmRxYTVZRnpBRUFBT1lZQ1NNQWpTeTBJSGkySk1WUnIwN2Z1bVZXR2psMVk2Zk9PZnRSMHRoUWx4ZEpTaSt3R0t1eDBQclRjQUlsVzB6YUhnU0JYdnFpRjh6STJrVVRtWmt1ZSs0bENvSkFrbTlPZTdGM3hoc0JBQURBVVpFd0F0Q3dPcmRtMTBrV1M5TFpaNTJocFV0TzdDNWRVMmxyVzZ5enp6cERZUmpLWkQybmJPM2R1SkJpck1aQzYwOGpza0FYUzdiNDdMUE8wS2F1VTJldG5VMm5uYXB6SG5XVzVHb0paVStldFlZQUFBQXdLUkpHQUJxV0YwZTN5YlRKelBTNDh4OHpLeU1sVkJvdGNjNmp6bEltMHl5WnJRMDltZlpvaWZrUVl6VVdXbjhhVDNlVFhNODNrMTc4Z3VlVlJnRE5qaUFJOVBLWHZFaEJFSmpNL2tEZDNVMnoxaGdBQUFBZWdZUVJnSVpsWVhpaFNhMW45RVhxT25WMkI2QnM3Rnl2dmlncmsxb0RDNTRnOVUxcml0UjhpTEVhQzYwL2pXYmQxdFN6ekd4bDU0WU5ldlJaWjg1NmUrYzgraXlkdXJGVFpyWm1ReEplTXVzTkFnQUE0QWdTUmdBYTJZV1M5TElYdjNEV1JycVVCVUdnNTE5NjVIejNjU3RXSEd5ZVp0SDVFR00xRmxwL0drb29lN0VrbmYrWWM5VGNQUHR2WnhpR2VzTGp6cGNrbWNJclpyMUJBQUFBSEVIQ0NFQkRXcjlwMDZsbXRuVlJhNnN1ZU54NWM5TG1CWTg5WDRzWEw1S1piV2xka3Q2MEVHS3N4a0xyVDZOWjFkVzF3bVNQVG9XaHNqM2JsVXFGYzlMdW1XZkVTcWRUTXROalYzUjJyNXFUUmdFQUFFRENDRUJqQ3NQV1YwdlNlZWMrV21FNE55ZStZUmpxc1k4NVY1SmtLVjErN1AzclA4YnE2bDVZL1drMG1hRDFDWkkzclZ5NVFxZHQzRGpySThUSzFwMnlSbXRXcjVZa0xjcWtXUHdhQUFCZ2pwQXdBdENJQXBlZUwwbm5udk9vT1czNHNlZU5KUzlrZXE2a28yVk41a09NMVZoby9XazA1b0dkNDFMVGloWEwxZG01ZnM0YVhyTjZ0ZGFzUGpLdzZQR1M1aVpUQlFBQTBPQklHQUZvT091N3VrODNzNVBiRmkvV3FaMmRjOXIyNXE3VDFON1dKcE9kdkhiTDltM3pPY1pxTExUK05KcFZYVjNMVGRwaVpzSFd6WnUwZU5HaU9XdDc4ZUpGMnJ5cFM1SmtzcTRORzA1bldob0FBTUFjSUdFRW9QR0U2VWlTVnE1Y29aVXJWOHhwMHgwZFM3Vm16ZGowbWpBSXpwcHl4L2tRWXpVV1duOGFUQ3JNckphMFhwTE83SXZudlAyb2Q0Y2t5YVhWeGVhbWRYTWVBQUFBUUFNaVlRU2c0WmdwSzBrcmxwK2tsY3VYejJuYkhSMUx0V2JWeVdOeHVFMTVYL0w1RUdNMUZscC9HbzFadU1xa3RaTFVGL1hPZWZ1OU83YVZBMWtWQms3Q0NBQUFZQTZRTUFMUVVKWXYzOUptcnRNa2FkMHBwNml0YmZHY3RyOTQwU0t0VzN1S3pFeG1kdXF5cnE3MitSaGpOUlphZnhxUlNWdGt0bmpGOHVYYXNIN3U4elViMXEvWHNvNE9tZFJxc2swY3Z3QUFBTXcrRHJnQU5KUk1lN0JLcG5XU2xDMU5jNWxyMjdlZHJsUXFKYm12V3F6bXRmTXh4bW9zdFA0MG9rQjJoaVJkOExqemFoYkRrNTkwUWZsaHI3cTYwalVMQkFBQW9FR1FNQUxRVUZKQitpUXpyWlNrVFYybjFTU0dqWjBiRklhaFhMYk13dFRKOHpIR2FpeTAvalFpazdwVm8rbG9aV2VlY1dUdHBFMXJEaXpoYm5jQUFBQ3pqSVFSZ0liaWdTK1RhNFdaNmJTTmMzdTNycklORzlZcmxRb2wrVEx6c1VUS2ZJdXhHZ3V0UHcwb2tIeXpKUFh1MkY2eklQcXlwV1NWNmJTRG1kOHd3Z2dBQUdDV2tUQUMwR0RDalRMTG5MSm10VG82bHRZa2dwTTZPclRxNUpObFpoazNXLy9JUGVaRGpOVllhUDFwTEoyYmQyeVdXWHRIeDFLdFdsVzd3Vm5yMXA2aXBVdVh5R1JMVzhQMmpUVUxCQUFBb0VHUU1BTFFVSUxBVDVla3ZpaGIweml5NVpFYWxteWF1RzAreEZpTmhkYWZSdU5tNTBwUzUvcjFTb1cxblFsMjJzYXhQRkU2OExOckdnZ0FBRUFESUdFRW9LRzQyYW1TMUJmMTFEU08zcDZ4NUlYSkhqRkhhejdFV0kyRjFwOEcxQ2RKblJ2V0theDF3dWpVSXorNjJpMm1CQUFBMENCSUdBRm9NRW1uSkhXZnZyV21VV3pkVWhya1lqYkpIYnZtUTR6VldHajlhU3hCWURza2FjM3ExUXBxbkRCYXQvYVVVbERhVnROQUFBQUFHZ0FKSXdDTnhXMkRKSFdkZW1wTnc5aDBXcWw5MXltUDJEZ2ZZcXpHUXV0UG8zSDFTTkxKSzFjb0RHcDcySERLbXRXbG1LeTIyVWNBQUlBR1FNSUlRTU5ZdVhIN3lXYlcyclo0c2RyYjIyb2FTM3Q3dXhZdFdpUXp0YTlaczNuNWZJcXhHZ3V0UDQxbXlmb2RIVEpyYjJwcUdsdHcycXkyOFN4Wm9xYW1KcGxwUmNlcHB5NnBhVEFBQUFBTEhBa2pBQTJqSlFpN0plbmtrK3ZqcnVxclMzZWNTcmUxN0NpL05oOWlyTVpDNjArajZXZ3VicENreFlzV3FiMnR0Z20vMzhXeFdKSzBoRHVsQVFBQXpDb1NSZ0FhaG9kSmx5UXRQK21rV29jaWxhYjRTSktaTnBkZm13OHhWbU9oOWFmUnVJVnJKS20xdFVXTEZ5K3VkVGpqNGtqQ1pGMnQ0d0VBQUZqSVNCZ0JhQmhCb0xXU3RIUnBmY3hrV2RiUklVbHk5eU1udnZNaHhtb3N0UDQwR3BjdGw2Uk1KcVBXbHBaYWg2Tk04Ky9pTUZkOURGc0RBQUJZb0VnWUFXZ2NIcXlWcEk1NlNWNHM2eWc5c3ZWSFhwd1BNVlpqb2ZXbndWaGdLeVFwazJsV2Eyc2RKSXhhbXRWU2lzT01oQkVBQU1Cc0ltRUVvSEdZcjFFZGpYWXBKMUhNOUx2YnZNK0hHS3V4MFByVFlGeCtrdXAwaEpFWVlRUUFBRENyU0JnQmFDUmp5WXNsOVpHOEtFK1Brc1lsTCtaRGpOVllhUDFwS0lGc0xHSFUvTHVSUGJYVWttaytrakJ5alkxK0FnQUF3T3dnWVFTZ1laaHNsYVM2dU51VEpIVXNYVnA2WkVlU0YvTWh4bW9zdFA0MEdwTXZVeWxobE1sa2FoMk9tcHViMWRKeVpFcmE4bHJIQXdBQXNKQ1JNQUxRRURvN096TXlhd3JEVUpsTWM2M0RrVXJyd29SaElETzFxTHU3YVQ3RVdFM1poZGFmQnBTU0xDTkpMUzB0Q29QYUh6S00reXladFVnS2F4MFRBQURBUWxYN296OHNLTnUzYjErM2R1M2EyczliQUNZNGZEaXpTQzVMcDFKS3A5TzFEa2VTbEtxSVpmMUQ0YUw1RUdNMVpSZGFmeHJOMnJWcjB5NmxWYnFkZmIzSVpESXlNOG1WV3J0MkxVay9ORG83a2NMWmJIWnBWMWZYdERMNjJXeTJzN2UzZDNOWFYxZjdpYlFKQUpnL1VyVU9ZRDdKWnJPdk1yUExKWDNUM2I5WktCUUt4MU5QSE1kZmRQZFdNL3ZlZ1FNSFByOTM3OTU3cXlrZlJkSHJnaUQ0MS83Ky9wOU90MHpIU3RSaUFBQWdBRWxFUVZSbloyZG0yYkpsNzMzNDRZZXZ2dVdXV3g2Y3VMMm5wMmRsS3BXNnp0M3ZOTE03RGgwNmRNMmVQWHNla21SeEhQKzV1LzkzUHAvLzd0SGE2T3ZyUzd2N0wxYXVYS21WSzFmZVdTd1dMeHNZR1BoLzFmUU5tQzNlSEN5U1BFaWwwMnFxaytSRk9wMVdPcDNXb1VQREdrMzdZcVVDcS9zWXBkOU10K3k4ZU0rcjZFK2plYmlwcVdtSjFDUkpyYTJ0dFE3bmlOYVdGcG1aVEo1K0tMVzhXYnI5WUsxakFvNG1qdU9YU1BxQXUrY2tmU3FmejM5MUJ1ditsYnVQbU5rdkpQMUZMcGY3WGpYbHpXeEpXMXZiclZFVWZYaDRlUGo5ZS9ic0dabHEzeUFJcnBMMDZyYTJOczltc3hjVkNvVnZ6VVFmQU15TStYcXVtczFtTzRNZytMNjdGeVg5eS83OSs5OTgrKzF6ODdlOXE2dXJ1YTJ0N1cxQkVMeW52Ny8vd0Z5ME9kOHd3cWdLUVJEOG9abWRhV2J2a1BTODQ3ekNZdTUrb1psZDdPN05lL2Z1L1cwMWhhTW9lcDZaL1kyNzk4ZHhmTkYweTNWMGRIeEkwdXNYTFZyMFB6MDlQV3UzYnQxNlVuZDM5K0tLWFpva1hXQm1sMG02dTVRc2tpU1hkTE9aL1djY3gvMVJGUFZPMWNiQmd3ZVBYT1Z5OTUrVExFSmRTWVd0c3ZvYjdWSk9wRFNGdG1oZXhGaFY0UVhXbndiVGtrcWx6VW9qak9yZ0RtbGxMUzBabVVsdW5tb09IMlNFRWVwZUxwZjdqTHQvdzh5ZVpHWmZpYUxvdFpQdDE5UFRzK1U0cW04eXN3M3VubFNiTEpLa2ZENS9tNW5kYUdidnpHUXkzNTdPeFdRelM2YVRMT3J0N1gxTUhNZWZqNkxvaDNFYy96YUtvdnVpS1ByUEtJcWVWbTJjQUk1dHZwNnJGZ3FGSVhkL201bHROTFBYTGwrKy9BV1Q3UmZIOFNlaktIcGlOZkVjUzN0Nys0Zk43RzN1L29QZTN0NVRackx1aFlJUlJ0TVV4L0haa3VMUzAxc0toY0tmbHBJcEU0VnhIUDl0c1ZqOCs0R0JnUjlNM05qYjI5dHRaaDBhKzZXK3JxdXJxM1hKa2lXV0pNbHJ6V3hyYWJkV1NjK1FkS2VrNzBwNnNxVGxrcTR0YmI5V1kwbVpwL2YwOVB5L1ZDcjFlRW1WdjFpblMrcHc5NXZNYkxUaTlTK1YybjFXUzB2TDZXWjJaUlJGZDduN1M1TWtHYXpZYjF4R041ZkxmU21PNHlzbFBkN01mcGpOWnMrZExHTTlNakppRll1aVRubUZDcWlGZEdLdEhzcFM2WlNhbXVyakhMTXlrVkkwWDV3dUJrbTl4MWhWMlhud250YzZubnFXSGc3VDNxcTAxZGtJbzVaTVJpYVR1VklwVzFRZkh5emdHRVpIUjY5S3A5UFBrclJFMG1NbGZhUnlleHpIVDVIMHpUaU92M1RvMEtGWFZGeTRVMWRYVi9PK2ZmdUdqNlBab0tlblo5UGc0T0F0UjlzcFNaSXZCa0Z3a2FRTG9paTZMSi9QZis0NDJob25pcUozbU5uVjd2Nm4rWHoraFQwOVBZdkNNUHl3bWIxVTBoT2lLUHJqZkQ3L29STnRCOENZZWo1WEhSd2NmUGhZOGVmeitldWlLSHFqbVlWQkVEeGkwRUVjeDFkSXVzTE1YcHJOWmw5WktCUStYWXAzV3hpR2I2bmMxOTFqTXp1OTlQUTdrdlpYYkw1WVVydTdKMloyWFdXOFlSZytYZExIamhWcm95RmhORTN1L2xvekt6Lyt3QlMvZ01wbXN4K1E5Skl3REY4WVJkSGI4dm44K3lxM0IwRndYcW1PZmZmZGQ5L2RIUjBkLzVZa3lXbVNMcy9sY3UvUzJCV210YWxVNmhudXZqdWZ6NzhnanVNYkpDM1A1WEtUWmxzbC9VdnBuMHBUeUg0c2FaMmtqaVJKUGw0b0ZONDhzVUFVUmYrbjlQRE9RcUh3clo2ZW5xUGVNYWhZTEw0OURNUC9sdFFhQk1FN1M3OXNFeDJaQTI5bWh5YTAxL3ZnZ3cvdVBjNERubW5ac1dQSHFlNys4SzVkdSs2YXJUWXdmM2xnclNZYkcrMlNxbyt2dnNyMWRKUllxd2VXMUh1TTFaU2REKzk1cmVPcFo0ZERTemU1MHJLeDI5blhpMHdtSTVuSnpWS2hKU1NNVUhOUkZGMGlhVHBYMHBlVS90OFFSZEZuS3plNCt5Vm1scEwwL0V3bWM4YTJiZHZPMmIxNzkzMlMxTmJXOXZFNGpsZEsrbVF1bC91MnBPSTA0L3FZbVYwZVJkRnI4dm44MzAyMVg3RlkvRkh3dTBYdGwvYjI5bTRMZ3VENStYeityY2RxbzZlblozczZuZjVaNVZTT09JNmZMT25xVXQzWFM5TGc0T0REWFYxZHIycHJhM3VLbWEweHMvZjI5UFI4ZVhCdzhQYnA5QVU0RVQwOVBWdEdSa2J1cVhacTFYeFN6K2VxY1J4ZjRPNHZta1kzQnR4ZFp2YmxPSTZIM1AyQml2NUowajlvN0R6elVkbHM5cXVGUXVIK2dZR0IzUk1HVGlpS29yOHNEYUJRc1ZoOFoyVmlMSTdqdlpMYUpSMCt5cmsxS3RUSEVYd2RpZU80VDlJYktsOXo5NVZtOXFUUzQvMW05dmc0amg5L2xHcksyZFZ0dmIyOTJ3WUdCblpuczlubkIwRndzYnVYeXcwdlc3YnNjKzUrdjZSK1NhL1l2bjM3cmhOTmRtU3oyUmRKNnRQWUw5UC9IUjRldmpxS29yZWIyVC9sY3JuQlk5Y3d1WUdCZ1I5RVViVEh6THJkL2FUSjlzbGtNa2ZtTExqN2tYV1N0bTdkZXBLWmZidXRyZTNuVVJROVBaL1A3NStzL0lsS3BWTFBNTE4zeG5IOHZTUkovaUZKa2grTmpvN2V2MmZQbm9lbit0SkU0ekFiVFV0cG1RVUt3dnFZalJzRWdjb0g2U1kxbVkwVzZ6M0dhc3JPaC9lODF2SFVzNmFtSkpDTlRWMVAxY21VUXBXU2ZtYVMzSU9rT01wZDBsQnorWHorNjUyZG5mOHkyYmIyOXZZd0RNT3ZtOW5xSkVtZWMvLzk5Mzl6aW1wZVVYNXcwa2tuRlhmdjNuMjRZbHRZU2toZEZFWFJWODNzeU1VM2QxOWNPa2s4UFk3akwxUlc2TzVQbFpReHMwOW5zOW5GaFVMaGJ5WnJlT2ZPblVOUkZGMGxhVTJ4V1B5N1ZDcjFiVW5ueFhHY3l1VnliNXFxM3p0MjdPaElwVkxmY3ZlNysvcjZMdTd2Ny85MXFkMFhsV0o2Y0hCd3NMKzgvNzU5KzRhaktQcW1wQ3NscGNNd3ZGalNKNmFxSDVncFlSaSt2TFcxOVdWUkZQMXpraVRYRm92Rnd2MzMzLy9BWEsyVE01UG00N2xxYWJyczl6U1diRm9VaHVIdGt1Nlc5Qk4zLzFpeFdMeHo1ODZkdDBrcTl2WDFyVTZTcENCcGc2UVBtRm5HM1gvUHpPNU9rdVQ3aFVMaEw2dHRIeWVHaE5FRXVWeXVmNUlzNVVja1BVbGpTWmozNUhLNUQzZDFkYVdxR1MxVEtCU3VsZlRGS0lyMmEreVgrYy95K2Z3M3l0dDdlbnEyaDJINFdFbGZPMW85Vzdac2FXdHRiZjM3WXJGNHplRGc0SzdLYmR1M2IxOFhCTUVISlIxT2t1UlB5Z2NHY1J6dmN2ZENITWZYSGpwMDZKV1Z3NXlyWVdhdmxmUVNNL3RZRkVYblMzcnFoRjBxNThtZUhrWFJlMHZsenBXMDJzeFd1L3NQK3ZyNnp1cnY3NjlxUG13VlVwSiszOHllbWtxbDdnekQ4Q2R4SE4rWUpNbE5ZUmplTkl2dG9zNTVFb1FXU0VGZ0NxdytraGNXMkpIa1JSQUdZVktVNmozR2Fzck9oL2U4MXZIVXM2U1lEc0xRQXBtVXFwT0VueVNGWVNESlpKSWw2WFQ5QklaR1Zod2FHcHBzMUU4WXgvR255OGVRUVJCYzE5SFI4WUY4UHYrV3ZyNisxcEdSa2ROMjd0eTVjMktob2FHaEtSc0tndUNWL2YzOTk1U2ZsNmF5TlV1NmVlTFY4aWlLQ3BJNkpOMDdNVmtVUmRFN3pXelR4UHBUcWRSbjNEMlI5SDB6TzZOOE1sbTVqN3NIcGVUVTZhVVI3ZXVTSlBtdnZyNiszdEpJb3h2Yy9hbnUvbjVKbFVzanlNeCtXZkYwdzVRZEJXYmVFak43WVJpR2w0VmhlTnVLRlN0dVdMRml4WTFtZHRNRER6eVFuODFaRUROcFBwK3JhbXg2cnFWU3FhV1NsaVpKOHBVa1NYNmRUcWV2aXVQNEJlNitNMG1TWldhMjB0Mkh6T3gvSkQzTHpNN1MyUFRaVjA2M1A1ZzVKSXlPb2J1N2U1V1p2YXowOUo3UjBkRlB4WEc4VWRML1JsRjBuNW50R1IwZGZkbXg1b2RyN0kvNm1hVS8zS05CRUd5SjQzakEzWGNmUEhqd3RhbFVhcTJrTDhWeC9FdEpQOUhZTC95MjBoL2swMHJsditEdVc4enNqRlFxOWRRb2l2NHduODkvVVdOZkZDc2svYk9rTzl6OUNZVkNZYURjYmk2WCsxb1VSZCtUOUlMbTV1YjFraDUzUE85RnNWaGNIZ1RCTi9MNS9BMmRuWjJaMXRiV1d5dTNaektaWGtubFgrVC9HaDRlL3V2UzQvTC9TcExrY0xXTHB4MFBHN3UwdGRyTUxwYjBGRFA3VFpJa3Y0Nmk2THVIRHgrK2J0ZXVYVCtaN1JoUVg0SXdDT1ZqSHcwTDZ1TWNNN0RmSlMvY0xCV0VnZW85eHFyS3pvUDN2TmJ4MUROM044a0R5UlNHOWZOV2hXRXB6MmRtNldLeFBqNVl3QVJyMTY1dFdiRml4ZWNsUGF2MDB1RG82T2dWZzRPRE4wcFNmMy8vZ1RpT1h4RkYwZTlMK3NTQkF3YytQdGxkYkdkTFBwKy91cWVuWitYZzRPRGRsYTluczltWHVmdmVWQ3AxWTM5Ly8rSEp5cHBaY3JTcEhQbDgvaU1UMTJncXF4Z1JKVE83NzRRN0FreVBWVHdPSloxcVpxZTYrN1BjL1o2MnRyWmZSVkgwdGNPSEQzOTExNjVkUDV0UE14UG15N25xVkFZSEIzOHU2ZFU5UFQyZkM4UHd2OHlzcVZUM04zSzUzQStpS1BxRDhuY0dhb01EcldQSVpESnZsbFJleWZtdkt4ZnRNck5sN3Y3VDZmd0NhdXlQNUlXbGh6Y2tTWkpJNm5IMzcxVE9wM1gzSmpQN285TFRnZElmNU5za2paWWVmN0MwM3lGSlA5TFk3ZXlYU05wbFp0dmMvZWRtOXU0b2lxNlBvaWdmUmRGUUZFVy9OQnU3dkc5bTUyZXoyY2RXK3o1MGQzZXZDb0xnRTVLK0hFWFJHNGVHaGc3dDJiUG56c3AvN2w2NWh0R3RFN2Z2MmJQbnpybVlPK3p1RS8rbEphMDBzMTR6ZTJOVFU5T1BveWk2Tlp2Ti9sbHZiKysySFR0MmRKQThYZmk4V0V6cHlKU2srdmpEWXhZb0tCODRKOFhVZklpeG1ySUxyVCtOeHBOaTREWjJrQjNXMHdpaklKU05IYzBIN2tuOUJBYVVaTFBaVFN0V3JQaVJtVDFMMGsvZC9jVzVYQzR1SjR2S2NybmNhOHpzSmpONzc2SkZpM2JIY1h6ZVhNWVpodUg3ZTNwNnRsZStabWJYaEdINDMrNyswOUlpdWpQdHpJckgvellMOVFPVGNVMXlqbEFhblhlS21aMWxadTl0YW1yYUcwWFI5N1BaN09YWmJMYXpkSmV4dXY0N014L09WWThsanVPelU2blVWOHpzUmtsLzRlNGprbDRmeC9FZkhidjB6T0R1alZQallQa29TZ3RCdjBKakgvcjdneUQ0NkxIS1JGSDAzaUFJL3JhL3YvK25rMnorL2RMLzN6NWFIU01qSTZsME9pMTNMdzhqYkpwNDV6SkpCL1A1L0cwYXUwcjEyemlPYjVKMGtaazlUV05mRUw5dzkzK1Y5TTNoNGVIdmF1d0w1WUNrME15bU93M0RvaWo2VzBrcE0xc2lhVm5wOVEvR2NYeDNMcGViT0ZkK1l6a0RuQ1RKLzA2emphUHE3ZTE5akUxL0ZNQnBsVmNRekt6OHg2QWNueXEyYlRLemQ3bjdXNElnS01SeC9KTWtTWGFQam81K3IzUmxBUXRNRUFTaGx6NFg5VFE5eW82TWRnbkNJQmo3bE5aempOV1VuUS92ZWEzanFXZnBkRHB3amYzZ2pvenFxUU5CR0VobWtyc2w5VFJYRGcwdmlxSTFrcTQwczZ2Y1BaOGt5Zk1MaGNLWEowN0xxdUNIRGgxNmFYTno4L2JTSFgzK1BZN2o4MHBUVGlhVkpNa240amllN2hwRzY0OFI4ZzFoR0g1enk1WXRQYVhSVGFHWm5WeHE1M09GUXVHRzZ0NkJvOHRtczUxbVZoN2wvcFVUV1Z2emFIcDZldFlHUWRBMUczWFBwZUhEeWg1Mk5VbWVTZ2VXeldhenRRNXAzakt6ZFJXUHBRbm5CUldQVTJaMm5xVEhTTHFudmIyOVA1dk45Z2RCa0JzZUhyNit2QkI5dlpndjU2cFRDWUxBb2loNnU3dXZTWkxrc3ZMaTFGRVUvWStrYjdyN25Oem1Qb3FpUzh6c0szRWNmenlYeTcxbVBvMHdtd3Nrakthd2JkdTJaV0VZZnF3aVkvdFh4MXIvSnB2TlhtVm1iMDZTNUlyZTN0NUxCd1lHdmxQZXRtUEhqbFBMVjFXU0pQbVdwQ2RxN0JkbFV4UkZQM1QzYjVTL3dJSWdLUDljeW5OSVc4enM3a2tiTFVtUzVNTkJFSnppN3A4Smd1QS9raVQ1aWFTblNkcWNTcVYyRGc0TzNoNUYwUXNsTGMvbjg5K0xvdWpaMDNnYlBKL1B2MHhqbzVpV3UvdlRTMjI5djFBb2ZHSGl6dVg1cGU3dVp2YlgyV3oyOUlNSEQzN3lSSVpZaDJINDZZcTdpaHc5V1BkV2R4OTNWbE01aEhHS1B3eUx6T3hjZHovSHpBNDJOVFg5T29xaWdVT0hQWGV3eUhmRlF1SnlrM3hzZWxTZERHME56STZNZGdrOENWMHExbnVNMVpTZEQrOTVyZU9wZSs2bU9rcjRxVFRDcU1UUzd2WHh3UUxHamprK1duR3I2VkV6dXpLTzQxZTZlMkJtb2J1WEw5cWxKSlZYa3Qvbjd0K1gxQ1dweGQzZkkrbkNxZG80empXTUp1WHUvVUVRZExhMnRyNUwwdXQ3ZTN0WGxhYnJLQWlDci9mMDlEekt6Rm9IQmdhdW4rd0VLcHZOWG1abUZ3OFBENzk4T3V0am10bDdKSVh1L3ZNZ0NGNTFyUDJQVnhBRXZ4Y0V3VHRtcS82NTBwejJwaWJaVW8ybHlLOE9BaHVwZFV6emxidTNUVHdPT2NZNWdwblppdEt5RmhlNisyOUw1d2pmbC9URmZENy9QOU85VytGc21XL25xbVZOVFUxUExEOTI5NmViMlc1SlNSaUdyNG5qK0RVVjIvNmpsT2pybmFxdXZyNis5VW1TVEhZM3h5T2pJNE1ndUNxS29pUGZqZTUrY3VtNE5GVythM2hwTktna3ZTcUtvb1A1ZlA2cTZmU2xVWkF3bWtKemMvUEprazdSMkFkcnBQTEtqYnUzVjN6Sm5GdHhSYWZWM2IraHNRL25TN3E3dTM5WStnTWFwTlBwdjVGazdqNFNCTUZWN3Y2NFVsM1BNYk43SlYxZXJ0RGR5M2Z1ZVVKUFQ4OWFNMXZoN29kS1Y2NG1WU2dVL3FPbnArZUg1V0dJY1J4blN2SC8wK0RnNE8zYnQyOC9XZEpBUHAvZk13TnZ6MlJ6MnEyVWtaZWtINW5aSjh6czg0c1dMZnJqS0lyZWxNL25QMzg4RGJsN3B1S0w4RmhPOURZK0tYZHZsM1N5SjhtaThkT2RNZDhsU1ZBTVFuTjNWK0pKcmNPUkpMbExYam9HTDhwY2lkVi9qRldZRis4NXBqUnkyRHpkYklra0ZaUDYrUGxwL0lHOVQ3ckFDbEFqcFl0M3o1QzB5c3hXbFY4dmpYamViV2FGMHRTTnQycnNzL3krZkQ3L3B4bzdrVHNZQk1FYkpLMmRxM2pkL1k1U2ZGZHMyN2J0R2trYlM1dCttc3ZsK2tzbmJ4K0o0L2dYN3Y0dGQzOTBxUzlCSE1jZmRmZVhtMWxUSnBPSjRqaStLSmZMN1p1cXJUaU9ueUhwVW5mZkh3VEJVeXVUWGpPdGxKeWI3ckZqSGZOVXhjajVKdmY2bmhwVjUwN2tBcEdaV2JPa2ppUkpWcmw3aStyZ0pHRytuYXVXRlFxRmY0N2orQTN1L2k0eiszQXVsL3VreHI0alBpRHBLbzE5bDc2a1VDaDhWbU9KNzc4MHN5MlNkaDA0Y09DQnlycjYrL3QvMmQzZC9ZamtUbk56ODhmTGlhWmlzZmllMGRIUjNSWGJIaTlwcWJ1UERnOFBsOHNlcVdQUG5qMkhwdnN6YUJRa2pLYVF5K1Z1bG5SMkZFVnZOYk5jTHBjN2NydlV2cjYrcmU1K2NlbnBkM081M0N1bXJrbVNsT1J5dWFkRlVmUmFTZnR6dWR4MWNSenYwOWd2M0x2eitmeG5TMWVJdnEyeFVUWGxxVitXU3FVK1VScGhFNXJadDVNaythdXBydFJYemxtZHdOTHA5R2NrblIzSDhSL2tjcm4vcnY0ZE9iclN1a2pyU24zNlZENmYvMElVUmQxbTloWXorMXdVUlU4b2pWYWFhbGoycEpJa2VjRjBwNlNaMlhQTTdPWHVmbVQveWlzR0UvWXRieCtSdE12ZGYxSmFtZi83TzNmdTNOUFoxWE9tMG5wSk5iR2l2cGtsaVJUS2swU2UxRWVld0QxUlVvb2w4R0RVclZqM01WWlRkajY4NTlNdGw4MW1wMzJ6Z0NSSjlnME9EdDUrdk9YSGpxY0s5MWM4VDJXejJjZFVVZmdIMVg3WFRzWTA0bEtUUzZaaXNhWVhVc2NwSnNXeHdRNW1iaGJNYUNhcnlwOVRQY3RLZW9XN0swbVNIUXVvWHlvVUN0ZlhPb2FwRkFxRjYrTTR2dGJkZDdyN3o0SWdlS0trS3pSMnZQR2FmRDUvZlhkMzkrSk1Kdk9JSytLSERoMTZkMHRMeTNDU0pOK1p0UEpaTURBd2NGY1VSVzVtbVhRNi9ZUWdDSnBMc1Y0N1lkZjE3djczSXlNajE1UmZhRzV1WG1abXJ5N3R2K3ZCQngvODVjVDZ5L3I2K2s1TGt1VHZ6ZXllMGRIUkoremN1WFB2TEhaTHhXTHhYNElnbU5VMjVzTFlsRFMvV2xKVDJ1enE1clFYYWgzVFBQWktNM3RPNVF1VG5TTk1HSFgwVzBrRGtuNmNKRWx1WkdUa0IzdjI3UG5GM0lSN2JQUHhYRFdielY2dXNmZjVNMmIydGY3Ky9qdEttMEozdjdSVTdzdmxaRkhKaDl6OVE1TCt1TDI5L1FOOWZYMXZLTjJOVVpKOHN0R05VUlFkdVhQMzZPam9iWlg3eEhGODVBZC92SGNPYnpRa2pJNXVOSi9QSDgrUTFqQ2J6VDY1VUNoOHErSTF6K2Z6SDU1T1lYZnZLUDNDZkVQUzYvUzdZYnp2RG9MZ3lvbjc5L1gxbmVidTc1NVFSMUM2Q25SaEZFWGZrdlQ0MHFhdjc5aXg0NnpqNk5OUkJVSHd4NldIZzRWQzRmTXEzWUVqaXFMenpleGNNM3R4SE1kSkxwZDdhVFgxbHVleVRrY1VSWDFqTno2eXlzWHNqcGp3NWZWcmQvOUtraVQvVkN3Vzk5MTMzMzMzM25ISEhRY20xb21GSXdtQzBWQlNVa2VqWFJKM2VXbmtSaElrUlZmOXgxaFYyWG53bmsrM1hCQUUxMVhSek5zbC9lM3hsbmYzWjFZdUZOblYxZFZhVGZtdXJxNHQrL2J0ZTJBYXV4NlZCV0ZpcmtRbUpkWDk2R2RWc1ZnY3l4ZEpib2VMTS9yQnF2TG5YTGVTSkdrcTM0Z2lDSUkrTTFzUS9TcFpYZXNBanFaeVdsZ1VSVDBWYXpzZTlYZXl0S2pzVytZZ3hFcWpadmFRcERZelcxK2FWcUlrU1NZbWpDUnAvNTQ5ZSs0c1ArbnI2eHN0SDJlWjJaMVQzYjY3dTd0N3Nidi9rNlFEN3Y2a25UdDN6c1JJOTZNcUpleHZuOGF1ZGExemExWXlqVWdXakNZcTNMeTdmcE9sOVM2S29vczF5ZnFtbFVyYkVrbTdKRjEzK1BEaC8weVM1UGFXbHBaN3A3cGpZQjJZRitlcVpVRVFuQ0hwMVVtUy9COHorMFljeCtYM2RVMXBkT1VEN3A2WlpEMjJUSG5hbUxzL3RyZTM5MWtEQXdPN0oyMWtMSmJ5K20wUFZINXY0ZmlRTUpvRmNSei9qYVJYeDNIOGhVT0hEcjN5YU5uTElBZzZzOW5zaXlWdHJuaHRtYnMvRkFUQkI1TWtXU1RwaFFjUEh2eGtTMHZMcTh6c0VYZXNLQzFhZHVtRUdDNHBaWHEvVTFxOGE1d29pbWFtczJOdFhTVHBJa20vTFJhTHo1WlVQb0F2Rm92RkY2WlNxUUZKYlpKZUVzZnhGM0s1M1BkbXJQSHhmTUxDMXVXSFJVa1B1L3R2SlAyWHBNL2w4L24vbktVWVVLZXNtQ1JLaGU3dTlUUGFKWEVsNVFQdXhFZmxYdjh4Vm1GZXZPZlRMVmZGOUliSmJpeFFUWGwzZjhTMGcxcE1yekF6VjJuYVhuRm04eklucEZoTXlvdXBKS1BCekk0d1doalRXS1RLNHpzZlcrZHBvZlJyWGpHekl3dTJKa255cTVtb00wbVNqMFJSTk5taTExdWpLUHJzaE4zSExYcmQzZDNkdEdmUG5vbnI0SlFYYkxuZDNaL3E3ajhjR0JpNGRTWmlsV1NaVE9aejd0NFdCTUg1VXl5eUM4dzZkMDhxazBVVjV3aWo3djZnbWYzRzNiOSsrUERoeiszYXRXdm5RbC8wZUs3UFZTY3lzK1lrU2E0c2phWk94WEc4eTkxL0plbmNmRDcveXlpSzNsWXNGdjlsY0hBd1Z5cVNLaWVYM1AwWHFWVHE1MVBWM2RmWGwwNlNaRnZwWnp6bERRUXdmU1NNSm9qaitLT1NsaDV0bnlSSkt1ZUZYbENaQlMydGdWTWVBdmlDVENiVDA5blorYWlob2FIaHZyNitVNU1raVNUMWxSZmNrdlJTTTN1VHBQK3VxT05VU2QvcDcrLy9SUnpIaWJ2Lzg5NjllKytOb3VpNzd0NXBadWZQVHUrcnQyUEhqaDN1L25sSmR4U0x4WXNIQndmSEhXUU1EZzcrUEk3anQwdjZLNDMxN1JtU1ppdGhaQk9Ha3Q1bFpqOHBEU1g5OFlFREIyNjY5ZFpiWjIzT1BPcWJCVWxSQ2pXMm5rNTlIQWNrbmlncGpYWng5MUVMdk81anJLYnNmSGpQcDF1dTlOMDF2VGFTNUJIcmVGUlRYdEs0cTJiNzl1MDdrTTFtcDExKzM3NTlNekphTWdnUEo2N0FUVmFhQmxZZnl0UGozTjF0ZE1ZVFJ0WDhuT3BaVnRMVmtscUt4ZUpmaEdGNFU2MERha1R1ZmxicEpQWDJYYnQyM1ZWRlVadnFoRFVJZ3RkT1dQVDZvdEtpMTN2eitmemxsZnRXTEhwOVdHTjN5NzFDMHNTN0tQVzcrNkw5Ky9mLzg0b1ZLMTd2N3Arc2lOOU81SVlGVVJSZDQrNnh1eit1djc5LzZMZ3JBazVRK1lOYytxL283citVZEtPa204enN4M2ZlZVdmL2ZKbHBzTkRPVmFNb3VxcTBLUGtUYzduY2JhWDY3MGlsVXYxUkZIM3VONy81elpWRFEwTkhqdGZNN082S0tXbVQ5ZjBjTTJzcTFmT3YwNDBEVXlOaE5NRmtvM0VtbWpBdjlIdlRtQmVxT0k2dmNQZFBUdnpEbXlUSjJ3dUZ3aGRMODBMTGRwVCtvSWZ1Zm1HU0pMK3ZzU2xlTDQ2aTZGSkp4NVV3V3J0MmJjdUtGU3MydS92aTBrdjNtdGsvSFU5ZEdwdUhlcTZaZlZuU040ckY0cHNHQndjblhSMy8wS0ZESDg5a01tOG9YZW1xNW9EcGVCVGQvZnZ1L2lWMy85SEJnd2Z2dXZYV1czOVQ2enNab1BZU0Q4ZW1SeVZKM1V5dkdZdWxORDNLVTRmTmsySzl4MWhWMlhud25rKzMzSW11bTNLQzVVZHJzVzdMeUVpUU5EV1BmWGVPSGo3aEpaRm16T2pvNk5qcTVXWkpFSXpPNkFlcm50ZkhxVVkybTVXWmpiaDdFSWJoVFF1bFgvTkphUjNIYmFXbmo3aXo3RlM2dTd1Yk1wbk01YmxjN2xPVnI3djdmak83dHIrLy96ZlRyY3ZNcmsyUzVETkprdnhqZDNmM1lrbFBucGd3eXVWeUY1UWVCaXRYcnR3b2FVa1VSZjlRbXFwMi8rUTFIMXNjeDgrVjlIeDNmMnloVURqcXJiV0JPZkpna2lULzV1Ny9PREl5a2hzZUhyNzdaei83MlZIdktsYVBGdEs1YWphYnZkek0zaW5wUzVLdWpPTjRTV2xCNm1XU0RwdlppNVl0Vy9iZzBORFFIMDJuUG8xOTd6Mi85UERCZ3djUFRoeDFpZU5Bd21pT21ObG5raVQ1VXpQYktPbGYzZjFNTTFzNXlYNmhwT0ZjTHZlZjJXejIyV2IyMmFQTjBaeW9xNnVydWIyOS9kU0tsNTRRUmRGL21ObG1qZjNTLzUvRGh3OS9jdmZ1M2ErU2RNd3ZqN0xSMGRHVHd6Q1VwSHZNN0VtOXZiMkRRUkNjVXl3V0x6eFdmSHYyN0JtSm91Z01NK3ViemFsZ1p2YU5nd2NQL3QrYmI3NzUxN1BWQnVZeFN3NUs1cU9qb3pwY0p5ZS94ZEdpRGg4ZXkxbWtBejh3YWtsUzd6RldWWGdldk9lMWpxZWVoZW5pcUpRZWxhU0RoK3JucGlIRHc4Tnl1Y3k5V0hSeG0yblVxMnMwbHVpNWUyUms1QVBUTGRUVTFQUjc3ajd1K1BCNGJocWlzUlBMSSsxR1VYUnBhV1NCSkttM3QzZHpHSVpSa2lSeEVBUm5TdXFUMUM3cGpXYjJ4bHd1OTdYL3Y3MDdqNC9ycXU4Ky92M2RrV1RKU1J5Y3hDRWxJVFhGSkk1RHBMbFhrQWE2VVFxVWxxV0VVaDRLdEN4TldScWdMQ21VdG5tZXRrQmJscllVd2hLMkFFbFl3cEpBUXBPR0pRdlpuR1R1akNSdmltVkhqbVVudGhUdmtrYWFtZnQ3L3RESUhjbVNMZG1TUnRKODNxK1hYNWJ1UGZlZTMxRWlXZk9kYzgrcDNPSjZPdExwOUhNbFhlUHUzekt6dDBSUk5HbGJNL3ZFMFdZTEFEUGthd2NPSFBoNFYxZFhiN1VMbWEvbTZyVnFwZkxpOUhXU1JrT2V4eVRkVUN3V3YxbFhWL2NxTS90bmQzK1pwQ2tGUnEydHJlZTYrK2k5UGxwZUd3NG5pTUJvam1ReW1VSVVSUjh1bFVyZTF0WjJRM25sK1NPK0NUWHlqWGk1UnI2SnRzZHgvTDN4cDhlM0x5ZkNyemV6WjdqN09kTC9icnZwN3VkSmVqUkprdmZrY3JsYkpwdHBreVRKWkhPT1UyRVlYaTdwWStXRnlKNWpadThLZ3VBVDd2NjNoVUpoODFUR244MW1leVhkTnBXMngrdG8yN2tDVnZJQkMrVEZpc0NnMmdvVlFVb3BVYi9KZmI3WE9KMXJGOExYdk5yMXpHZUZVcWxRWnlySXBNSEIrUk1ZRGViemNwZmNWQ3dtQkVhWWY2SW9lcU9rMTBnYWRQZFhyMSsvZnM5RTdjenM1TXJQVzF0Ymx5Wko4dDRKMXQyWU5Dd2FYWnRGMHFybTV1YnpneUFZTTVNN2xVclZ1ZnNLU1I5MDk1TldyMTU5K3FaTm01NE1ndUNUa2w0WkJNSG9mUTVKdXJLM3QvZmZlM3A2Qms5ay9HYjJqNUthek93dnB0RDhLa2tFUnBoVjJXeDIxaGRiWCtobTg3WHFaT0k0ZmlDS29sKzQrME5Ka3Z5d3JhM3Q4T1BUTFMwdFNTcVYrcVB5MHl4VDR1NmZsclRVM1grY3pXYW5ITlRqNkFpTTVsQWN4OTg5Vmh0M0w4VngzRmR1LzRCRzNxbjVxeUFJZmx2UzA5ejk2UnI1UnEyY2tyek56SDVIWTdlTFh5L3B1aVJKcm0xcmE1dHdvY1VvaWxyZC9mWGxhWU1uVmRUUXA1RnYxTE9ESUxqRnpOSWFDWlhlVUo1Vy9PRW9paTZROU8wbFMzT1plS29BQUNBQVNVUkJWSmJzQzhQd2ZqTmI1KzY3Sk8wdFQ0TXZsbmRxUzdsN1VONnFkYW03QndNREExL3U3T3c4ZUtKZlQyQTZDdlZKZjhybGhVSmgzb1FYSXpOdlJtb1pMZzcxVzVQNWZLOXhPdGN1aEs5NXRldVp6NGFTWkxoUktwaWtnWUg1ODNwdWNEQXZkNWU1RlJ0TFJtQ0VlU1dLb2xkTCtwcTdkNXZaYTNLNTNKandwNm1wYWFoaWc0N0xveWc2UE52YjNWUGwzK05lME5MUzhwTzJ0clk3cHRCbG42UVZabloyWFYzZEVWdkpqOThNcEttcDZidVNYdVR1VjVuWks5MTkyTXkrTWpRMDlKR2o3U1lVQk1Gbm95anFyN2h2dzJSdEoxcjRIOEQ4TjR1dlZTZGxaaStONC9pSVh4SUxoY0ptTTd2YXpGckRNUHhLUmY4VEx0QWRSZEhmU0xwVTBuVkJFTHgxc1M5Y1BwY0lqQmFBWEM3M2VVbGZpcUxvQmpQN3JmTGhoMGZQeDNGOGV4UkZXOXk5enN4dVNKTGtXN2xjTG5lcys4WnhuSkdVQ2NQd1EyYjJieXEvVTVVa1NheVJMZTBmRDhOd3VIejgybHd1OTYzeXBVVXp1elJKa2s5SmVwZVovWUdrUDZoODV0WE1Eb2RYRmNjUEJrRndNV0VScXNFTGhRSFZMZkZpc2FqaGVSSmVGQW9GRFJkR1h1OEdEY21ocEpEWWZLOXhPdGN1aEs5NXRldVp6NXJ5K1lJYVRpbEkwc0RnQ1UwNG1GR0RnNE55ZDdsVUdCb2lNTUw4VUY0UzRLT1MzaUxwWTcyOXZaK1lhS1pPK1YzOGV5VDladm5RUkxzcTduWDNLVDA2WTJaZmwvVHhxZFpwWmgwYStkM3lwMkVZL3NqZDM1dk5abys1SUhXU0pPL081WEtIMjdXMnRwNHgyU0x4Y1J5L2RLTGpBQmFuWTcxV1BacE1KalBoTDRqbEhSMi9uRTZuYzBFUTNEOTYzTXl5NDl1R1lmZ1A3djVPZDM5RHhldFZ6QkFDbytOWGRQZk43bjd6OGQ3QTNYZExxdHhWN01CUkZrWXNsa3FsTHdaQmNMNlovZFRNL2wvbHJaSWt1V3g0ZVBpK0NiWkxuWXF2U2ZwSGQyOTM5MDlWYktlYUZJdkZ5K3JyNjI5eDkvZFVYbEQrNXY3cjV1Ym16OWZWMWYyNXV6OWYwbmxtOWhSM2I1cGtXNDF2WnpLWkk5NzlBdWFDSHp3NG9PVW5lNkZpaGttMVZhN3RFd3dNOUpjS2hXQysxemlkYXhmQzE3emE5Y3huTzNmdUxLdzg5WXlDWkJxY1Q0RlJ2anpEeUx5NGExYzdnUkdxTGd6RFA1YjBnaVJKSHU3cjYzdjZzUjdwMnJObno0dFBPKzIwNXlkSmN2cm9iQngzTHdWQk1KZ2t5YTVEaHc2MWQzVjFEVTJsN3ppT1B4R0c0VnAzZjM0UUJLZEpxaDg5bDR5czhGOElndUJBZVRmYkJ5dlhHc2xtczY4NjF2M0xNNURXRndxRkF4T2NMa3Jha2lUSnJWT3BGY0NjbWsrdlZVZnY1MmIydUx0L0w1ZkxUV2tDUVM2WGV5aUtvb2ZkL1d3eiswNCtuNzltOU56cTFhdFBiMnBxZW8ra3g0ZUdoczdmc0dIRE1kOElkUGRFMG01SjEwNmxmeEFZSFpkeTZGRS9oYWFUS2hhTExlM3Q3WWRmck1SeGZKdWtVNDkyVFZ0YjIrMlNMcHpvM0luc2dGSmVYMmpwUkZQM09qbzZPaTY2NktMZjdlam9tSENualBiMjlrNUpmMys4ZlFOelpkZXVYWU1yVC91VllyRlkxUER3L0hpTk9UUTBQTExqazN5NC9BSWpXQUExVHRrQytacGpja1hKaGxTZVlaUWtyaUE0L2kyMlowS1NKSlhyS2VWSHR3c0hxaW1iemQ0bzZRZFRiZC9kM1ozdjd1Nyt4UXoyZjVla3UyYnFmcVBpT0w1cS9LNXFvektaVE4rSi9pNE1ZSGJNeDllcUd2bFo5VzVKNzU1dUxYRWMvOFpFNi9CdTJyUnByNlFqZ3FtanlXYXphNmJiZjYwTHB0QUdzNkR5RzNDZW1QUTV6NDZPanExeld3b3dLeEtWcC9nZk9EQS9ua1RhZDJCa04xZDNIMTAzWWlIVU9CMkxiVHkxeGlYdGxhVDg0SkNHaHFZMDRXRldEUTBOSzEvZXNjMFRUYmlRTUZBRlNiVUxBSUNaTk05ZXEwNjRhUk0vZStjR2dSR0FtbUd5SGtuYXUzOS90VXVSSk8zZE96Snh6OTBlR3oyMkVHcWNqc1UybnBxVHFFK1NCb2Z5ODJJZG8zeEZIZTdhWGUxNkFBQUFGak1DSXdBMXcrWGJKV25mdmdtZnNKeHplL2FVNjdEL0RTOFdRbzNUc2RqR1UydmNSbWFJNWZQNWViRlRXajQvcElHQmNuQmx0dXRZN1FFQUFIRDhDSXdBMUF4MzdaQ2tmZnZteDJ5WFBmdEdkaHcxTDIwZlBiWVFhcHlPeFRhZVdtTWw3MU01cUprUEMxL244L25EZFppVnByU0xGQUFBQUk0UGdSR0FtdUdtSGtuYU4wOGVqOXF6WnlTOHFIdzhhaUhVT0IyTGJUeTFKa2tGNWNBby83OHplNm9vbjg5cllMQTgwOG5GRENNQUFJQlpSR0FFb0dhWSsyWkoydDNiVisxU0pFbFA3QnBaZ3NXbHp0RmpDNkhHNlZoczQ2azFRYW5RSTBuOUF3TTZlS2o2QzVmM0R3em80TUdST3J4a3pCSURBQUNZUlFSR0FHcEcvOERRSmtuYXRXdCtySlc3OC9HUmpib0doNHZyUjQ4dGhCcW5ZN0dOcDlZVUJwTHRrdFIvcUY4SERoeXNkams2ZEtoZis4dDFsUEtsN21yWEF3QUFzSmdSR0FHb0dYM2JPM2U2YS9EQXdZTTZWT1haRXZ2Mjc5ZWhRNGZrN3ZuZTdnMkh0M2hmQ0RWT3gySWJUNjNac1dQVGsrNStjR2g0V1B2Mjc1ZTdWN1dldmZ2MmFYaDRXSEkvMU5PemZrOVZpd0VBQUZqa0NJd0ExQmpmSmtrYk94K3BhaFdiTjI4Wi9YRGJrV2NYUW8zVHNkakdVMnVzUStYWldhVlNxYXFWOU94NFhCcDVwTEM5cW9VQUFBRFVBQUlqQURWbVpOMlREWnVxdTRSTjUrYXUwUTkzSG5sMklkUTRIWXR0UExYRlhSdFVEb3lTSktscUxUMDdkb3pVWk5wVTFVSUFBQUJxQUlFUmdOcml2bFdTc3JtT3FwYlJ2dTd3RWpwSHJzT3lFR3FjanNVMm5ocGpTbUpKMnJaOWU5Vm5HRzE5ZE9RL25TZmVWdFZDQUFBQWFnQ0JFWUNhNHE1MWt2UlFKcTVpRGE1czIwaDRZdTRianp3Ly8ydWMzcjBXMTNocWpTZkpuWkwwYVBjMkZhc1lHTG03dXJZK0trbXlVdkdYVlNzRUFBQ2dSaEFZQWFncEhxaGI3dmtubnRpbFBYdjNWcVdHdmZ2MmFmZnUzWEwzSVhjZHNUWDRRcWh4T2hiYmVHck50czNySHBIN3dmMzdEK2p4eDNkVnJZNGRPM1pxLy80RGN2Y0RWaHg0dEdxRkFBQUExQWdDSXdBMUpURHZrOVRua2g1OXREcHJIMjk3Ykx1S3haSWsyK09tSS9hYlh3ZzFUc2RpRzA4TktybjBpTVkrMWpmbjRyYkQ2MXh2R1J4Y1ZxaGFJUUFBQURXQ3dBaEFUU2tPbC9va2UwS1NPcnU2am4zQkxOaXl0VnZGVWtrbTcvTlM2WWp0M1JkQ2pkT3gyTVpUbTJ5ZEpEMGNaNnRXd2RvSE02TzFiTnAxeWtDeGFvVUFBQURVQ0FJakFEVmx3SVoydTJtSEpIV3NxODVTTmhzMmJsS3hXSlJNdXc4bWd6c1dZbzNUc2RqR1U0c1NIMW40K3BmMzNsKzFHbjUyeDUyajFYU29xNHNaUmdBQUFMT013QWhBVGRuVDFYVmdkTmV1N2R0N2RLaS9mMDc3Nys4ZjBQWWRPK1h1U2hKMTc5MjZkZjlDckhFNkZ0dDRhbEZnMXVueS9zZWYyS1dlSFR2bnZQL3RQVHZVMi9lazNEV1l1SGRKU3VhOENBQUFnQnBEWUFTZzVyaGJScEoyOS9acTkrNitPZTE3ejc2OTJybnpjVW1TU2ZkTzFtNGgxRGdkaTIwOHRhYW9aS2RrajZsS2o2Vmx5K3NYbVdtSGU5STk1d1VBQUFEVUlBSWpBRFVuS1NadGt0VGI5NlQ2K3VZMnZOaTNkNzkyUGpHeWhFNVJwY3hrN1JaQ2pkT3gyTVpUYXdvRjJ5WDNIa21LcyszSHZtQ0d0WGVVRjl0MjN4V2trcDQ1THdBQUFLQUdFUmdCcURuYnQ3UnZsSHZmL2dNSHRMVjdibmZ0MnZMb282TmJnKy9wNlZ6WHNaQnJuSTdGTnA1YXMydExlNis3YjNiM1pOM0dqZW9mR0ppenZnY0dCdFM1ZVdTeDlNUzFkZHZHalkvUFdlY0FBQUExak1BSVFDMHFTZnFtSk4wOXg0djQvdXlPdTBZK01MOVdraCtsNlVLb2NUb1cyM2hxalp2cmx5WU43OTdkcTBmbk1QVGJ2bVBuNFhXVGdzQi9ObWNkQXdBQTFEZ0NJd0ExS1Y4cWZVV1M3bnRnclVxbDBwejBXU2dVZGM5OUQwaVNTa2x5M2JIYUw0UWFwMk94amFmV2xBYUg3cFpzdUxldlQ0OCt1azN1YzVPOTlmVHMxTTdIeTQ4VUprTUVSZ0FBQUhPRXdBaEFUWHA4ODdxTjdyNzF3SUdEdXZQdWUrYWt6N3Z2dVZjSERoeVV1Mi9ONzBrMkxZWWFwMk94amFmV2JOL2V1ZE9WNUFxRm9yTHRIU29XNXliMGV6ak9xbEFveUJOL2NIdG41OXh2MFFZQUFGQ2pDSXdBMUN5WGJwV2tMMzN0RzdNK1d5SkpFbjM5dW0rUDlPdjJpOTVlRFMrV0dxZGpzWTJuMWlTSmZVV1M3dnJsUFJvYXlzOTZmNlZTU2JmLy9JNlJUOHkrTU9zZEFnQUE0REFDSXdBMUszRy8zVjJEbVd6YnJDL0UzTDN0TWVYYTE4bmRoeVRkS1cyWVVuaXhFR3FjanNVMm5scFRQTlQ3QTNmdjdkNjJYUTltc3JQZTMvMFBQcVR1YlkvSlhVOE9IOWg5dzZ4M0NBQUFnTU1JakFEVUxDK1dOcGg4UzVJa3V1dVg5ODdhakJkMzEvMXJIMUkrbjVmSkhsTlNqQmRUamRQcVo1R05wOWJzM0xselFHN2ZkM2RkZS8xM2xTVEpyUFdWSkltK2ZNMDNsU1NKdSt2R25UdDN6dDNXYkFBQUFDQXdBbEM3ZXJhczMrYnlqQ1RkZS85YTdkdS9mMWI2T1hqd2tPNWYrNUJLcFpMY1BiZHQ4N3JOaTZuRzZWaHM0NmxGU1ZMNm9lU0g3cm4vQVQzU3RXWFcrdW5hc2xYMzNyZFdNZzBtU202ZXRZNEFBQUF3SVFJakFMV3NrSlRzKzVMVTF0NmhSelozelVvbjI3WnYxNE1QWnlSSjd2cTJwT0lpcTNFNkZ0dDRhazVpd1VhWE5wUktKVjMvbmUvTnlpd3hkOWNQYnJwNVpBYVRXNWNsdm03R093RUFBTUJSRVJnQnFHbVBiVzc3aWR3Mzc5bTdUeis3NCs1WjZlTi9mdnB6OVQyNVIrN2V1ZTJSdHBzV1k0M1RzZGpHVTJ0NkhtbmJvVVIzdXF1MDlxR0g5ZWdzckVYMTJQWWUzYi8ySVVtU3kzLzUyT2FPclRQZUNRQUFBSTZLd0FoQXJmTlN5UzUzVitsSE4vKzNkdmYyenVqTmQrM3UxZmQrK0NPNXE1UklWNHhzRkxZb2E1eU94VGFlbXBPVTlFMlRIOXJlczFOMy9mSmVsVXFsbWJ0M2t1aStCeDVVMTlaSEphbVFtSDl4eG00T0FBQ0FLU013QWxEekh0dWMrNFdaMzkvMzVKUDYxS2V2bXRGNy8rZG5QcS9ldmljbCtVTkRlLzJPeFZ6amRDeTI4ZFNheDdyYU5zajkrcUdoSWYzZ3BwdG5kQzJxZkQ2djY3N3pQZVh6ZVNWSjhvM3RHOXZYejlqTkFRQUFNR1VFUmdBZ2xVcEo2V3FYQm02NTlYWmxzbTBudkM2THV5dlgxcUdmL3VKT3lUMHY5Mi91MnRYZXY4aHJuSTdGTnA1YTQ0L3UyL1ZCdWUvYXNLbFRQN3I1djJka0xhUFJ0WXMyYnVxVTNIdTM3ZHYxWG1hSUFRQUFWQWVCRVFCSUNvYVNuNW5ydnFGOFhsLysyamUwLzhDQkU3cGZmLytBdnZiTmIybmYvdjF5V2Jibzl1TmFxSEU2RnR0NGFzNnVYZjBsNldPU0QzL204MWVyWTkyR0U3N2wrbzJiOU1uLy9Ld2tGZHp0VTlxMWk4QVBBQUNnU2dpTUFFQlNkL2VHSitUSloxM1MzZmZlcC9zZWVPaUU3dmZndzdGK2RzZWRjbmQ1NHAvc2VhUnRSeTNVT0IyTGJUeTFxRmdvM2VTeUJ3NGNQS1JQZis2TE9uRHc0SEhmNitEQlEvcjhsNzZtUS8zOWN2ZE1rcFMrUDZQRkFnQUFZRm9JakFDZzdOSE85aDk3eWI4K09KaFAvdWxmUHE2ZUhUdW4vWmlOdTJ2N2poMzYwSlgvcU1IQndjUTkrY2EyUjlwdXJLVWFwMk94amFmVzdOeXlibnVTRkQvbnJ2MzNyMzFRMy9uZUQxVXNGcWQ5bjFLcHBCLysrQmJkY2RjdjVkSkE0dm9jTzZNQkFBQlVGNEVSQUZSSThzbjd6WFRIN3QyOWZ0bGYvYlUyYk53MDVRREQzZlhJNWk2OTh6MGZVRi9ma3k3cGJoOHNmTGdXYTV5T3hUYWVXdk5ZNTdvZnV2bG44L21oNU9xdmZsMDMvT0NtYVlWK1NaTG9wcHQvb3M5ODdtcmw4L2xFU2VtemozVzJmWGRXaXdZQUFNQXhwYXBkQURBZlBlVzBwNTZqbEwxT3NqcTUvMkRmazd1NnFsMFQ1c2IrL2J2enk4NDRjNzNKWHJ4bno5N2xteDdack9kRWFaMjJmUGt4cjkyeDgzSDk3Zi85WjdWM3JKZTdIbmVWM3JGdHk0Wk50VmpqZEN5MjhkU2c1S1NHMU5yVWtwUE96T2VIV3RjK0hDdVZDaFMyTkNzSWp2NitWSklrdXViYWIrbmovL0ZmT25EZ29DUy90dGkvOTI4T0hEZ3dOR2ZWTDBKbm5YWFdTak43amFRNlNkOTk0b2tudXF0ZEU0RHBlY29aWjYyVTZUV1MxVW42N3I0K3ZvOEJ6RDBDSTJBQ0JFYTFiWC9mN3NlWG43N2lDVm53NGllZTJOVjQ3LzFyZGNIcTgzWHFxY3RVWDE4dk16dmMxdDAxTURDb2p2WHI5WjczZjBqck5teVVYUHVsNUsrM2JlcTR0Wlpybkk3Rk5wNWFjL0Rnd2NKSlQzbHFMZ2gwNGZCdzRSbVpiRnVReitmMXpGOWJxU1ZMR3BWS2pRMk9pc1dpK3A3Y282OSs0MXA5L3VxdjZ0Q2gva1RTblVuSlA3Qzl1NnUzYWdOWkpBaU1nSVdQd0FqQWZHQlRhQVBVbkpXcm1pOVJ2ZDBvV2FPUzVFKzdPOXR2cTNaTm1Idm5YbkRSaTFLZStsZVhSdzBORGNGdlBmOTV1dmk1a1o1Kzl0azY2YVNsNmg4WTBJNmRqK3ZCaDJQZGM5OERHaHdjVEdScVYrSWZucXYvWnhaQ2pkT3gyTVpUYTg1OTFrVy9GcVJTSHpMVFd5WFZuZmVzVmZxTlN5N1c2dlBQMDRvenpwRGs2bnR5anpvZjJhejdIbmhRR3pzZmtlUUZkMTFmTEJRLzFyTmxQZUg4REVpbjB5OElndURiN3Q3bzdwZm1jcms3cTEwVGdPbFp1VHI5QXBsL1c3Skd1Uzd0M3NUM01ZQzVSMkFFVElEQUNLUE8vcldXODFMMWVsOWdlcHVaQmZWMWRXcHFhbEpkWFoyS3hhSUc4NE1xRklweTk4UmQxNWdubitwK3BLTlQwdlJXYmw3a05VN0hZaHRQclZteFlzM0pTNTZTZW1WZEt2aS9rczRMZ3NBYUd4dlYyTGhFa2pTVUg5SmdQcThrU2R4bFd6eEpQakpnUXpmMmRYWWUveFpyR0lQQUNGajRDSXdBekFkMTFTNEFBT2F6SFZ2YkhwSDB6ck9mbGI2NklmQXJDb1hDN3hRS3hVWTNEOHd0Y2ZtUVhQZVVWUHJVOXM1MUQxUGppVnRzNDZrMXZiMGJEcWxYM3pybm5BdHZxenNwOVdkSjRtOGJIQmc0WTJCd29FNlN6RlYwYVk5TFh5NGV6SDlqeDQ1TlQxYTdaZ0FBQUJ5SndBZ0FwbURINWx4TzBodWZmdjc1VDBzbHFUTTkxYkJVcGVHQmd0ZjE3ZWhxNzZsMmZWb2dOVTdIWWh0UHJlbnBXYjlIMG45SmE3N3dqUFBybnFHaWxydmNGR2l2aGc5MmIrdnV6bGU3UmdBQUFFeU93QWdBcG1GN1orZE9TVHVyWGNmUkxJUWFwMk94amFmMmJCaCt0Rk9kMWE0Q0FBQUEwM1AwL1c0QkFBQUFBQUJRY3dpTUFBQUFBQUFBTUFhQkVRQUFBQUFBQU1ZZ01BSUFBQUFBQU1BWUJFWUFBQUFBQUFBWWc4QUlBQUFBQUFBQVl4QVlBUUFBQUFBQVlBd0NJd0FBQUFBQUFJeEJZQVFBQUFBQUFJQXhDSXdBQUFBQUFBQXdCb0VSQUFBQUFBQUF4aUF3QWdBQUFBQUF3QmdFUmdBQUFBQUFBQmlEd0FnQUFBQUFBQUJqRUJnQkFBQUFBQUJnREFJakFBQUFBQUFBakVGZ0JBQUFBQUFBZ0RFSWpBQUFBQUFBQURBR2dSRUFBQUFBQUFER0lEQUNBQUFBQUFEQUdBUkdBQUFBQUFBQUdJUEFDQUFBQUFBQUFHTVFHQUVBQUFBQUFHQU1BaU1BQUFBQUFBQ01RV0FFQUFBQUFBQ0FNUWlNQUFBQUFBQUFNQWFCRVFBQUFBQUFBTVlnTUFJQTFMVG01dWFUSktVbU83OXExYXBsNHc3TjZMK2RZUmcrN1dqOUF3QUFBTlZRViswQ0FBQ0xXaW9Nd3c0eml5WGRiR2EzWlRLWi9kTzlTVXRMeThXcFZPcXI3djRMU1QvT1pyTS9uODcxNlhSNlpSQUVsOFp4L0dsSlhubXVycTd1WTJFWXZsdlM0NUt1eUdhejM2azh2Mnpac3ExUkZDMlYxRllzRnQ5Y1YxZDNtYnRmWm1ZOVNaTDhheTZYKzlZRS9iM2V6SFprczltN0tzYndrbFFxOWVmNWZQNnRHelpzR0pha05XdldOSmpaampBTUUwa2RRUkM4THBQSmJKcnUxd2NBQUFDWWFRUkdBSUJaRTBYUkgwcTZRTklGN2g1SzZwWDBpK25leDh5ZUorblprazR1bFVxZm5NNjE1NXh6VHBPWjNTZ3BIVVhSYi9mMzkvOTVaMmZud1hIM0R5UTF4bkg4blVsdTB5UnBiWHQ3ZTJjWWhtWm1UNUZVbWlnc0t0L3ZKV2IycGpBTU4wdTZiK1NRdlZaUzQ1SWxTODVzYm02K3RMMjl2WDlnWUNCb2JHeVVtUVh1L2dCaEVRQUFBT1lMQWlNQXdHeTZ2T0xqajhaeFBHRllGSWJoNzVqWmEvZnMyZk9CN3U3dS9QanpadmFiNWIvdmFHOXY3Mmx0YlQwM1NaS1R6ZXp2S3BwZEl1bVprbTR2Ly92MlFra2RrdG9sclMvL1VWTlQwMHNsZlcrbUJyaHExYW9sRFEwTlBqcHJhRnpkQitJNGZuTnJhK3VwN3Y3bjVjUE5RUkM4U3RMMXk1WXRxM3dVclRCVE5RRUFBQUFuaXNBSUFEQXJXbHBhem5QM2w1aVozTDA3bTgxT0dOSTBOemMvdzh4K0lPbjA1Y3VYUC8vMDAwOS9UU2FUMlZMWlpqUXdTcExrNTFFVXZjTGRmeWpwNjhWaThlM3Q3ZTM5R2dtZHZtSm16eXlWU2g5SnBWSW5sd09qSDhaeC9JOVRyYm0xdGZXTVVxbFV6T1Z5KzZaNnpiSmx5ejdpN2hlZGM4NDVyKzdwNlJtY3FFMnhXTHdvbFJySmh0ejlyYmxjN3I4bGFXQmdJTFZzMmJMUk1SYW4yaWNBQUFBdzJ3aU1BQUFuTElxaWowbjYxY3BqN3Y0aU03UHlwMXVpS1ByNlVXNXhtMFpDRTduNzZ5UjliT1hLbFkzTGx5Ky94c3pPbEhTV3Uzc1FCSDhrcWM3ZGZ5SnBSUkFFYjVMMCtaa2FoN3QvenN5ZWtVNm4vOHZNbmxFKzNEUko4NmJ5dU45dlpxa1ZLMWI4dUtlbjV5WGoxMGlTcENBSXd2S0hONDJHUlJxWjdWUTV3NmhocHNZQkFBQUFuQ2dDSXdEQUNZdmorTzhyUHkvdi9MVlZJeUhNcnQ3ZTNsZElVazlQVDM2aVFHVWkzZDNkK2U3dTdqOE53L0Q5WnZaQ1NXMXhITCsyc2swNm5iNnN1Ym41R2UzdDdZOGU3VjVSRkwxUjBnVnhIRjhwS1dsdWJqNm5ycTd1VStYNnduS3VkYXFrWmh2eFhEUDdva1ptTlgzQXpKYU92NmU3RHdkQmNLMmthOHVmRDA0Mk5qTzdXTkxCWXJINDdzcmpxVlRxMUlyN3Jaeksxd1VBS3RoVWY2Wk9KSjFPUCtYUW9VT0RYVjFkUTFOb3U5TGRHL3I3KzUvbzZ1bzZjTHg5QWdBV0RnSWpBTUNNTTdNUFNscFMvdmcvZW5wNkJxTW91bTdGaWhWL1V0Nk43R3ZaYlBhZnAzaXZsMmdrVUxrOURNTjFaclpIMHBmaU9MNHVDSUxMek96cU1BeHZON05uYVNTRXViTGkzN2RMb3loYTVlNnZNYk1sWVJqK2VyRlkvSlAyOXZZZVNhL1RTSmowYVVublNkb2Z4L0VGNC91UG9xZzBTVjJscVM1UzdlNi83dTRmS1BkYmVYeDV4YWNFUnNBaUZFWFJXeVI5MHQxalNWL0taclBmbjhGNzczRDNZVE43VE5JL1RyWk8zR1RNN05SVFRqbmxrVEFNUHpNME5QU0ppZFppR3hVRXdSV1NMai9sbEZNOG5VNi92SEsySkFCZ2NRcXFYUUFBWUhGWnMyYk5XWkxlcHBGQVpHOS9mLzhYUnMrWldZT1ovYXE3ZjNNcTkxcTVjbVdqcE44dVgzdTdwSlh1Zm00Y3g5ZFYzRE9ROUNOSmQ1Y1AvVDlKLzFuKytJWTRqdDlvWnQzbGVqSWRIUjM3WjNLOExTMHRGNjVacytia3ljNjN0cmIraXFUMlhDNzM1ZkhuVXFsVVpXQjBibXRyYS8xTTFnYWcrdUk0dnNiZGYyUm1MemF6NzRWaCtPNkoyalUzTjU5L0hMY2YvWm1hVERjc2txUnNOcnZOek5hYTJVY2FHeHR2bmNxYnlXYVdUQ1VzaXFMb2tqQU12eDJHNGRvb2l2WkhVYlF2RE1ONzB1bjBaZVdaVVFDQWVZN0FDQUF3b3hvYkcvK2hZdDJmVDQvZnduNjhNQXlmRTRiaGh5WTZ0M3o1OHQrVjFPVHUvVU5EUTc4ODJuM2N2VTZTU3FYUzBPaDZRT1hIeENwdGxwUk1kby9XMXRZendqQjh4MVJmdUxXMnRpNE5ndURHSlV1VzNON2EybnJxSk0zMm05bko2WFQ2QlJQVVhCa1lkWlJLcGZSVStnV3dzQlNMeFNza2pZYlZ2elArZkJSRkw2MnJxMXNYUmRGMTR3UG9WYXRXTFRuT2JvT3AvQ3hMa3VRNzVROWZHSWJoNjQrenJ6SFM2ZlNiM2YxZVNXZGtzOWxmaitQNE5IZi9XMG5QRDRMZ3kyRVlmbXNtK2dFQXpDNGVTUU1Bekpnd0RQK2dZbmJSdmlBSS91dG83VmV2WG4yNnBPK2IyYStHWWZpY0lBamVsTWxrQmlxYS9KL3kzei9ic0dIRGNCaU9yQjBkUmRHbjNYM1EzVlAvdTY3MnlMOXA3dDZiSk1tYUlBaGtacnVuV25zNXZPbVE5TWE2dXJwM1JsRjBWdm40S1JWOVZMWS9XZEkxa25hV1AvOHpTVmVOYjVmSlpBWmFXbG8rSGdUQi82VFQ2VmZuY3JtZlZKeisxZksxTHVublp2WThTUTlOdFdZQTFSZUc0V3Nrdlh3S1RVZEQ1VjhOdzNETUpnRGx4MmJySkwyaHNiSHhPUmRlZU9IejE2OWZ2MGVTVGpubGxNOUhVWFNtcEt2ak9MNVYwb1NQeVU1UTErZk03TTFoR0w0cm04MStkYkoycFZMcC9pQTQvQjd5VTFwYVdpNE1ndUFOMld6Mjc0N1ZSM056ODdQcjYrdTNWdjdjYm0xdFBUVkprcythV2VEdW96TS9TOWxzOW90aEdQNk9wTmVaMmV1aUtQcEdITWUzVFdVc3dOR3NXYlBtcklhR2hsTnl1ZHptYXRjQ0xEWUVSZ0NBbVJLWVdlanVibVl5czBmZC9YTlJGRWtqTDRoK2N6UjRNYk4vajZKb3NMempXYzdkYzVMcTNmM1ZrcTdUeUR2VUx6Q3pQeW0zUHllS290dmNmYW1aUFZYU0plVWQxVlpYOU4rZ2tjZTgzbXhtaDhwOVR2anVlbXRyNjZtbFV1bFZadlpxU1M4cDk1RjM5MHV5MmV3MlNUOGZiUnRGVVorazA4ZmZ3OHdPeFhIOGY4WWZuMGhiVzlzZFVSUnROYlByVzFwYUxteHJhOXRSdnNlenkwMDJTY3BKZW9la3owejVLdzZnNnJMWjdJMHJWNjY4WmFKenk1WXRTNlZTcVJ2TjdGZVNKSG50dm4zN2JwN2tOdThZL2VEMDAwOHZyVisvdmxCeExsVU9wRjRlaHVIM3plendBdFh1Zm5MNTUrb0ZVUlJkVjNsRGQvOURTWTFtOXBWME9uMXlMcGViTU1EdjZPam9Ec1B3Q2tsUEs1VktYNjJycTd0VjBtOUZVVlFYeC9FSEp4djNSUmRkdEx5dXJ1Ni8zWDEzYTJ2ckt6S1p6T01hbVUxMWZpcVZPdG5kRTNjZlA5NjdSdGVQYy9jWGplNlFDWnlJeHNiR3RLUWJ3ekJjTCttYmtuNFVCTUcrVENaemFLb0JLNENKRVJnQkFHWktFc2Z4djBSUmRJdTcvMVZ2YisvN2VucDZEajhTRmtYUmQwWm4xQXdORFYyK1ljT0dKNDUyczF3dWQyZHJhMnV6dTM4d244OS9vTEd4OFZWbTl2dnV2aXVielY1U3Z1Y0RrbjVkSStITGFaS2VNTE8vcndoODNwdE9wemVPdi9mdzhQQzU5ZlgxWHg5M2VMQWNGczJXWDBqNnExUXFkWVdrOTVXUFBiZGMrejFKa3JTYjJRdGJXbHJPSGcyVUFDd0lwZTd1N29sZWxLYWlLUHFLcEJkclpOSG9ieTlmdnZ5VDJXejJ3NjJ0clV1SGg0ZWYyZEhSMFRIK291N3U3a2s3Q29MZ25abE1wbS8wOHlpS1hscmVZR0JqSE1kdnJHd2JobUZPMG5KSlQ0NFBpOEl3L01qb1JnR1Y2dXJxcm5IM1JOSmRadmFjY3NDOXZyS051d2ZsY09vQ1NVK1g5UFFrU2U1dWJXMXR5V1F5QTIxdGJRK20wK21YU2RxWHkrVnlsZGVPaHZubCsvQkNIalBLekZvbHRVcjZxTHMvR0liaGcwbVNQSlRQNTlkMmRuYnVySFo5d0VKRVlBUUFtRkZ4SExkWHZscytWUzB0TFJlWFNxVnQ2OWF0MnpWNkxKUEpiSkgwZG8yOE1EcnE5ZVZIeW5LU25tbG1MM1AzTGpPN3A3d0E5cUhLdGgwZEhSMVJGR1hjL2FsbTlxaWszNXB1dmFQV3JGbHpja05EUTBzdWw3djNHUFZ0TDg4RWVLV2s5NFZoK0RSSm96T01mcGpMNWJhRVlUZ1lCTUZmU0pyU0RuSUE1cWR6emptbmFjV0tGZGRLK3VQeW9mWmlzZmkyOXZiMnRTby9xaHBGMFR2Q01IeVpwQzhNREF4OC9sanJ2YzJrYkRaN1pYTno4NW50N2Uxakh0dE5wOU9YdWZ1bXVycTZ0WmxNcGpEUnRXYVdqQStueHB0c1VXeDNmMWJGVE5NSFQyZ1F3T1JPa2ZSN1p2YUNJQWoyTDEyNjlJbDBPcjNXM2IvYjF0YjJjMG5GYWhjSUxCUXNlZzBBcUxxV2xwYnpnaUM0cmI2K3ZqMktvdDgvUnZPNk1BeGZGRVhSNWU1K2VERllNenV0dkY3R0ZaS2VrUFRqSkVudU5iTXpKZjNhK0p1NCs3OEdRWEN4cFBoRWFsK3laTW1uZ3lENFdUcWQvc05qTkIxZHIranM4dCt2S3YrOXc4eCtMaWtwQjF4L1U5NVpEY0FDbEU2bm43Vml4WXI3SXFHaWRRQUFFeTlKUkVGVXpleVBKVzF4OXpmRmNSeU5oa1dqNGpoK2w1azlhR2IvZHRKSko2MlBvdWk0Zyt2amtVcWxQdEhjM1B6c3ltTm05aytwVk9xWDdyNGxpcUpMWnJLLzV1Ym1rOHpzTFJyNXVmZHdOcHU5Y1Nidmo1cm1ZejV4SC8yVGtuU2FwRFZCRUx3bGxVcmRGb1poVHpxZC9rUTZuVTZmZDk1NVo2eFpzNmFoZW1VRDh4OHpqQUFBSnlTS29oZEtldXV4MnJuN0phUHZMQzlac3VTcUtJcnlGZWQrMDh5V2x6KytOWjFPLzFrdWw3dCtkUFpPZVpyNUg1V2JQODNNM21SbUg1VDBaK1ZqRFpMT0xwVkt0OVRWMVQzcDdrOHRsVXJYbExlY3pwblo2ZVZISnc3TFpyTS8wQVF6bDhJdy9BTXplMU5GYlpNdWVoMkc0VGNrTmJ0N3A1bjl3MFVYWFhSL1IwZkgzbkZmbjdkTCtrdDNEOHVIZG1yazBaSzNhK1FGMnFjcTNzbS9yZnpZM1NjbEhmVWRmR0FLNmlSZEhFVlJZN1VMT1ZFTFlYSGs4cXpCdDV2WkZlNmVUWkxrRGJsYzdvYWp6R2J3ZkQ3LzFpVkxsanpiekM2UTlEOVJGUDFXSE1lWnlmcElrdVFMVVJSTmRRMmpjNDlSOGdPcFZPcm04ODgvdjdrOHV5bFZYaU5PU1pKOE01ZkxQVEM5cjhERVdsdGJsNVpLcGJTWmZhcjhjL2duaFVMaEw0NjJZK1dKS0MrQXZIb0tUZWUxb1lMU0JWZUQ1SFgxZ2FYVGFUYlJuRXlTSkMxbUZsVE1YdFBJWGhML3k5MVZYbC94cVdiMk41TGVkOUpKSjYyWGRIOUxTOHNqN3Y3VCt2cjZ6c2xtMWdHMWlzQUlBSEJDNGpqK1JYbDlucU1hdDRiUnU0NjFobEZyYTJ1OXU2K1hOUDVGejJOeEhQK1p4b1k5YTl6OWdZNk9qbzR3RE45aFpqZTB0N2V2SzU4TG95amFOTlh4WkxQWld5WGRXbEgzMFJhOWZ0TVJOeGduanVPcm95aDZlVG4wa3J2ZlZKNUYxU3hwMDU0OWU3NDQyalpKa3B2TTdEL003QTFSRkxYRmNmekpxZFlOVE9Ba003dlMzUmZENHhmTHExM0FzWmpaVlpJdUxjOXdMSnJaMjZNb2VxZTdCMmFXS3UvcW1Dci8vbDFmdnF6TDNlK1N0RXBTazd2LzYraEMvQk01empXTUp1VHVtU0FJVmk1ZHV2U2prdjY2cGFYbHJQSUMyd3FDNE1ibTV1WmZON09sYlcxdGQ0NmZ3YUdSbVZTdk43TlhEQTBOL2VXR0RSc09UZFJIR0laZlNKTGtiY0hJTm14NWQvKzR1Ly9idW5YcjlrMzE2enBkOWZYMXYzMnNIVG9YZ2lYMTN0QWdlNG9rTStuS0lMRGhhdGMwWDdsN1E4WDNsRlFPalNyT0gvR3htZFdaV1l1N053ZEJVSkQwbmlSSk5yVzB0TnlRSk1sTjQ5LzhBV29WZ1JFQVlGN0taREtGZERyOWtTQUl2aXpwU1hlL3o4eGVNVW56MzNYM3QycmtsOEJMUzZYU01XYzh6U1YzN3phemtydmZra3FsL2lWSmtyc2xEU2RKOHFidTd1N0RNNjF5dVZ4M0dJYi9JK21sN3Y3eGREcTlONWZMZmFXNjFXTUIydUh1V3llYUdZZlpreVRKWjRJZ3VGVFNXV1oyMXVqeDhteUg5V2FXazdSTjB0OXA1T2ZDeDdQWjdOOXFKSHdaRElMZ2ZaTE9tYXQ2M1gxbnViNjNYWGpoaGY4azZSbmxVMXZpT001RVVmUXVTWitOb3VneGQvOXZkMzllZVN4QkZFVlh1ZnRmbWxsRFkyTmpHRVhSeStNNDdocmZSemFiZmFla3l5KzY2S0tWOWZYMUh6Q3pEMGw2VnpxZC9tQXVsL3Y4Ykl3ckNJS1V1eS80V1hXUzEwa2EvU1p1Y0djcGthT1kwbXZhOGNGUmVjYVJsWVBTVTl6OURFbFBNYlA2bzk0SXFDRUVSZ0NBZVN1WHkxMFRSZEhGNWVuanJ5ai9PWUtaZlN1YnpkN2IzTng4a3FTL0diL0xtTHRiNVl2blp6LzcyVSt0cTZ0cnl1ZnpCOTE5ZWZuY0VlK2d6eFIzdnpJSWdnL0ZjVHlRVHFjL2FtYXJKYjIrcmEzdGlFVmYzZjAvek95bE51TExZUmhlMHR2YisrN0tIZWVBbzhubGNsdlM2ZlNiUzZYU0VUUGpNSHR5dWR5ZFVSUmQ3KzRkN3I0MUNJSVhTWHFiUnI2djM1WE5adTljczJiTnlZMk5qWDgzL3RwOFB2K3hwcWFtb1NSSmJwK3JldHZhMm5hRlllaG0xbGhmWC85N1FSQXNLZGQ2L2JpbTU3cjcxNGFIaC85cDlNQ1NKVXRPTTdQTHkrM1hIVHg0Y1B0UnVrbzZPanEyU3JvOGlxSVZadlluWnZhNU1BejNaTFBaNzh6MHVJYUdodTVvYUdpNGRLYnZPOWRHSGtuekt5VTExSnRkdWFUZWMxTzRyRlpkYkdZZktUK2VMbzBMaHlxTi9pN2dJelpMdXQvZE4waTZvNit2YngzLzFnSmpFUmdCQU9helVoekhiOU14ZGtsejkxMlMxTjdlM2krcHZhV2xKUXlDNEZWbTlzTHk3NFdyTlBLTDRsNk5QTEtRTXJQWE5qVTFmY1RNR2lydk1SdHl1ZHcramN3aStDTXp1MExTbXlkN29aVEw1WDRhUmRHTjVVZGJKT2w1SzFhc2VHNVBUOC9kczFVZkZwMGtsOHR0bHJTNTJvWFVtc3JId3NJd2JCNTljWm9reVlHalhiZHAwNlluSlgxNERrcXNWQ3h2YzMrS21aM3I3azFtcGlSSnhnZEdrdFJiK1JoeGEydHJzZUxSbmllNnVycUdKcmhtSWgrWDlDZmxqNitVTk9PQlVibk9vejd5dkJDc1hKMldUTU9TQmNWRXVZM3JjM2RXdTZiNXFyeE8yK0Uxc1NZS2l5cUNvdjN1ZnFPWjNWQXFsVFlWaThYZXlSNnBCRUJnQkFCWWhOcmEycktTc2kwdExUOUpwVkwzbVZrZ3FWUXNGck1hZVV4aXA2UlBoR0Y0bXFRUGxTOTdlRFpyU3FmVEx6YXpUN243NytWeXVYdVAxclpVS3IwN0NJTG5tdG1oSUFpZW04bGtCbWF6TmdBeno4ek9IdjA0U1pJZFIyODlOVW1TZkRZTXc0a1d2VjRkaHVIWHh6VWZzLzdibWpWckdqWnMyREIrSFJ3djE5cmo3bi9vN3ZlMXRiVTlNaE8xVHNUTU5sWUVUV3RXclZxMXJLdXI2NmhoR2pCVmxVRlIrZkhKUk5LZ3BIMlNjdTUrZlc5djcwM01JZ0ttanNBSUFEQW5mT1M1c1AzdS9wUGg0ZUhqV2t6U1IzNGJ2TGZpODVLWnRadlpmUk8xYjJ0cmU3QzhKbEM5dTMrNi9GakVZV1oyajd1LzFzeHVEWUxnaU1kRXlncnUvbkNTSk4rdjZIZVB1Mzl4a3ZZeU0zZjMzWksrcFpHWkJzOHpzNWNjT0hDZ2RTb3ZqdHJhMm5aRVVmUVNkMitKNDVpd0NGaUEzUDNpOG92V25uWHIxazFuQnFOTjlvaHNFQVR2SHJmbzljdkxpMTV2eW1hemI2NXNXN0hvZFVHU0doc2IzeWJwcW5HM3pMajdTYjI5dlQ5ZXNXTEZYN3Y3MVJYMTIvR3NneFdHNFFmTTdQWHUvc0ZzTnZ2ek1aMWxNc05SRkpWR0Y5Yys5ZFJUV1dnTE02WmlGbEcvdXovazdnOUplbWg0ZUhqdGhnMGJ0cy9tbytmQVlrVmdCQUNZRTlsczlrOVA1SG96KzI0K243K2g4aDN5YkRiN0cxUG85MldUbll2aitCWkp0eHp0K2ppT2YyWGMvZjVXMGhYSHVPWXQ0NjY1WDlMOXg2cDEzRDAyU3RvNG5Xc0F6QTloR0s0eHN3dkxuMTUzak9hSHJWbXpwcUd4c2ZITmNSeC9xZks0dS9lYTJmV1pUR2JLWWJ1WlhaOGt5VFZKa3Z4Z3pabzFKMHY2L2ZHQlVSekhMeXgvR0p4NTVwblBrSFJxR0liZktEK3Fkcnc3bWYyRnBBc2svVjlKWXdLamxwYVdYeHNOaXlSdHoyUXkrNCt6RDJBaTdaSytLK2tuUTBORHU1cWFtcDdNWkRLRmFoY0ZMR1FFUmdDQUJXRWUvZEszR0xZb0J6Qzcva2tqUWMvdTRlSGhUMDcxb29hR2hqOXc5ek1yajJXejJjdU81K2RPSE1lSCt3M0Q4SFh1dm16MDg1YVdsdk5TcVZTWUpFa1VCTUZ6SmJWS1dpYnAvV2IyL2ppT2YxamVKVzNhM1AxbU03dkF6SjViRG9kS28rZUNJS2k4NTM4ZXovMkI4ZnI3KzlzYkdockNqbzZPVGRXdUJWaHNDSXdBQUFDQUdSSkYwUnNsdlViU29MdS9ldjM2OVhzbWFtZG1KMWQrM3RyYXVqUkprdmRLeW94ck9tbFk1TzVKK1RHY1ZjM056ZWNIUVREbTBiZFVLbFhuN2lza2ZkRGRUMXE5ZXZYcG16WnRlaklJZ2s5S2VtVVFCS1AzT1NUcHl0N2UzbjgvMGZWZFVxblV2eVJKOGpJenV6Q0tvZ3ZqT0c0dmorMmRadlpYNVdaZmp1UDQweWZTRHpDcXM3TnpwNlNkMWE0RFdJd0lqQUFBQUlBWkVFWFJxeVY5emQyN3pldzF1Vnh1VFBqVDFOUTBWTEV3NytWUkZMMWo5Qk4zVDVYRG54ZTB0TFQ4cEsydDdZNHBkTmtuYVlXWm5WMVhWM2ZFN0lyeGl3QTNOVFY5VjlLTDNQMHFNM3VsdXcrYjJWZUdob1krVXJrTDJuaEJFSHcyaXFMK2l2czJUTlkyazhuc2IyMXR2VGhKa3N2TTdLb3dERTl4OTJlYTJUNUpQeWlWU2w5dGEydTdmUXBqQXdCVUdZRVJBQUFBY0FKV3JWcTFaTm15WlIrVjlCWkpIK3Z0N2YzRVJETjFNcGxNSVlxaWV5VDladmxRYW53YmQ5L3I3cjFUNmRmTXZsN2VxbjVLekt4RGtuSzUzRS9ETVB5UnU3ODNtODEySCt1NkpFbmVuY3ZsRHJkcmJXMDl3OTB2bmF4OWVXZkh6NVQvQUFBV0tBSWpBQUFBNERpRllmakhrbDZRSk1uRGZYMTlUei9XSTExNzl1eDU4V21ubmZiOEpFbE9ON09VeWpzK0JrRXdtQ1RKcmtPSERyVjNkWFVOVGFYdk9JNC9FWWJoV25kL2ZoQUVwMG1xSHoyWEpFa2lxUkFFd1FGSk8wdWwwb050YlczclI4OW5zOWxYSGV2KzVSbEk2d3VGd2tTN094WWxiVW1TNU5hcDFBb0FXSGpZeWhLWXdNcFZ6WmVvM202VXJGRko4cWZkbmUyM1Zic21BQUF3THdXU2ttb1hnY1ZsNWVyMEMyVCtiY2thNWJxMGUxUHV6bXJYQktEMkJOVXVBQUFBQUZqQUNJc0FBSXNTZ1JFQUFBQUFBQURHSURBQ0FBQUFBQURBR0FSR0FBQUFBQUFBR0lQQUNBQUFBQUFBQUdNUUdBRUFBQUFBQUdBTUFpTUFBQUFBQUFDTVFXQUVBQUFBQUFDQU1RaU1BQUFBQUFBQU1BYUJFUUFBQUFBQUFNWWdNQUlBQUFBQUFNQVlCRVlBQUFBQUFBQVlnOEFJQUFBQUFBQUFZeEFZQVFBQUFBQUFZQXdDSXdBQUFBQUFBSXhCWUFRQUFBQUFBSUF4Q0l3QUFBQUFBQUF3Qm9FUkFBQUFBQUFBeGlBd0FnQUFBQUFBd0JnRVJnQUFBQUFBQUJpRHdBZ0FBQUFBQUFCakVCZ0JBQUFBQUFCZ0RBSWpBQUFBQUFBQWpFRmdCQUFBQUFBQWdERUlqQUFBQUFBQUFEQUdnUkVBQUFBQUFBREdJREFDQUFBQUFBREFHQVJHQUFBQUFBQUFHSVBBQ0FBQUFBQUFBR01RR0FFQUFBQUFBR0FNQWlNQUFBQUFBQUNNUVdBRUFBQUFBQUNBTVFpTUFBQUFBQUFBTUFhQkVRQUFBQUFBQU1ZZ01BSUFBQUFBQU1BWUJFWUFBQUFBQUFBWWc4QUlBQUFBQUFBQVl4QVlBUUFBQUFBQVlBd0NJd0FBQUFBQUFJeEJZQVFBQUFBQUFJQXg2cXBkQURDZm1ieXVwS0I1NWVwMHZ0cTFBQUFBb0VhNDBqSTFWTHNNQUxXTndBZzRDbmN0RFFML2tLVGhhdGNDQUFDQUdtRnFrTnVwTWgyc2Rpa0FhaGVCRVRDQnhIeDNJSHRjWm8zbFJ6Y2JxMTBUQUFBQWFvanBvTngzRGJzL1h1MVNBTlFtcTNZQndEd1ZuTHZxd3RWQlhmMloxUzRFQUFBQXRhbGtTZC8yamUwYkpDWFZyZ1V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15QS93LzdJdkFHQmIxV3pBQUFBQUJKUlU1RXJrSmdnZz09IiwKCSJUaGVtZSIgOiAiIiwKCSJUeXBlIiA6ICJmbG93IiwKCSJVc2VySWQiIDogIjY3MTgxNjE3NiIsCgkiVmVyc2lvbiIgOiAiMzQiCn0K"/>
    </extobj>
  </extobjs>
</s:customData>
</file>

<file path=customXml/itemProps376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WPS 演示</Application>
  <PresentationFormat>宽屏</PresentationFormat>
  <Paragraphs>82</Paragraphs>
  <Slides>14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14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Source Han Sans CN Bold</vt:lpstr>
      <vt:lpstr>Calibri</vt:lpstr>
      <vt:lpstr>Microsoft Sans Serif</vt:lpstr>
      <vt:lpstr>Times New Roman</vt:lpstr>
      <vt:lpstr>等线</vt:lpstr>
      <vt:lpstr>Arial Unicode MS</vt:lpstr>
      <vt:lpstr>等线 Light</vt:lpstr>
      <vt:lpstr>Cambria Math</vt:lpstr>
      <vt:lpstr>Calibri</vt:lpstr>
      <vt:lpstr>Microsoft Sans Serif</vt:lpstr>
      <vt:lpstr>Source Han Sans CN Bold</vt:lpstr>
      <vt:lpstr>Segoe Print</vt:lpstr>
      <vt:lpstr>方正小标宋_GBK</vt:lpstr>
      <vt:lpstr>Office 主题​​</vt:lpstr>
      <vt:lpstr>Equation.AxMath</vt:lpstr>
      <vt:lpstr>Equation.KSEE3</vt:lpstr>
      <vt:lpstr>Equation.KSEE3</vt:lpstr>
      <vt:lpstr>Equation.AxMath</vt:lpstr>
      <vt:lpstr>Equation.AxMath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kkk</cp:lastModifiedBy>
  <cp:revision>236</cp:revision>
  <dcterms:created xsi:type="dcterms:W3CDTF">2016-11-24T09:20:00Z</dcterms:created>
  <dcterms:modified xsi:type="dcterms:W3CDTF">2026-01-13T15:15:19Z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86D1573207CD4AAB8D26665FEBBE5C77_13</vt:lpwstr>
  </property>
</Properties>
</file>